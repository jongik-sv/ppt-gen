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-t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-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-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-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-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-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-organ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-sta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-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-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-milest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-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-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-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-commun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-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