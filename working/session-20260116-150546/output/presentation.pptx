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5250"/>
            <a:ext cx="9144000" cy="5143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8575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9525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05247" y="779264"/>
            <a:ext cx="7342584" cy="19050"/>
          </a:xfrm>
          <a:prstGeom prst="rect">
            <a:avLst/>
          </a:prstGeom>
          <a:solidFill>
            <a:srgbClr val="1533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14600" y="465534"/>
            <a:ext cx="4069035" cy="622325"/>
          </a:xfrm>
          <a:prstGeom prst="roundRect">
            <a:avLst>
              <a:gd name="adj" fmla="val 6122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05247" y="3675087"/>
            <a:ext cx="7342584" cy="19050"/>
          </a:xfrm>
          <a:prstGeom prst="rect">
            <a:avLst/>
          </a:prstGeom>
          <a:solidFill>
            <a:srgbClr val="1533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9876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57472" y="847869"/>
            <a:ext cx="829056" cy="170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64" b="1" dirty="0">
                <a:solidFill>
                  <a:srgbClr val="22523B"/>
                </a:solidFill>
                <a:latin typeface="코트라 볼드체" pitchFamily="34" charset="0"/>
                <a:ea typeface="코트라 볼드체" pitchFamily="34" charset="-122"/>
                <a:cs typeface="코트라 볼드체" pitchFamily="34" charset="-120"/>
              </a:rPr>
              <a:t>CONTENTS</a:t>
            </a:r>
            <a:endParaRPr lang="en-US" sz="1164" dirty="0"/>
          </a:p>
        </p:txBody>
      </p:sp>
      <p:sp>
        <p:nvSpPr>
          <p:cNvPr id="4" name="Text 2"/>
          <p:cNvSpPr/>
          <p:nvPr/>
        </p:nvSpPr>
        <p:spPr>
          <a:xfrm>
            <a:off x="392545" y="1450253"/>
            <a:ext cx="2638497" cy="4618"/>
          </a:xfrm>
          <a:prstGeom prst="rect">
            <a:avLst/>
          </a:prstGeom>
          <a:solidFill>
            <a:srgbClr val="1533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2545" y="1852035"/>
            <a:ext cx="1393176" cy="886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47"/>
              </a:lnSpc>
              <a:spcAft>
                <a:spcPts val="436"/>
              </a:spcAft>
              <a:buSzPct val="100000"/>
              <a:buChar char="•"/>
            </a:pPr>
            <a:r>
              <a:rPr lang="en-US" sz="582" dirty="0">
                <a:solidFill>
                  <a:srgbClr val="22523B"/>
                </a:solidFill>
                <a:latin typeface="나눔바른펜" pitchFamily="34" charset="0"/>
                <a:ea typeface="나눔바른펜" pitchFamily="34" charset="-122"/>
                <a:cs typeface="나눔바른펜" pitchFamily="34" charset="-120"/>
              </a:rPr>
              <a:t>첫 번째 관련 주제에 대해 설명해주세요.</a:t>
            </a:r>
            <a:endParaRPr lang="en-US" sz="582" dirty="0"/>
          </a:p>
          <a:p>
            <a:pPr algn="l" marL="342900" indent="-342900">
              <a:lnSpc>
                <a:spcPts val="1047"/>
              </a:lnSpc>
              <a:spcAft>
                <a:spcPts val="436"/>
              </a:spcAft>
              <a:buSzPct val="100000"/>
              <a:buChar char="•"/>
            </a:pPr>
            <a:r>
              <a:rPr lang="en-US" sz="582" dirty="0">
                <a:solidFill>
                  <a:srgbClr val="22523B"/>
                </a:solidFill>
                <a:latin typeface="나눔바른펜" pitchFamily="34" charset="0"/>
                <a:ea typeface="나눔바른펜" pitchFamily="34" charset="-122"/>
                <a:cs typeface="나눔바른펜" pitchFamily="34" charset="-120"/>
              </a:rPr>
              <a:t>두 번째 관련 주제에 대해 설명해주세요.</a:t>
            </a:r>
            <a:endParaRPr lang="en-US" sz="582" dirty="0"/>
          </a:p>
          <a:p>
            <a:pPr algn="l" marL="342900" indent="-342900">
              <a:lnSpc>
                <a:spcPts val="1047"/>
              </a:lnSpc>
              <a:spcAft>
                <a:spcPts val="436"/>
              </a:spcAft>
              <a:buSzPct val="100000"/>
              <a:buChar char="•"/>
            </a:pPr>
            <a:r>
              <a:rPr lang="en-US" sz="582" dirty="0">
                <a:solidFill>
                  <a:srgbClr val="22523B"/>
                </a:solidFill>
                <a:latin typeface="나눔바른펜" pitchFamily="34" charset="0"/>
                <a:ea typeface="나눔바른펜" pitchFamily="34" charset="-122"/>
                <a:cs typeface="나눔바른펜" pitchFamily="34" charset="-120"/>
              </a:rPr>
              <a:t>세 번째 관련 주제에 대해 설명해주세요.</a:t>
            </a:r>
            <a:endParaRPr lang="en-US" sz="582" dirty="0"/>
          </a:p>
          <a:p>
            <a:pPr algn="l" marL="342900" indent="-342900">
              <a:lnSpc>
                <a:spcPts val="1047"/>
              </a:lnSpc>
              <a:spcAft>
                <a:spcPts val="436"/>
              </a:spcAft>
              <a:buSzPct val="100000"/>
              <a:buChar char="•"/>
            </a:pPr>
            <a:r>
              <a:rPr lang="en-US" sz="582" dirty="0">
                <a:solidFill>
                  <a:srgbClr val="22523B"/>
                </a:solidFill>
                <a:latin typeface="나눔바른펜" pitchFamily="34" charset="0"/>
                <a:ea typeface="나눔바른펜" pitchFamily="34" charset="-122"/>
                <a:cs typeface="나눔바른펜" pitchFamily="34" charset="-120"/>
              </a:rPr>
              <a:t>네 번째 관련 주제에 대해 설명해주세요.</a:t>
            </a:r>
            <a:endParaRPr lang="en-US" sz="582" dirty="0"/>
          </a:p>
          <a:p>
            <a:pPr algn="l" marL="342900" indent="-342900">
              <a:lnSpc>
                <a:spcPts val="1047"/>
              </a:lnSpc>
              <a:spcAft>
                <a:spcPts val="436"/>
              </a:spcAft>
              <a:buSzPct val="100000"/>
              <a:buChar char="•"/>
            </a:pPr>
            <a:r>
              <a:rPr lang="en-US" sz="582" dirty="0">
                <a:solidFill>
                  <a:srgbClr val="22523B"/>
                </a:solidFill>
                <a:latin typeface="나눔바른펜" pitchFamily="34" charset="0"/>
                <a:ea typeface="나눔바른펜" pitchFamily="34" charset="-122"/>
                <a:cs typeface="나눔바른펜" pitchFamily="34" charset="-120"/>
              </a:rPr>
              <a:t>다섯 번째 관련 주제에 대해 설명해주세요.</a:t>
            </a:r>
            <a:endParaRPr lang="en-US" sz="582" dirty="0"/>
          </a:p>
        </p:txBody>
      </p:sp>
      <p:sp>
        <p:nvSpPr>
          <p:cNvPr id="6" name="Text 4"/>
          <p:cNvSpPr/>
          <p:nvPr/>
        </p:nvSpPr>
        <p:spPr>
          <a:xfrm>
            <a:off x="3252715" y="1450253"/>
            <a:ext cx="2638497" cy="4618"/>
          </a:xfrm>
          <a:prstGeom prst="rect">
            <a:avLst/>
          </a:prstGeom>
          <a:solidFill>
            <a:srgbClr val="1533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52715" y="1852035"/>
            <a:ext cx="1393176" cy="886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47"/>
              </a:lnSpc>
              <a:spcAft>
                <a:spcPts val="436"/>
              </a:spcAft>
              <a:buSzPct val="100000"/>
              <a:buChar char="•"/>
            </a:pPr>
            <a:r>
              <a:rPr lang="en-US" sz="582" dirty="0">
                <a:solidFill>
                  <a:srgbClr val="22523B"/>
                </a:solidFill>
                <a:latin typeface="나눔바른펜" pitchFamily="34" charset="0"/>
                <a:ea typeface="나눔바른펜" pitchFamily="34" charset="-122"/>
                <a:cs typeface="나눔바른펜" pitchFamily="34" charset="-120"/>
              </a:rPr>
              <a:t>첫 번째 관련 주제에 대해 설명해주세요.</a:t>
            </a:r>
            <a:endParaRPr lang="en-US" sz="582" dirty="0"/>
          </a:p>
          <a:p>
            <a:pPr algn="l" marL="342900" indent="-342900">
              <a:lnSpc>
                <a:spcPts val="1047"/>
              </a:lnSpc>
              <a:spcAft>
                <a:spcPts val="436"/>
              </a:spcAft>
              <a:buSzPct val="100000"/>
              <a:buChar char="•"/>
            </a:pPr>
            <a:r>
              <a:rPr lang="en-US" sz="582" dirty="0">
                <a:solidFill>
                  <a:srgbClr val="22523B"/>
                </a:solidFill>
                <a:latin typeface="나눔바른펜" pitchFamily="34" charset="0"/>
                <a:ea typeface="나눔바른펜" pitchFamily="34" charset="-122"/>
                <a:cs typeface="나눔바른펜" pitchFamily="34" charset="-120"/>
              </a:rPr>
              <a:t>두 번째 관련 주제에 대해 설명해주세요.</a:t>
            </a:r>
            <a:endParaRPr lang="en-US" sz="582" dirty="0"/>
          </a:p>
          <a:p>
            <a:pPr algn="l" marL="342900" indent="-342900">
              <a:lnSpc>
                <a:spcPts val="1047"/>
              </a:lnSpc>
              <a:spcAft>
                <a:spcPts val="436"/>
              </a:spcAft>
              <a:buSzPct val="100000"/>
              <a:buChar char="•"/>
            </a:pPr>
            <a:r>
              <a:rPr lang="en-US" sz="582" dirty="0">
                <a:solidFill>
                  <a:srgbClr val="22523B"/>
                </a:solidFill>
                <a:latin typeface="나눔바른펜" pitchFamily="34" charset="0"/>
                <a:ea typeface="나눔바른펜" pitchFamily="34" charset="-122"/>
                <a:cs typeface="나눔바른펜" pitchFamily="34" charset="-120"/>
              </a:rPr>
              <a:t>세 번째 관련 주제에 대해 설명해주세요.</a:t>
            </a:r>
            <a:endParaRPr lang="en-US" sz="582" dirty="0"/>
          </a:p>
          <a:p>
            <a:pPr algn="l" marL="342900" indent="-342900">
              <a:lnSpc>
                <a:spcPts val="1047"/>
              </a:lnSpc>
              <a:spcAft>
                <a:spcPts val="436"/>
              </a:spcAft>
              <a:buSzPct val="100000"/>
              <a:buChar char="•"/>
            </a:pPr>
            <a:r>
              <a:rPr lang="en-US" sz="582" dirty="0">
                <a:solidFill>
                  <a:srgbClr val="22523B"/>
                </a:solidFill>
                <a:latin typeface="나눔바른펜" pitchFamily="34" charset="0"/>
                <a:ea typeface="나눔바른펜" pitchFamily="34" charset="-122"/>
                <a:cs typeface="나눔바른펜" pitchFamily="34" charset="-120"/>
              </a:rPr>
              <a:t>네 번째 관련 주제에 대해 설명해주세요.</a:t>
            </a:r>
            <a:endParaRPr lang="en-US" sz="582" dirty="0"/>
          </a:p>
          <a:p>
            <a:pPr algn="l" marL="342900" indent="-342900">
              <a:lnSpc>
                <a:spcPts val="1047"/>
              </a:lnSpc>
              <a:spcAft>
                <a:spcPts val="436"/>
              </a:spcAft>
              <a:buSzPct val="100000"/>
              <a:buChar char="•"/>
            </a:pPr>
            <a:r>
              <a:rPr lang="en-US" sz="582" dirty="0">
                <a:solidFill>
                  <a:srgbClr val="22523B"/>
                </a:solidFill>
                <a:latin typeface="나눔바른펜" pitchFamily="34" charset="0"/>
                <a:ea typeface="나눔바른펜" pitchFamily="34" charset="-122"/>
                <a:cs typeface="나눔바른펜" pitchFamily="34" charset="-120"/>
              </a:rPr>
              <a:t>다섯 번째 관련 주제에 대해 설명해주세요.</a:t>
            </a:r>
            <a:endParaRPr lang="en-US" sz="582" dirty="0"/>
          </a:p>
        </p:txBody>
      </p:sp>
      <p:sp>
        <p:nvSpPr>
          <p:cNvPr id="8" name="Text 6"/>
          <p:cNvSpPr/>
          <p:nvPr/>
        </p:nvSpPr>
        <p:spPr>
          <a:xfrm>
            <a:off x="6112885" y="1450253"/>
            <a:ext cx="2638497" cy="4618"/>
          </a:xfrm>
          <a:prstGeom prst="rect">
            <a:avLst/>
          </a:prstGeom>
          <a:solidFill>
            <a:srgbClr val="1533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12885" y="1852035"/>
            <a:ext cx="1393176" cy="886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47"/>
              </a:lnSpc>
              <a:spcAft>
                <a:spcPts val="436"/>
              </a:spcAft>
              <a:buSzPct val="100000"/>
              <a:buChar char="•"/>
            </a:pPr>
            <a:r>
              <a:rPr lang="en-US" sz="582" dirty="0">
                <a:solidFill>
                  <a:srgbClr val="22523B"/>
                </a:solidFill>
                <a:latin typeface="나눔바른펜" pitchFamily="34" charset="0"/>
                <a:ea typeface="나눔바른펜" pitchFamily="34" charset="-122"/>
                <a:cs typeface="나눔바른펜" pitchFamily="34" charset="-120"/>
              </a:rPr>
              <a:t>첫 번째 관련 주제에 대해 설명해주세요.</a:t>
            </a:r>
            <a:endParaRPr lang="en-US" sz="582" dirty="0"/>
          </a:p>
          <a:p>
            <a:pPr algn="l" marL="342900" indent="-342900">
              <a:lnSpc>
                <a:spcPts val="1047"/>
              </a:lnSpc>
              <a:spcAft>
                <a:spcPts val="436"/>
              </a:spcAft>
              <a:buSzPct val="100000"/>
              <a:buChar char="•"/>
            </a:pPr>
            <a:r>
              <a:rPr lang="en-US" sz="582" dirty="0">
                <a:solidFill>
                  <a:srgbClr val="22523B"/>
                </a:solidFill>
                <a:latin typeface="나눔바른펜" pitchFamily="34" charset="0"/>
                <a:ea typeface="나눔바른펜" pitchFamily="34" charset="-122"/>
                <a:cs typeface="나눔바른펜" pitchFamily="34" charset="-120"/>
              </a:rPr>
              <a:t>두 번째 관련 주제에 대해 설명해주세요.</a:t>
            </a:r>
            <a:endParaRPr lang="en-US" sz="582" dirty="0"/>
          </a:p>
          <a:p>
            <a:pPr algn="l" marL="342900" indent="-342900">
              <a:lnSpc>
                <a:spcPts val="1047"/>
              </a:lnSpc>
              <a:spcAft>
                <a:spcPts val="436"/>
              </a:spcAft>
              <a:buSzPct val="100000"/>
              <a:buChar char="•"/>
            </a:pPr>
            <a:r>
              <a:rPr lang="en-US" sz="582" dirty="0">
                <a:solidFill>
                  <a:srgbClr val="22523B"/>
                </a:solidFill>
                <a:latin typeface="나눔바른펜" pitchFamily="34" charset="0"/>
                <a:ea typeface="나눔바른펜" pitchFamily="34" charset="-122"/>
                <a:cs typeface="나눔바른펜" pitchFamily="34" charset="-120"/>
              </a:rPr>
              <a:t>세 번째 관련 주제에 대해 설명해주세요.</a:t>
            </a:r>
            <a:endParaRPr lang="en-US" sz="582" dirty="0"/>
          </a:p>
          <a:p>
            <a:pPr algn="l" marL="342900" indent="-342900">
              <a:lnSpc>
                <a:spcPts val="1047"/>
              </a:lnSpc>
              <a:spcAft>
                <a:spcPts val="436"/>
              </a:spcAft>
              <a:buSzPct val="100000"/>
              <a:buChar char="•"/>
            </a:pPr>
            <a:r>
              <a:rPr lang="en-US" sz="582" dirty="0">
                <a:solidFill>
                  <a:srgbClr val="22523B"/>
                </a:solidFill>
                <a:latin typeface="나눔바른펜" pitchFamily="34" charset="0"/>
                <a:ea typeface="나눔바른펜" pitchFamily="34" charset="-122"/>
                <a:cs typeface="나눔바른펜" pitchFamily="34" charset="-120"/>
              </a:rPr>
              <a:t>네 번째 관련 주제에 대해 설명해주세요.</a:t>
            </a:r>
            <a:endParaRPr lang="en-US" sz="582" dirty="0"/>
          </a:p>
          <a:p>
            <a:pPr algn="l" marL="342900" indent="-342900">
              <a:lnSpc>
                <a:spcPts val="1047"/>
              </a:lnSpc>
              <a:spcAft>
                <a:spcPts val="436"/>
              </a:spcAft>
              <a:buSzPct val="100000"/>
              <a:buChar char="•"/>
            </a:pPr>
            <a:r>
              <a:rPr lang="en-US" sz="582" dirty="0">
                <a:solidFill>
                  <a:srgbClr val="22523B"/>
                </a:solidFill>
                <a:latin typeface="나눔바른펜" pitchFamily="34" charset="0"/>
                <a:ea typeface="나눔바른펜" pitchFamily="34" charset="-122"/>
                <a:cs typeface="나눔바른펜" pitchFamily="34" charset="-120"/>
              </a:rPr>
              <a:t>다섯 번째 관련 주제에 대해 설명해주세요.</a:t>
            </a:r>
            <a:endParaRPr lang="en-US" sz="58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9876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88359" y="2034886"/>
            <a:ext cx="3767282" cy="4618"/>
          </a:xfrm>
          <a:prstGeom prst="rect">
            <a:avLst/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4956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6886" y="463823"/>
            <a:ext cx="1819275" cy="2681288"/>
          </a:xfrm>
          <a:prstGeom prst="rect">
            <a:avLst/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90949" y="463823"/>
            <a:ext cx="1819275" cy="2681288"/>
          </a:xfrm>
          <a:prstGeom prst="rect">
            <a:avLst/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15011" y="463823"/>
            <a:ext cx="1819275" cy="2681288"/>
          </a:xfrm>
          <a:prstGeom prst="rect">
            <a:avLst/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39074" y="463823"/>
            <a:ext cx="1819275" cy="2681288"/>
          </a:xfrm>
          <a:prstGeom prst="rect">
            <a:avLst/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70384" y="2971279"/>
            <a:ext cx="566738" cy="628650"/>
          </a:xfrm>
          <a:prstGeom prst="roundRect">
            <a:avLst>
              <a:gd name="adj" fmla="val 80672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49141" y="2971279"/>
            <a:ext cx="566738" cy="628650"/>
          </a:xfrm>
          <a:prstGeom prst="roundRect">
            <a:avLst>
              <a:gd name="adj" fmla="val 80672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27898" y="2971279"/>
            <a:ext cx="566738" cy="628650"/>
          </a:xfrm>
          <a:prstGeom prst="roundRect">
            <a:avLst>
              <a:gd name="adj" fmla="val 80672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06655" y="2971279"/>
            <a:ext cx="566738" cy="628650"/>
          </a:xfrm>
          <a:prstGeom prst="roundRect">
            <a:avLst>
              <a:gd name="adj" fmla="val 80672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" y="95250"/>
            <a:ext cx="4572000" cy="174783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8366" y="190500"/>
            <a:ext cx="285750" cy="190500"/>
          </a:xfrm>
          <a:prstGeom prst="roundRect">
            <a:avLst>
              <a:gd name="adj" fmla="val 50000"/>
            </a:avLst>
          </a:prstGeom>
          <a:solidFill>
            <a:srgbClr val="C4D6D0"/>
          </a:solidFill>
          <a:ln w="9525">
            <a:solidFill>
              <a:srgbClr val="999999"/>
            </a:solidFill>
          </a:ln>
          <a:effectLst>
            <a:outerShdw sx="100000" sy="100000" kx="0" ky="0" algn="bl" rotWithShape="0" blurRad="19050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38125" y="416719"/>
            <a:ext cx="326231" cy="57150"/>
          </a:xfrm>
          <a:prstGeom prst="roundRect">
            <a:avLst>
              <a:gd name="adj" fmla="val 33333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제목을 입력하세요</a:t>
            </a:r>
            <a:endParaRPr lang="en-US" sz="525" dirty="0"/>
          </a:p>
        </p:txBody>
      </p:sp>
      <p:sp>
        <p:nvSpPr>
          <p:cNvPr id="5" name="Text 3"/>
          <p:cNvSpPr/>
          <p:nvPr/>
        </p:nvSpPr>
        <p:spPr>
          <a:xfrm>
            <a:off x="2551509" y="197867"/>
            <a:ext cx="1972866" cy="268598"/>
          </a:xfrm>
          <a:prstGeom prst="roundRect">
            <a:avLst>
              <a:gd name="adj" fmla="val 7092"/>
            </a:avLst>
          </a:prstGeom>
          <a:solidFill>
            <a:srgbClr val="FFFFFF"/>
          </a:solidFill>
          <a:ln w="9525">
            <a:solidFill>
              <a:srgbClr val="15332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8366" y="854869"/>
            <a:ext cx="285750" cy="190500"/>
          </a:xfrm>
          <a:prstGeom prst="roundRect">
            <a:avLst>
              <a:gd name="adj" fmla="val 50000"/>
            </a:avLst>
          </a:prstGeom>
          <a:solidFill>
            <a:srgbClr val="83A99B"/>
          </a:solidFill>
          <a:ln w="9525">
            <a:solidFill>
              <a:srgbClr val="666666"/>
            </a:solidFill>
          </a:ln>
          <a:effectLst>
            <a:outerShdw sx="100000" sy="100000" kx="0" ky="0" algn="bl" rotWithShape="0" blurRad="19050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38125" y="1081088"/>
            <a:ext cx="326231" cy="57150"/>
          </a:xfrm>
          <a:prstGeom prst="roundRect">
            <a:avLst>
              <a:gd name="adj" fmla="val 33333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제목을 입력하세요</a:t>
            </a:r>
            <a:endParaRPr lang="en-US" sz="525" dirty="0"/>
          </a:p>
        </p:txBody>
      </p:sp>
      <p:sp>
        <p:nvSpPr>
          <p:cNvPr id="8" name="Text 6"/>
          <p:cNvSpPr/>
          <p:nvPr/>
        </p:nvSpPr>
        <p:spPr>
          <a:xfrm>
            <a:off x="2551509" y="862236"/>
            <a:ext cx="1972866" cy="268598"/>
          </a:xfrm>
          <a:prstGeom prst="roundRect">
            <a:avLst>
              <a:gd name="adj" fmla="val 7092"/>
            </a:avLst>
          </a:prstGeom>
          <a:solidFill>
            <a:srgbClr val="FFFFFF"/>
          </a:solidFill>
          <a:ln w="9525">
            <a:solidFill>
              <a:srgbClr val="67B7B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8366" y="1519238"/>
            <a:ext cx="285750" cy="190500"/>
          </a:xfrm>
          <a:prstGeom prst="roundRect">
            <a:avLst>
              <a:gd name="adj" fmla="val 50000"/>
            </a:avLst>
          </a:prstGeom>
          <a:solidFill>
            <a:srgbClr val="479374"/>
          </a:solidFill>
          <a:ln w="9525">
            <a:solidFill>
              <a:srgbClr val="333333"/>
            </a:solidFill>
          </a:ln>
          <a:effectLst>
            <a:outerShdw sx="100000" sy="100000" kx="0" ky="0" algn="bl" rotWithShape="0" blurRad="19050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8125" y="1745456"/>
            <a:ext cx="326231" cy="57150"/>
          </a:xfrm>
          <a:prstGeom prst="roundRect">
            <a:avLst>
              <a:gd name="adj" fmla="val 33333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제목을 입력하세요</a:t>
            </a:r>
            <a:endParaRPr lang="en-US" sz="525" dirty="0"/>
          </a:p>
        </p:txBody>
      </p:sp>
      <p:sp>
        <p:nvSpPr>
          <p:cNvPr id="11" name="Text 9"/>
          <p:cNvSpPr/>
          <p:nvPr/>
        </p:nvSpPr>
        <p:spPr>
          <a:xfrm>
            <a:off x="2551509" y="1526604"/>
            <a:ext cx="1972866" cy="268598"/>
          </a:xfrm>
          <a:prstGeom prst="roundRect">
            <a:avLst>
              <a:gd name="adj" fmla="val 7092"/>
            </a:avLst>
          </a:prstGeom>
          <a:solidFill>
            <a:srgbClr val="FFFFFF"/>
          </a:solidFill>
          <a:ln w="9525">
            <a:solidFill>
              <a:srgbClr val="A1BFB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7484" y="147484"/>
            <a:ext cx="8849032" cy="497758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8994" dist="29497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2452" y="1836174"/>
            <a:ext cx="1970292" cy="1144844"/>
          </a:xfrm>
          <a:prstGeom prst="roundRect">
            <a:avLst>
              <a:gd name="adj" fmla="val 5153"/>
            </a:avLst>
          </a:prstGeom>
          <a:solidFill>
            <a:srgbClr val="448E87"/>
          </a:solidFill>
          <a:ln w="14748">
            <a:solidFill>
              <a:srgbClr val="FFFFFF"/>
            </a:solidFill>
          </a:ln>
          <a:effectLst>
            <a:outerShdw sx="100000" sy="100000" kx="0" ky="0" algn="bl" rotWithShape="0" blurRad="29497" dist="14748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제목을 입력해주세요.</a:t>
            </a:r>
            <a:endParaRPr lang="en-US" sz="1045" dirty="0"/>
          </a:p>
        </p:txBody>
      </p:sp>
      <p:sp>
        <p:nvSpPr>
          <p:cNvPr id="4" name="Text 2"/>
          <p:cNvSpPr/>
          <p:nvPr/>
        </p:nvSpPr>
        <p:spPr>
          <a:xfrm>
            <a:off x="2633970" y="1836174"/>
            <a:ext cx="1970408" cy="1144844"/>
          </a:xfrm>
          <a:prstGeom prst="roundRect">
            <a:avLst>
              <a:gd name="adj" fmla="val 5153"/>
            </a:avLst>
          </a:prstGeom>
          <a:solidFill>
            <a:srgbClr val="9DC3CF"/>
          </a:solidFill>
          <a:ln w="14748">
            <a:solidFill>
              <a:srgbClr val="FFFFFF"/>
            </a:solidFill>
          </a:ln>
          <a:effectLst>
            <a:outerShdw sx="100000" sy="100000" kx="0" ky="0" algn="bl" rotWithShape="0" blurRad="29497" dist="14748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제목을 입력해 주세요.</a:t>
            </a:r>
            <a:endParaRPr lang="en-US" sz="1045" dirty="0"/>
          </a:p>
        </p:txBody>
      </p:sp>
      <p:sp>
        <p:nvSpPr>
          <p:cNvPr id="5" name="Text 3"/>
          <p:cNvSpPr/>
          <p:nvPr/>
        </p:nvSpPr>
        <p:spPr>
          <a:xfrm>
            <a:off x="442452" y="3202244"/>
            <a:ext cx="1970292" cy="1144959"/>
          </a:xfrm>
          <a:prstGeom prst="roundRect">
            <a:avLst>
              <a:gd name="adj" fmla="val 5152"/>
            </a:avLst>
          </a:prstGeom>
          <a:solidFill>
            <a:srgbClr val="418787"/>
          </a:solidFill>
          <a:ln w="14748">
            <a:solidFill>
              <a:srgbClr val="FFFFFF"/>
            </a:solidFill>
          </a:ln>
          <a:effectLst>
            <a:outerShdw sx="100000" sy="100000" kx="0" ky="0" algn="bl" rotWithShape="0" blurRad="29497" dist="14748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제목을입력해 주세요.</a:t>
            </a:r>
            <a:endParaRPr lang="en-US" sz="1045" dirty="0"/>
          </a:p>
        </p:txBody>
      </p:sp>
      <p:sp>
        <p:nvSpPr>
          <p:cNvPr id="6" name="Text 4"/>
          <p:cNvSpPr/>
          <p:nvPr/>
        </p:nvSpPr>
        <p:spPr>
          <a:xfrm>
            <a:off x="2633970" y="3202244"/>
            <a:ext cx="1970408" cy="1144959"/>
          </a:xfrm>
          <a:prstGeom prst="roundRect">
            <a:avLst>
              <a:gd name="adj" fmla="val 5152"/>
            </a:avLst>
          </a:prstGeom>
          <a:solidFill>
            <a:srgbClr val="A4C4B9"/>
          </a:solidFill>
          <a:ln w="14748">
            <a:solidFill>
              <a:srgbClr val="FFFFFF"/>
            </a:solidFill>
          </a:ln>
          <a:effectLst>
            <a:outerShdw sx="100000" sy="100000" kx="0" ky="0" algn="bl" rotWithShape="0" blurRad="29497" dist="14748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제목을 입력해 주세요.</a:t>
            </a:r>
            <a:endParaRPr lang="en-US" sz="1045" dirty="0"/>
          </a:p>
        </p:txBody>
      </p:sp>
      <p:sp>
        <p:nvSpPr>
          <p:cNvPr id="7" name="Text 5"/>
          <p:cNvSpPr/>
          <p:nvPr/>
        </p:nvSpPr>
        <p:spPr>
          <a:xfrm>
            <a:off x="2515983" y="2626480"/>
            <a:ext cx="14748" cy="93018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" y="95250"/>
            <a:ext cx="9144000" cy="349567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7625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03250" y="592931"/>
            <a:ext cx="1676400" cy="1676400"/>
          </a:xfrm>
          <a:prstGeom prst="roundRect">
            <a:avLst>
              <a:gd name="adj" fmla="val 2273"/>
            </a:avLst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98500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50900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403300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555700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08100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860500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012900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65300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317700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70100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98500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50900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403300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555700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708100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860500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012900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165300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317700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470100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98500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250900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403300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555700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708100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860500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012900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165300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317700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470100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098500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250900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403300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555700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708100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860500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012900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165300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2317700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470100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098500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250900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403300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555700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708100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860500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012900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2165300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2317700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2470100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098500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250900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403300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555700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1708100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860500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2012900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2165300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2317700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2470100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1098500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250900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1403300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1555700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1708100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1860500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2012900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2165300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2317700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2470100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1098500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1250900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1403300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1555700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1708100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1860500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2012900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2165300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2317700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2470100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1098500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1250900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1403300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1555700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1708100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1860500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88"/>
          <p:cNvSpPr/>
          <p:nvPr/>
        </p:nvSpPr>
        <p:spPr>
          <a:xfrm>
            <a:off x="2012900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2165300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90"/>
          <p:cNvSpPr/>
          <p:nvPr/>
        </p:nvSpPr>
        <p:spPr>
          <a:xfrm>
            <a:off x="2317700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2470100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Text 92"/>
          <p:cNvSpPr/>
          <p:nvPr/>
        </p:nvSpPr>
        <p:spPr>
          <a:xfrm>
            <a:off x="1098500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1250900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Text 94"/>
          <p:cNvSpPr/>
          <p:nvPr/>
        </p:nvSpPr>
        <p:spPr>
          <a:xfrm>
            <a:off x="1403300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1555700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1708100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Text 97"/>
          <p:cNvSpPr/>
          <p:nvPr/>
        </p:nvSpPr>
        <p:spPr>
          <a:xfrm>
            <a:off x="1860500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Text 98"/>
          <p:cNvSpPr/>
          <p:nvPr/>
        </p:nvSpPr>
        <p:spPr>
          <a:xfrm>
            <a:off x="2012900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2165300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Text 100"/>
          <p:cNvSpPr/>
          <p:nvPr/>
        </p:nvSpPr>
        <p:spPr>
          <a:xfrm>
            <a:off x="2317700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3" name="Text 101"/>
          <p:cNvSpPr/>
          <p:nvPr/>
        </p:nvSpPr>
        <p:spPr>
          <a:xfrm>
            <a:off x="2470100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Text 102"/>
          <p:cNvSpPr/>
          <p:nvPr/>
        </p:nvSpPr>
        <p:spPr>
          <a:xfrm>
            <a:off x="3828976" y="592931"/>
            <a:ext cx="1676400" cy="1676400"/>
          </a:xfrm>
          <a:prstGeom prst="roundRect">
            <a:avLst>
              <a:gd name="adj" fmla="val 2273"/>
            </a:avLst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Text 103"/>
          <p:cNvSpPr/>
          <p:nvPr/>
        </p:nvSpPr>
        <p:spPr>
          <a:xfrm>
            <a:off x="3924226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Text 104"/>
          <p:cNvSpPr/>
          <p:nvPr/>
        </p:nvSpPr>
        <p:spPr>
          <a:xfrm>
            <a:off x="4076626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Text 105"/>
          <p:cNvSpPr/>
          <p:nvPr/>
        </p:nvSpPr>
        <p:spPr>
          <a:xfrm>
            <a:off x="4229026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Text 106"/>
          <p:cNvSpPr/>
          <p:nvPr/>
        </p:nvSpPr>
        <p:spPr>
          <a:xfrm>
            <a:off x="4381426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Text 107"/>
          <p:cNvSpPr/>
          <p:nvPr/>
        </p:nvSpPr>
        <p:spPr>
          <a:xfrm>
            <a:off x="4533826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0" name="Text 108"/>
          <p:cNvSpPr/>
          <p:nvPr/>
        </p:nvSpPr>
        <p:spPr>
          <a:xfrm>
            <a:off x="4686226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1" name="Text 109"/>
          <p:cNvSpPr/>
          <p:nvPr/>
        </p:nvSpPr>
        <p:spPr>
          <a:xfrm>
            <a:off x="4838626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2" name="Text 110"/>
          <p:cNvSpPr/>
          <p:nvPr/>
        </p:nvSpPr>
        <p:spPr>
          <a:xfrm>
            <a:off x="4991026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Text 111"/>
          <p:cNvSpPr/>
          <p:nvPr/>
        </p:nvSpPr>
        <p:spPr>
          <a:xfrm>
            <a:off x="5143426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4" name="Text 112"/>
          <p:cNvSpPr/>
          <p:nvPr/>
        </p:nvSpPr>
        <p:spPr>
          <a:xfrm>
            <a:off x="5295826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Text 113"/>
          <p:cNvSpPr/>
          <p:nvPr/>
        </p:nvSpPr>
        <p:spPr>
          <a:xfrm>
            <a:off x="3924226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Text 114"/>
          <p:cNvSpPr/>
          <p:nvPr/>
        </p:nvSpPr>
        <p:spPr>
          <a:xfrm>
            <a:off x="4076626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7" name="Text 115"/>
          <p:cNvSpPr/>
          <p:nvPr/>
        </p:nvSpPr>
        <p:spPr>
          <a:xfrm>
            <a:off x="4229026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Text 116"/>
          <p:cNvSpPr/>
          <p:nvPr/>
        </p:nvSpPr>
        <p:spPr>
          <a:xfrm>
            <a:off x="4381426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9" name="Text 117"/>
          <p:cNvSpPr/>
          <p:nvPr/>
        </p:nvSpPr>
        <p:spPr>
          <a:xfrm>
            <a:off x="4533826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Text 118"/>
          <p:cNvSpPr/>
          <p:nvPr/>
        </p:nvSpPr>
        <p:spPr>
          <a:xfrm>
            <a:off x="4686226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1" name="Text 119"/>
          <p:cNvSpPr/>
          <p:nvPr/>
        </p:nvSpPr>
        <p:spPr>
          <a:xfrm>
            <a:off x="4838626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2" name="Text 120"/>
          <p:cNvSpPr/>
          <p:nvPr/>
        </p:nvSpPr>
        <p:spPr>
          <a:xfrm>
            <a:off x="4991026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3" name="Text 121"/>
          <p:cNvSpPr/>
          <p:nvPr/>
        </p:nvSpPr>
        <p:spPr>
          <a:xfrm>
            <a:off x="5143426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4" name="Text 122"/>
          <p:cNvSpPr/>
          <p:nvPr/>
        </p:nvSpPr>
        <p:spPr>
          <a:xfrm>
            <a:off x="5295826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5" name="Text 123"/>
          <p:cNvSpPr/>
          <p:nvPr/>
        </p:nvSpPr>
        <p:spPr>
          <a:xfrm>
            <a:off x="3924226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6" name="Text 124"/>
          <p:cNvSpPr/>
          <p:nvPr/>
        </p:nvSpPr>
        <p:spPr>
          <a:xfrm>
            <a:off x="4076626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7" name="Text 125"/>
          <p:cNvSpPr/>
          <p:nvPr/>
        </p:nvSpPr>
        <p:spPr>
          <a:xfrm>
            <a:off x="4229026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8" name="Text 126"/>
          <p:cNvSpPr/>
          <p:nvPr/>
        </p:nvSpPr>
        <p:spPr>
          <a:xfrm>
            <a:off x="4381426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9" name="Text 127"/>
          <p:cNvSpPr/>
          <p:nvPr/>
        </p:nvSpPr>
        <p:spPr>
          <a:xfrm>
            <a:off x="4533826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0" name="Text 128"/>
          <p:cNvSpPr/>
          <p:nvPr/>
        </p:nvSpPr>
        <p:spPr>
          <a:xfrm>
            <a:off x="4686226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1" name="Text 129"/>
          <p:cNvSpPr/>
          <p:nvPr/>
        </p:nvSpPr>
        <p:spPr>
          <a:xfrm>
            <a:off x="4838626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2" name="Text 130"/>
          <p:cNvSpPr/>
          <p:nvPr/>
        </p:nvSpPr>
        <p:spPr>
          <a:xfrm>
            <a:off x="4991026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3" name="Text 131"/>
          <p:cNvSpPr/>
          <p:nvPr/>
        </p:nvSpPr>
        <p:spPr>
          <a:xfrm>
            <a:off x="5143426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4" name="Text 132"/>
          <p:cNvSpPr/>
          <p:nvPr/>
        </p:nvSpPr>
        <p:spPr>
          <a:xfrm>
            <a:off x="5295826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5" name="Text 133"/>
          <p:cNvSpPr/>
          <p:nvPr/>
        </p:nvSpPr>
        <p:spPr>
          <a:xfrm>
            <a:off x="3924226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6" name="Text 134"/>
          <p:cNvSpPr/>
          <p:nvPr/>
        </p:nvSpPr>
        <p:spPr>
          <a:xfrm>
            <a:off x="4076626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7" name="Text 135"/>
          <p:cNvSpPr/>
          <p:nvPr/>
        </p:nvSpPr>
        <p:spPr>
          <a:xfrm>
            <a:off x="4229026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8" name="Text 136"/>
          <p:cNvSpPr/>
          <p:nvPr/>
        </p:nvSpPr>
        <p:spPr>
          <a:xfrm>
            <a:off x="4381426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9" name="Text 137"/>
          <p:cNvSpPr/>
          <p:nvPr/>
        </p:nvSpPr>
        <p:spPr>
          <a:xfrm>
            <a:off x="4533826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0" name="Text 138"/>
          <p:cNvSpPr/>
          <p:nvPr/>
        </p:nvSpPr>
        <p:spPr>
          <a:xfrm>
            <a:off x="4686226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1" name="Text 139"/>
          <p:cNvSpPr/>
          <p:nvPr/>
        </p:nvSpPr>
        <p:spPr>
          <a:xfrm>
            <a:off x="4838626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2" name="Text 140"/>
          <p:cNvSpPr/>
          <p:nvPr/>
        </p:nvSpPr>
        <p:spPr>
          <a:xfrm>
            <a:off x="4991026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3" name="Text 141"/>
          <p:cNvSpPr/>
          <p:nvPr/>
        </p:nvSpPr>
        <p:spPr>
          <a:xfrm>
            <a:off x="5143426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4" name="Text 142"/>
          <p:cNvSpPr/>
          <p:nvPr/>
        </p:nvSpPr>
        <p:spPr>
          <a:xfrm>
            <a:off x="5295826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5" name="Text 143"/>
          <p:cNvSpPr/>
          <p:nvPr/>
        </p:nvSpPr>
        <p:spPr>
          <a:xfrm>
            <a:off x="3924226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6" name="Text 144"/>
          <p:cNvSpPr/>
          <p:nvPr/>
        </p:nvSpPr>
        <p:spPr>
          <a:xfrm>
            <a:off x="4076626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7" name="Text 145"/>
          <p:cNvSpPr/>
          <p:nvPr/>
        </p:nvSpPr>
        <p:spPr>
          <a:xfrm>
            <a:off x="4229026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8" name="Text 146"/>
          <p:cNvSpPr/>
          <p:nvPr/>
        </p:nvSpPr>
        <p:spPr>
          <a:xfrm>
            <a:off x="4381426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9" name="Text 147"/>
          <p:cNvSpPr/>
          <p:nvPr/>
        </p:nvSpPr>
        <p:spPr>
          <a:xfrm>
            <a:off x="4533826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0" name="Text 148"/>
          <p:cNvSpPr/>
          <p:nvPr/>
        </p:nvSpPr>
        <p:spPr>
          <a:xfrm>
            <a:off x="4686226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1" name="Text 149"/>
          <p:cNvSpPr/>
          <p:nvPr/>
        </p:nvSpPr>
        <p:spPr>
          <a:xfrm>
            <a:off x="4838626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2" name="Text 150"/>
          <p:cNvSpPr/>
          <p:nvPr/>
        </p:nvSpPr>
        <p:spPr>
          <a:xfrm>
            <a:off x="4991026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3" name="Text 151"/>
          <p:cNvSpPr/>
          <p:nvPr/>
        </p:nvSpPr>
        <p:spPr>
          <a:xfrm>
            <a:off x="5143426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4" name="Text 152"/>
          <p:cNvSpPr/>
          <p:nvPr/>
        </p:nvSpPr>
        <p:spPr>
          <a:xfrm>
            <a:off x="5295826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5" name="Text 153"/>
          <p:cNvSpPr/>
          <p:nvPr/>
        </p:nvSpPr>
        <p:spPr>
          <a:xfrm>
            <a:off x="3924226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6" name="Text 154"/>
          <p:cNvSpPr/>
          <p:nvPr/>
        </p:nvSpPr>
        <p:spPr>
          <a:xfrm>
            <a:off x="4076626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7" name="Text 155"/>
          <p:cNvSpPr/>
          <p:nvPr/>
        </p:nvSpPr>
        <p:spPr>
          <a:xfrm>
            <a:off x="4229026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8" name="Text 156"/>
          <p:cNvSpPr/>
          <p:nvPr/>
        </p:nvSpPr>
        <p:spPr>
          <a:xfrm>
            <a:off x="4381426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9" name="Text 157"/>
          <p:cNvSpPr/>
          <p:nvPr/>
        </p:nvSpPr>
        <p:spPr>
          <a:xfrm>
            <a:off x="4533826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0" name="Text 158"/>
          <p:cNvSpPr/>
          <p:nvPr/>
        </p:nvSpPr>
        <p:spPr>
          <a:xfrm>
            <a:off x="4686226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1" name="Text 159"/>
          <p:cNvSpPr/>
          <p:nvPr/>
        </p:nvSpPr>
        <p:spPr>
          <a:xfrm>
            <a:off x="4838626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2" name="Text 160"/>
          <p:cNvSpPr/>
          <p:nvPr/>
        </p:nvSpPr>
        <p:spPr>
          <a:xfrm>
            <a:off x="4991026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3" name="Text 161"/>
          <p:cNvSpPr/>
          <p:nvPr/>
        </p:nvSpPr>
        <p:spPr>
          <a:xfrm>
            <a:off x="5143426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4" name="Text 162"/>
          <p:cNvSpPr/>
          <p:nvPr/>
        </p:nvSpPr>
        <p:spPr>
          <a:xfrm>
            <a:off x="5295826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5" name="Text 163"/>
          <p:cNvSpPr/>
          <p:nvPr/>
        </p:nvSpPr>
        <p:spPr>
          <a:xfrm>
            <a:off x="3924226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6" name="Text 164"/>
          <p:cNvSpPr/>
          <p:nvPr/>
        </p:nvSpPr>
        <p:spPr>
          <a:xfrm>
            <a:off x="4076626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7" name="Text 165"/>
          <p:cNvSpPr/>
          <p:nvPr/>
        </p:nvSpPr>
        <p:spPr>
          <a:xfrm>
            <a:off x="4229026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8" name="Text 166"/>
          <p:cNvSpPr/>
          <p:nvPr/>
        </p:nvSpPr>
        <p:spPr>
          <a:xfrm>
            <a:off x="4381426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9" name="Text 167"/>
          <p:cNvSpPr/>
          <p:nvPr/>
        </p:nvSpPr>
        <p:spPr>
          <a:xfrm>
            <a:off x="4533826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0" name="Text 168"/>
          <p:cNvSpPr/>
          <p:nvPr/>
        </p:nvSpPr>
        <p:spPr>
          <a:xfrm>
            <a:off x="4686226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1" name="Text 169"/>
          <p:cNvSpPr/>
          <p:nvPr/>
        </p:nvSpPr>
        <p:spPr>
          <a:xfrm>
            <a:off x="4838626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2" name="Text 170"/>
          <p:cNvSpPr/>
          <p:nvPr/>
        </p:nvSpPr>
        <p:spPr>
          <a:xfrm>
            <a:off x="4991026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3" name="Text 171"/>
          <p:cNvSpPr/>
          <p:nvPr/>
        </p:nvSpPr>
        <p:spPr>
          <a:xfrm>
            <a:off x="5143426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4" name="Text 172"/>
          <p:cNvSpPr/>
          <p:nvPr/>
        </p:nvSpPr>
        <p:spPr>
          <a:xfrm>
            <a:off x="5295826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5" name="Text 173"/>
          <p:cNvSpPr/>
          <p:nvPr/>
        </p:nvSpPr>
        <p:spPr>
          <a:xfrm>
            <a:off x="3924226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6" name="Text 174"/>
          <p:cNvSpPr/>
          <p:nvPr/>
        </p:nvSpPr>
        <p:spPr>
          <a:xfrm>
            <a:off x="4076626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7" name="Text 175"/>
          <p:cNvSpPr/>
          <p:nvPr/>
        </p:nvSpPr>
        <p:spPr>
          <a:xfrm>
            <a:off x="4229026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8" name="Text 176"/>
          <p:cNvSpPr/>
          <p:nvPr/>
        </p:nvSpPr>
        <p:spPr>
          <a:xfrm>
            <a:off x="4381426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9" name="Text 177"/>
          <p:cNvSpPr/>
          <p:nvPr/>
        </p:nvSpPr>
        <p:spPr>
          <a:xfrm>
            <a:off x="4533826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0" name="Text 178"/>
          <p:cNvSpPr/>
          <p:nvPr/>
        </p:nvSpPr>
        <p:spPr>
          <a:xfrm>
            <a:off x="4686226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1" name="Text 179"/>
          <p:cNvSpPr/>
          <p:nvPr/>
        </p:nvSpPr>
        <p:spPr>
          <a:xfrm>
            <a:off x="4838626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2" name="Text 180"/>
          <p:cNvSpPr/>
          <p:nvPr/>
        </p:nvSpPr>
        <p:spPr>
          <a:xfrm>
            <a:off x="4991026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3" name="Text 181"/>
          <p:cNvSpPr/>
          <p:nvPr/>
        </p:nvSpPr>
        <p:spPr>
          <a:xfrm>
            <a:off x="5143426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4" name="Text 182"/>
          <p:cNvSpPr/>
          <p:nvPr/>
        </p:nvSpPr>
        <p:spPr>
          <a:xfrm>
            <a:off x="5295826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5" name="Text 183"/>
          <p:cNvSpPr/>
          <p:nvPr/>
        </p:nvSpPr>
        <p:spPr>
          <a:xfrm>
            <a:off x="3924226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6" name="Text 184"/>
          <p:cNvSpPr/>
          <p:nvPr/>
        </p:nvSpPr>
        <p:spPr>
          <a:xfrm>
            <a:off x="4076626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7" name="Text 185"/>
          <p:cNvSpPr/>
          <p:nvPr/>
        </p:nvSpPr>
        <p:spPr>
          <a:xfrm>
            <a:off x="4229026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8" name="Text 186"/>
          <p:cNvSpPr/>
          <p:nvPr/>
        </p:nvSpPr>
        <p:spPr>
          <a:xfrm>
            <a:off x="4381426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9" name="Text 187"/>
          <p:cNvSpPr/>
          <p:nvPr/>
        </p:nvSpPr>
        <p:spPr>
          <a:xfrm>
            <a:off x="4533826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0" name="Text 188"/>
          <p:cNvSpPr/>
          <p:nvPr/>
        </p:nvSpPr>
        <p:spPr>
          <a:xfrm>
            <a:off x="4686226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1" name="Text 189"/>
          <p:cNvSpPr/>
          <p:nvPr/>
        </p:nvSpPr>
        <p:spPr>
          <a:xfrm>
            <a:off x="4838626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2" name="Text 190"/>
          <p:cNvSpPr/>
          <p:nvPr/>
        </p:nvSpPr>
        <p:spPr>
          <a:xfrm>
            <a:off x="4991026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3" name="Text 191"/>
          <p:cNvSpPr/>
          <p:nvPr/>
        </p:nvSpPr>
        <p:spPr>
          <a:xfrm>
            <a:off x="5143426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4" name="Text 192"/>
          <p:cNvSpPr/>
          <p:nvPr/>
        </p:nvSpPr>
        <p:spPr>
          <a:xfrm>
            <a:off x="5295826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5" name="Text 193"/>
          <p:cNvSpPr/>
          <p:nvPr/>
        </p:nvSpPr>
        <p:spPr>
          <a:xfrm>
            <a:off x="3924226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6" name="Text 194"/>
          <p:cNvSpPr/>
          <p:nvPr/>
        </p:nvSpPr>
        <p:spPr>
          <a:xfrm>
            <a:off x="4076626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7" name="Text 195"/>
          <p:cNvSpPr/>
          <p:nvPr/>
        </p:nvSpPr>
        <p:spPr>
          <a:xfrm>
            <a:off x="4229026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8" name="Text 196"/>
          <p:cNvSpPr/>
          <p:nvPr/>
        </p:nvSpPr>
        <p:spPr>
          <a:xfrm>
            <a:off x="4381426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9" name="Text 197"/>
          <p:cNvSpPr/>
          <p:nvPr/>
        </p:nvSpPr>
        <p:spPr>
          <a:xfrm>
            <a:off x="4533826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0" name="Text 198"/>
          <p:cNvSpPr/>
          <p:nvPr/>
        </p:nvSpPr>
        <p:spPr>
          <a:xfrm>
            <a:off x="4686226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1" name="Text 199"/>
          <p:cNvSpPr/>
          <p:nvPr/>
        </p:nvSpPr>
        <p:spPr>
          <a:xfrm>
            <a:off x="4838626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2" name="Text 200"/>
          <p:cNvSpPr/>
          <p:nvPr/>
        </p:nvSpPr>
        <p:spPr>
          <a:xfrm>
            <a:off x="4991026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3" name="Text 201"/>
          <p:cNvSpPr/>
          <p:nvPr/>
        </p:nvSpPr>
        <p:spPr>
          <a:xfrm>
            <a:off x="5143426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4" name="Text 202"/>
          <p:cNvSpPr/>
          <p:nvPr/>
        </p:nvSpPr>
        <p:spPr>
          <a:xfrm>
            <a:off x="5295826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5" name="Text 203"/>
          <p:cNvSpPr/>
          <p:nvPr/>
        </p:nvSpPr>
        <p:spPr>
          <a:xfrm>
            <a:off x="6654701" y="592931"/>
            <a:ext cx="1676400" cy="1676400"/>
          </a:xfrm>
          <a:prstGeom prst="roundRect">
            <a:avLst>
              <a:gd name="adj" fmla="val 2273"/>
            </a:avLst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6" name="Text 204"/>
          <p:cNvSpPr/>
          <p:nvPr/>
        </p:nvSpPr>
        <p:spPr>
          <a:xfrm>
            <a:off x="6749951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7" name="Text 205"/>
          <p:cNvSpPr/>
          <p:nvPr/>
        </p:nvSpPr>
        <p:spPr>
          <a:xfrm>
            <a:off x="6902351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8" name="Text 206"/>
          <p:cNvSpPr/>
          <p:nvPr/>
        </p:nvSpPr>
        <p:spPr>
          <a:xfrm>
            <a:off x="7054751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9" name="Text 207"/>
          <p:cNvSpPr/>
          <p:nvPr/>
        </p:nvSpPr>
        <p:spPr>
          <a:xfrm>
            <a:off x="7207151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0" name="Text 208"/>
          <p:cNvSpPr/>
          <p:nvPr/>
        </p:nvSpPr>
        <p:spPr>
          <a:xfrm>
            <a:off x="7359551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1" name="Text 209"/>
          <p:cNvSpPr/>
          <p:nvPr/>
        </p:nvSpPr>
        <p:spPr>
          <a:xfrm>
            <a:off x="7511951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2" name="Text 210"/>
          <p:cNvSpPr/>
          <p:nvPr/>
        </p:nvSpPr>
        <p:spPr>
          <a:xfrm>
            <a:off x="7664351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3" name="Text 211"/>
          <p:cNvSpPr/>
          <p:nvPr/>
        </p:nvSpPr>
        <p:spPr>
          <a:xfrm>
            <a:off x="7816751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4" name="Text 212"/>
          <p:cNvSpPr/>
          <p:nvPr/>
        </p:nvSpPr>
        <p:spPr>
          <a:xfrm>
            <a:off x="7969151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5" name="Text 213"/>
          <p:cNvSpPr/>
          <p:nvPr/>
        </p:nvSpPr>
        <p:spPr>
          <a:xfrm>
            <a:off x="8121551" y="688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6" name="Text 214"/>
          <p:cNvSpPr/>
          <p:nvPr/>
        </p:nvSpPr>
        <p:spPr>
          <a:xfrm>
            <a:off x="6749951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7" name="Text 215"/>
          <p:cNvSpPr/>
          <p:nvPr/>
        </p:nvSpPr>
        <p:spPr>
          <a:xfrm>
            <a:off x="6902351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8" name="Text 216"/>
          <p:cNvSpPr/>
          <p:nvPr/>
        </p:nvSpPr>
        <p:spPr>
          <a:xfrm>
            <a:off x="7054751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9" name="Text 217"/>
          <p:cNvSpPr/>
          <p:nvPr/>
        </p:nvSpPr>
        <p:spPr>
          <a:xfrm>
            <a:off x="7207151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0" name="Text 218"/>
          <p:cNvSpPr/>
          <p:nvPr/>
        </p:nvSpPr>
        <p:spPr>
          <a:xfrm>
            <a:off x="7359551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1" name="Text 219"/>
          <p:cNvSpPr/>
          <p:nvPr/>
        </p:nvSpPr>
        <p:spPr>
          <a:xfrm>
            <a:off x="7511951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2" name="Text 220"/>
          <p:cNvSpPr/>
          <p:nvPr/>
        </p:nvSpPr>
        <p:spPr>
          <a:xfrm>
            <a:off x="7664351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3" name="Text 221"/>
          <p:cNvSpPr/>
          <p:nvPr/>
        </p:nvSpPr>
        <p:spPr>
          <a:xfrm>
            <a:off x="7816751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4" name="Text 222"/>
          <p:cNvSpPr/>
          <p:nvPr/>
        </p:nvSpPr>
        <p:spPr>
          <a:xfrm>
            <a:off x="7969151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5" name="Text 223"/>
          <p:cNvSpPr/>
          <p:nvPr/>
        </p:nvSpPr>
        <p:spPr>
          <a:xfrm>
            <a:off x="8121551" y="840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6" name="Text 224"/>
          <p:cNvSpPr/>
          <p:nvPr/>
        </p:nvSpPr>
        <p:spPr>
          <a:xfrm>
            <a:off x="6749951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7" name="Text 225"/>
          <p:cNvSpPr/>
          <p:nvPr/>
        </p:nvSpPr>
        <p:spPr>
          <a:xfrm>
            <a:off x="6902351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8" name="Text 226"/>
          <p:cNvSpPr/>
          <p:nvPr/>
        </p:nvSpPr>
        <p:spPr>
          <a:xfrm>
            <a:off x="7054751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9" name="Text 227"/>
          <p:cNvSpPr/>
          <p:nvPr/>
        </p:nvSpPr>
        <p:spPr>
          <a:xfrm>
            <a:off x="7207151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0" name="Text 228"/>
          <p:cNvSpPr/>
          <p:nvPr/>
        </p:nvSpPr>
        <p:spPr>
          <a:xfrm>
            <a:off x="7359551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1" name="Text 229"/>
          <p:cNvSpPr/>
          <p:nvPr/>
        </p:nvSpPr>
        <p:spPr>
          <a:xfrm>
            <a:off x="7511951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2" name="Text 230"/>
          <p:cNvSpPr/>
          <p:nvPr/>
        </p:nvSpPr>
        <p:spPr>
          <a:xfrm>
            <a:off x="7664351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3" name="Text 231"/>
          <p:cNvSpPr/>
          <p:nvPr/>
        </p:nvSpPr>
        <p:spPr>
          <a:xfrm>
            <a:off x="7816751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4" name="Text 232"/>
          <p:cNvSpPr/>
          <p:nvPr/>
        </p:nvSpPr>
        <p:spPr>
          <a:xfrm>
            <a:off x="7969151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5" name="Text 233"/>
          <p:cNvSpPr/>
          <p:nvPr/>
        </p:nvSpPr>
        <p:spPr>
          <a:xfrm>
            <a:off x="8121551" y="992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6" name="Text 234"/>
          <p:cNvSpPr/>
          <p:nvPr/>
        </p:nvSpPr>
        <p:spPr>
          <a:xfrm>
            <a:off x="6749951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7" name="Text 235"/>
          <p:cNvSpPr/>
          <p:nvPr/>
        </p:nvSpPr>
        <p:spPr>
          <a:xfrm>
            <a:off x="6902351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8" name="Text 236"/>
          <p:cNvSpPr/>
          <p:nvPr/>
        </p:nvSpPr>
        <p:spPr>
          <a:xfrm>
            <a:off x="7054751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9" name="Text 237"/>
          <p:cNvSpPr/>
          <p:nvPr/>
        </p:nvSpPr>
        <p:spPr>
          <a:xfrm>
            <a:off x="7207151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0" name="Text 238"/>
          <p:cNvSpPr/>
          <p:nvPr/>
        </p:nvSpPr>
        <p:spPr>
          <a:xfrm>
            <a:off x="7359551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1" name="Text 239"/>
          <p:cNvSpPr/>
          <p:nvPr/>
        </p:nvSpPr>
        <p:spPr>
          <a:xfrm>
            <a:off x="7511951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2" name="Text 240"/>
          <p:cNvSpPr/>
          <p:nvPr/>
        </p:nvSpPr>
        <p:spPr>
          <a:xfrm>
            <a:off x="7664351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3" name="Text 241"/>
          <p:cNvSpPr/>
          <p:nvPr/>
        </p:nvSpPr>
        <p:spPr>
          <a:xfrm>
            <a:off x="7816751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4" name="Text 242"/>
          <p:cNvSpPr/>
          <p:nvPr/>
        </p:nvSpPr>
        <p:spPr>
          <a:xfrm>
            <a:off x="7969151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5" name="Text 243"/>
          <p:cNvSpPr/>
          <p:nvPr/>
        </p:nvSpPr>
        <p:spPr>
          <a:xfrm>
            <a:off x="8121551" y="1145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6" name="Text 244"/>
          <p:cNvSpPr/>
          <p:nvPr/>
        </p:nvSpPr>
        <p:spPr>
          <a:xfrm>
            <a:off x="6749951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7" name="Text 245"/>
          <p:cNvSpPr/>
          <p:nvPr/>
        </p:nvSpPr>
        <p:spPr>
          <a:xfrm>
            <a:off x="6902351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8" name="Text 246"/>
          <p:cNvSpPr/>
          <p:nvPr/>
        </p:nvSpPr>
        <p:spPr>
          <a:xfrm>
            <a:off x="7054751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9" name="Text 247"/>
          <p:cNvSpPr/>
          <p:nvPr/>
        </p:nvSpPr>
        <p:spPr>
          <a:xfrm>
            <a:off x="7207151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0" name="Text 248"/>
          <p:cNvSpPr/>
          <p:nvPr/>
        </p:nvSpPr>
        <p:spPr>
          <a:xfrm>
            <a:off x="7359551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1" name="Text 249"/>
          <p:cNvSpPr/>
          <p:nvPr/>
        </p:nvSpPr>
        <p:spPr>
          <a:xfrm>
            <a:off x="7511951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2" name="Text 250"/>
          <p:cNvSpPr/>
          <p:nvPr/>
        </p:nvSpPr>
        <p:spPr>
          <a:xfrm>
            <a:off x="7664351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3" name="Text 251"/>
          <p:cNvSpPr/>
          <p:nvPr/>
        </p:nvSpPr>
        <p:spPr>
          <a:xfrm>
            <a:off x="7816751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4" name="Text 252"/>
          <p:cNvSpPr/>
          <p:nvPr/>
        </p:nvSpPr>
        <p:spPr>
          <a:xfrm>
            <a:off x="7969151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5" name="Text 253"/>
          <p:cNvSpPr/>
          <p:nvPr/>
        </p:nvSpPr>
        <p:spPr>
          <a:xfrm>
            <a:off x="8121551" y="1297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6" name="Text 254"/>
          <p:cNvSpPr/>
          <p:nvPr/>
        </p:nvSpPr>
        <p:spPr>
          <a:xfrm>
            <a:off x="6749951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7" name="Text 255"/>
          <p:cNvSpPr/>
          <p:nvPr/>
        </p:nvSpPr>
        <p:spPr>
          <a:xfrm>
            <a:off x="6902351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8" name="Text 256"/>
          <p:cNvSpPr/>
          <p:nvPr/>
        </p:nvSpPr>
        <p:spPr>
          <a:xfrm>
            <a:off x="7054751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9" name="Text 257"/>
          <p:cNvSpPr/>
          <p:nvPr/>
        </p:nvSpPr>
        <p:spPr>
          <a:xfrm>
            <a:off x="7207151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0" name="Text 258"/>
          <p:cNvSpPr/>
          <p:nvPr/>
        </p:nvSpPr>
        <p:spPr>
          <a:xfrm>
            <a:off x="7359551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1" name="Text 259"/>
          <p:cNvSpPr/>
          <p:nvPr/>
        </p:nvSpPr>
        <p:spPr>
          <a:xfrm>
            <a:off x="7511951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2" name="Text 260"/>
          <p:cNvSpPr/>
          <p:nvPr/>
        </p:nvSpPr>
        <p:spPr>
          <a:xfrm>
            <a:off x="7664351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3" name="Text 261"/>
          <p:cNvSpPr/>
          <p:nvPr/>
        </p:nvSpPr>
        <p:spPr>
          <a:xfrm>
            <a:off x="7816751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4" name="Text 262"/>
          <p:cNvSpPr/>
          <p:nvPr/>
        </p:nvSpPr>
        <p:spPr>
          <a:xfrm>
            <a:off x="7969151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5" name="Text 263"/>
          <p:cNvSpPr/>
          <p:nvPr/>
        </p:nvSpPr>
        <p:spPr>
          <a:xfrm>
            <a:off x="8121551" y="14501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6" name="Text 264"/>
          <p:cNvSpPr/>
          <p:nvPr/>
        </p:nvSpPr>
        <p:spPr>
          <a:xfrm>
            <a:off x="6749951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7" name="Text 265"/>
          <p:cNvSpPr/>
          <p:nvPr/>
        </p:nvSpPr>
        <p:spPr>
          <a:xfrm>
            <a:off x="6902351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8" name="Text 266"/>
          <p:cNvSpPr/>
          <p:nvPr/>
        </p:nvSpPr>
        <p:spPr>
          <a:xfrm>
            <a:off x="7054751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9" name="Text 267"/>
          <p:cNvSpPr/>
          <p:nvPr/>
        </p:nvSpPr>
        <p:spPr>
          <a:xfrm>
            <a:off x="7207151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0" name="Text 268"/>
          <p:cNvSpPr/>
          <p:nvPr/>
        </p:nvSpPr>
        <p:spPr>
          <a:xfrm>
            <a:off x="7359551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1" name="Text 269"/>
          <p:cNvSpPr/>
          <p:nvPr/>
        </p:nvSpPr>
        <p:spPr>
          <a:xfrm>
            <a:off x="7511951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2" name="Text 270"/>
          <p:cNvSpPr/>
          <p:nvPr/>
        </p:nvSpPr>
        <p:spPr>
          <a:xfrm>
            <a:off x="7664351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3" name="Text 271"/>
          <p:cNvSpPr/>
          <p:nvPr/>
        </p:nvSpPr>
        <p:spPr>
          <a:xfrm>
            <a:off x="7816751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4" name="Text 272"/>
          <p:cNvSpPr/>
          <p:nvPr/>
        </p:nvSpPr>
        <p:spPr>
          <a:xfrm>
            <a:off x="7969151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5" name="Text 273"/>
          <p:cNvSpPr/>
          <p:nvPr/>
        </p:nvSpPr>
        <p:spPr>
          <a:xfrm>
            <a:off x="8121551" y="16025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6" name="Text 274"/>
          <p:cNvSpPr/>
          <p:nvPr/>
        </p:nvSpPr>
        <p:spPr>
          <a:xfrm>
            <a:off x="6749951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7" name="Text 275"/>
          <p:cNvSpPr/>
          <p:nvPr/>
        </p:nvSpPr>
        <p:spPr>
          <a:xfrm>
            <a:off x="6902351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8" name="Text 276"/>
          <p:cNvSpPr/>
          <p:nvPr/>
        </p:nvSpPr>
        <p:spPr>
          <a:xfrm>
            <a:off x="7054751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9" name="Text 277"/>
          <p:cNvSpPr/>
          <p:nvPr/>
        </p:nvSpPr>
        <p:spPr>
          <a:xfrm>
            <a:off x="7207151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0" name="Text 278"/>
          <p:cNvSpPr/>
          <p:nvPr/>
        </p:nvSpPr>
        <p:spPr>
          <a:xfrm>
            <a:off x="7359551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1" name="Text 279"/>
          <p:cNvSpPr/>
          <p:nvPr/>
        </p:nvSpPr>
        <p:spPr>
          <a:xfrm>
            <a:off x="7511951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2" name="Text 280"/>
          <p:cNvSpPr/>
          <p:nvPr/>
        </p:nvSpPr>
        <p:spPr>
          <a:xfrm>
            <a:off x="7664351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3" name="Text 281"/>
          <p:cNvSpPr/>
          <p:nvPr/>
        </p:nvSpPr>
        <p:spPr>
          <a:xfrm>
            <a:off x="7816751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4" name="Text 282"/>
          <p:cNvSpPr/>
          <p:nvPr/>
        </p:nvSpPr>
        <p:spPr>
          <a:xfrm>
            <a:off x="7969151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5" name="Text 283"/>
          <p:cNvSpPr/>
          <p:nvPr/>
        </p:nvSpPr>
        <p:spPr>
          <a:xfrm>
            <a:off x="8121551" y="17549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6" name="Text 284"/>
          <p:cNvSpPr/>
          <p:nvPr/>
        </p:nvSpPr>
        <p:spPr>
          <a:xfrm>
            <a:off x="6749951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7" name="Text 285"/>
          <p:cNvSpPr/>
          <p:nvPr/>
        </p:nvSpPr>
        <p:spPr>
          <a:xfrm>
            <a:off x="6902351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8" name="Text 286"/>
          <p:cNvSpPr/>
          <p:nvPr/>
        </p:nvSpPr>
        <p:spPr>
          <a:xfrm>
            <a:off x="7054751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9" name="Text 287"/>
          <p:cNvSpPr/>
          <p:nvPr/>
        </p:nvSpPr>
        <p:spPr>
          <a:xfrm>
            <a:off x="7207151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0" name="Text 288"/>
          <p:cNvSpPr/>
          <p:nvPr/>
        </p:nvSpPr>
        <p:spPr>
          <a:xfrm>
            <a:off x="7359551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1" name="Text 289"/>
          <p:cNvSpPr/>
          <p:nvPr/>
        </p:nvSpPr>
        <p:spPr>
          <a:xfrm>
            <a:off x="7511951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2" name="Text 290"/>
          <p:cNvSpPr/>
          <p:nvPr/>
        </p:nvSpPr>
        <p:spPr>
          <a:xfrm>
            <a:off x="7664351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3" name="Text 291"/>
          <p:cNvSpPr/>
          <p:nvPr/>
        </p:nvSpPr>
        <p:spPr>
          <a:xfrm>
            <a:off x="7816751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4" name="Text 292"/>
          <p:cNvSpPr/>
          <p:nvPr/>
        </p:nvSpPr>
        <p:spPr>
          <a:xfrm>
            <a:off x="7969151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5" name="Text 293"/>
          <p:cNvSpPr/>
          <p:nvPr/>
        </p:nvSpPr>
        <p:spPr>
          <a:xfrm>
            <a:off x="8121551" y="19073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6" name="Text 294"/>
          <p:cNvSpPr/>
          <p:nvPr/>
        </p:nvSpPr>
        <p:spPr>
          <a:xfrm>
            <a:off x="6749951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7" name="Text 295"/>
          <p:cNvSpPr/>
          <p:nvPr/>
        </p:nvSpPr>
        <p:spPr>
          <a:xfrm>
            <a:off x="6902351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8" name="Text 296"/>
          <p:cNvSpPr/>
          <p:nvPr/>
        </p:nvSpPr>
        <p:spPr>
          <a:xfrm>
            <a:off x="7054751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9" name="Text 297"/>
          <p:cNvSpPr/>
          <p:nvPr/>
        </p:nvSpPr>
        <p:spPr>
          <a:xfrm>
            <a:off x="7207151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0" name="Text 298"/>
          <p:cNvSpPr/>
          <p:nvPr/>
        </p:nvSpPr>
        <p:spPr>
          <a:xfrm>
            <a:off x="7359551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1" name="Text 299"/>
          <p:cNvSpPr/>
          <p:nvPr/>
        </p:nvSpPr>
        <p:spPr>
          <a:xfrm>
            <a:off x="7511951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2" name="Text 300"/>
          <p:cNvSpPr/>
          <p:nvPr/>
        </p:nvSpPr>
        <p:spPr>
          <a:xfrm>
            <a:off x="7664351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3" name="Text 301"/>
          <p:cNvSpPr/>
          <p:nvPr/>
        </p:nvSpPr>
        <p:spPr>
          <a:xfrm>
            <a:off x="7816751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4" name="Text 302"/>
          <p:cNvSpPr/>
          <p:nvPr/>
        </p:nvSpPr>
        <p:spPr>
          <a:xfrm>
            <a:off x="7969151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5" name="Text 303"/>
          <p:cNvSpPr/>
          <p:nvPr/>
        </p:nvSpPr>
        <p:spPr>
          <a:xfrm>
            <a:off x="8121551" y="205978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4793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9876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88359" y="2034886"/>
            <a:ext cx="3767282" cy="4618"/>
          </a:xfrm>
          <a:prstGeom prst="rect">
            <a:avLst/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253" y="1028700"/>
            <a:ext cx="2750455" cy="1890192"/>
          </a:xfrm>
          <a:prstGeom prst="roundRect">
            <a:avLst>
              <a:gd name="adj" fmla="val 7559"/>
            </a:avLst>
          </a:prstGeom>
          <a:solidFill>
            <a:srgbClr val="F5F7F6"/>
          </a:solidFill>
          <a:ln/>
          <a:effectLst>
            <a:outerShdw sx="100000" sy="100000" kx="0" ky="0" algn="bl" rotWithShape="0" blurRad="57150" dist="14288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7128" y="885825"/>
            <a:ext cx="714375" cy="714375"/>
          </a:xfrm>
          <a:prstGeom prst="roundRect">
            <a:avLst>
              <a:gd name="adj" fmla="val 96000"/>
            </a:avLst>
          </a:prstGeom>
          <a:solidFill>
            <a:srgbClr val="A1BFB4"/>
          </a:solidFill>
          <a:ln/>
          <a:effectLst>
            <a:outerShdw sx="100000" sy="100000" kx="0" ky="0" algn="bl" rotWithShape="0" blurRad="57150" dist="14288" dir="5400000">
              <a:srgbClr val="a1bfb4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310333" y="1314450"/>
            <a:ext cx="857250" cy="0"/>
          </a:xfrm>
          <a:prstGeom prst="line">
            <a:avLst/>
          </a:prstGeom>
          <a:noFill/>
          <a:ln w="857250">
            <a:solidFill>
              <a:srgbClr val="A1BF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38958" y="885825"/>
            <a:ext cx="0" cy="857250"/>
          </a:xfrm>
          <a:prstGeom prst="line">
            <a:avLst/>
          </a:prstGeom>
          <a:noFill/>
          <a:ln w="8572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96605" y="1028700"/>
            <a:ext cx="2750455" cy="1890192"/>
          </a:xfrm>
          <a:prstGeom prst="roundRect">
            <a:avLst>
              <a:gd name="adj" fmla="val 7559"/>
            </a:avLst>
          </a:prstGeom>
          <a:solidFill>
            <a:srgbClr val="F5F7F6"/>
          </a:solidFill>
          <a:ln/>
          <a:effectLst>
            <a:outerShdw sx="100000" sy="100000" kx="0" ky="0" algn="bl" rotWithShape="0" blurRad="57150" dist="14288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39480" y="885825"/>
            <a:ext cx="714375" cy="714375"/>
          </a:xfrm>
          <a:prstGeom prst="roundRect">
            <a:avLst>
              <a:gd name="adj" fmla="val 96000"/>
            </a:avLst>
          </a:prstGeom>
          <a:solidFill>
            <a:srgbClr val="A1BFB4"/>
          </a:solidFill>
          <a:ln/>
          <a:effectLst>
            <a:outerShdw sx="100000" sy="100000" kx="0" ky="0" algn="bl" rotWithShape="0" blurRad="57150" dist="14288" dir="5400000">
              <a:srgbClr val="a1bfb4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232685" y="1314450"/>
            <a:ext cx="857250" cy="0"/>
          </a:xfrm>
          <a:prstGeom prst="line">
            <a:avLst/>
          </a:prstGeom>
          <a:noFill/>
          <a:ln w="857250">
            <a:solidFill>
              <a:srgbClr val="A1BF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1310" y="885825"/>
            <a:ext cx="0" cy="857250"/>
          </a:xfrm>
          <a:prstGeom prst="line">
            <a:avLst/>
          </a:prstGeom>
          <a:noFill/>
          <a:ln w="8572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18957" y="1028700"/>
            <a:ext cx="2750567" cy="1890192"/>
          </a:xfrm>
          <a:prstGeom prst="roundRect">
            <a:avLst>
              <a:gd name="adj" fmla="val 7559"/>
            </a:avLst>
          </a:prstGeom>
          <a:solidFill>
            <a:srgbClr val="F5F7F6"/>
          </a:solidFill>
          <a:ln/>
          <a:effectLst>
            <a:outerShdw sx="100000" sy="100000" kx="0" ky="0" algn="bl" rotWithShape="0" blurRad="57150" dist="14288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61832" y="885825"/>
            <a:ext cx="714375" cy="714375"/>
          </a:xfrm>
          <a:prstGeom prst="roundRect">
            <a:avLst>
              <a:gd name="adj" fmla="val 96000"/>
            </a:avLst>
          </a:prstGeom>
          <a:solidFill>
            <a:srgbClr val="A1BFB4"/>
          </a:solidFill>
          <a:ln/>
          <a:effectLst>
            <a:outerShdw sx="100000" sy="100000" kx="0" ky="0" algn="bl" rotWithShape="0" blurRad="57150" dist="14288" dir="5400000">
              <a:srgbClr val="a1bfb4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55149" y="1314450"/>
            <a:ext cx="857250" cy="0"/>
          </a:xfrm>
          <a:prstGeom prst="line">
            <a:avLst/>
          </a:prstGeom>
          <a:noFill/>
          <a:ln w="857250">
            <a:solidFill>
              <a:srgbClr val="A1BF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83774" y="885825"/>
            <a:ext cx="0" cy="857250"/>
          </a:xfrm>
          <a:prstGeom prst="line">
            <a:avLst/>
          </a:prstGeom>
          <a:noFill/>
          <a:ln w="8572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253" y="2996022"/>
            <a:ext cx="2750455" cy="1890303"/>
          </a:xfrm>
          <a:prstGeom prst="roundRect">
            <a:avLst>
              <a:gd name="adj" fmla="val 7558"/>
            </a:avLst>
          </a:prstGeom>
          <a:solidFill>
            <a:srgbClr val="F5F7F6"/>
          </a:solidFill>
          <a:ln/>
          <a:effectLst>
            <a:outerShdw sx="100000" sy="100000" kx="0" ky="0" algn="bl" rotWithShape="0" blurRad="57150" dist="14288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17128" y="2853147"/>
            <a:ext cx="714375" cy="714375"/>
          </a:xfrm>
          <a:prstGeom prst="roundRect">
            <a:avLst>
              <a:gd name="adj" fmla="val 96000"/>
            </a:avLst>
          </a:prstGeom>
          <a:solidFill>
            <a:srgbClr val="A1BFB4"/>
          </a:solidFill>
          <a:ln/>
          <a:effectLst>
            <a:outerShdw sx="100000" sy="100000" kx="0" ky="0" algn="bl" rotWithShape="0" blurRad="57150" dist="14288" dir="5400000">
              <a:srgbClr val="a1bfb4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310333" y="3281772"/>
            <a:ext cx="857250" cy="0"/>
          </a:xfrm>
          <a:prstGeom prst="line">
            <a:avLst/>
          </a:prstGeom>
          <a:noFill/>
          <a:ln w="857250">
            <a:solidFill>
              <a:srgbClr val="A1BFB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38958" y="2853147"/>
            <a:ext cx="0" cy="857250"/>
          </a:xfrm>
          <a:prstGeom prst="line">
            <a:avLst/>
          </a:prstGeom>
          <a:noFill/>
          <a:ln w="8572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96605" y="2996022"/>
            <a:ext cx="2750455" cy="1890303"/>
          </a:xfrm>
          <a:prstGeom prst="roundRect">
            <a:avLst>
              <a:gd name="adj" fmla="val 7558"/>
            </a:avLst>
          </a:prstGeom>
          <a:solidFill>
            <a:srgbClr val="F5F7F6"/>
          </a:solidFill>
          <a:ln/>
          <a:effectLst>
            <a:outerShdw sx="100000" sy="100000" kx="0" ky="0" algn="bl" rotWithShape="0" blurRad="57150" dist="14288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39480" y="2853147"/>
            <a:ext cx="714375" cy="714375"/>
          </a:xfrm>
          <a:prstGeom prst="roundRect">
            <a:avLst>
              <a:gd name="adj" fmla="val 96000"/>
            </a:avLst>
          </a:prstGeom>
          <a:solidFill>
            <a:srgbClr val="A1BFB4"/>
          </a:solidFill>
          <a:ln/>
          <a:effectLst>
            <a:outerShdw sx="100000" sy="100000" kx="0" ky="0" algn="bl" rotWithShape="0" blurRad="57150" dist="14288" dir="5400000">
              <a:srgbClr val="a1bfb4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232685" y="3281772"/>
            <a:ext cx="857250" cy="0"/>
          </a:xfrm>
          <a:prstGeom prst="line">
            <a:avLst/>
          </a:prstGeom>
          <a:noFill/>
          <a:ln w="857250">
            <a:solidFill>
              <a:srgbClr val="A1BF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1310" y="2853147"/>
            <a:ext cx="0" cy="857250"/>
          </a:xfrm>
          <a:prstGeom prst="line">
            <a:avLst/>
          </a:prstGeom>
          <a:noFill/>
          <a:ln w="8572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18957" y="2996022"/>
            <a:ext cx="2750567" cy="1890303"/>
          </a:xfrm>
          <a:prstGeom prst="roundRect">
            <a:avLst>
              <a:gd name="adj" fmla="val 7558"/>
            </a:avLst>
          </a:prstGeom>
          <a:solidFill>
            <a:srgbClr val="F5F7F6"/>
          </a:solidFill>
          <a:ln/>
          <a:effectLst>
            <a:outerShdw sx="100000" sy="100000" kx="0" ky="0" algn="bl" rotWithShape="0" blurRad="57150" dist="14288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61832" y="2853147"/>
            <a:ext cx="714375" cy="714375"/>
          </a:xfrm>
          <a:prstGeom prst="roundRect">
            <a:avLst>
              <a:gd name="adj" fmla="val 96000"/>
            </a:avLst>
          </a:prstGeom>
          <a:solidFill>
            <a:srgbClr val="A1BFB4"/>
          </a:solidFill>
          <a:ln/>
          <a:effectLst>
            <a:outerShdw sx="100000" sy="100000" kx="0" ky="0" algn="bl" rotWithShape="0" blurRad="57150" dist="14288" dir="5400000">
              <a:srgbClr val="a1bfb4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155149" y="3281772"/>
            <a:ext cx="857250" cy="0"/>
          </a:xfrm>
          <a:prstGeom prst="line">
            <a:avLst/>
          </a:prstGeom>
          <a:noFill/>
          <a:ln w="857250">
            <a:solidFill>
              <a:srgbClr val="A1BFB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83774" y="2853147"/>
            <a:ext cx="0" cy="857250"/>
          </a:xfrm>
          <a:prstGeom prst="line">
            <a:avLst/>
          </a:prstGeom>
          <a:noFill/>
          <a:ln w="85725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2143125" y="1666875"/>
            <a:ext cx="85725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43625" y="1666875"/>
            <a:ext cx="85725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5313" y="1428750"/>
            <a:ext cx="1857375" cy="1857375"/>
          </a:xfrm>
          <a:prstGeom prst="roundRect">
            <a:avLst>
              <a:gd name="adj" fmla="val 24615"/>
            </a:avLst>
          </a:prstGeom>
          <a:solidFill>
            <a:srgbClr val="67B7B5"/>
          </a:solidFill>
          <a:ln w="9525">
            <a:solidFill>
              <a:srgbClr val="999999"/>
            </a:solidFill>
          </a:ln>
          <a:effectLst>
            <a:outerShdw sx="100000" sy="100000" kx="0" ky="0" algn="bl" rotWithShape="0" blurRad="95250" dist="20206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6739" y="3688035"/>
            <a:ext cx="189452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533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프로세스 시작을 위한 준비 및 계획 수립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643313" y="1428750"/>
            <a:ext cx="1857375" cy="1857375"/>
          </a:xfrm>
          <a:prstGeom prst="roundRect">
            <a:avLst>
              <a:gd name="adj" fmla="val 24615"/>
            </a:avLst>
          </a:prstGeom>
          <a:solidFill>
            <a:srgbClr val="D0D5AF"/>
          </a:solidFill>
          <a:ln w="9525">
            <a:solidFill>
              <a:srgbClr val="999999"/>
            </a:solidFill>
          </a:ln>
          <a:effectLst>
            <a:outerShdw sx="100000" sy="100000" kx="0" ky="0" algn="bl" rotWithShape="0" blurRad="95250" dist="20206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24739" y="3688035"/>
            <a:ext cx="189452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533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계획을 바탕으로 실제 작업 수행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6691313" y="1428750"/>
            <a:ext cx="1857375" cy="1857375"/>
          </a:xfrm>
          <a:prstGeom prst="roundRect">
            <a:avLst>
              <a:gd name="adj" fmla="val 24615"/>
            </a:avLst>
          </a:prstGeom>
          <a:solidFill>
            <a:srgbClr val="99C7BF"/>
          </a:solidFill>
          <a:ln w="9525">
            <a:solidFill>
              <a:srgbClr val="999999"/>
            </a:solidFill>
          </a:ln>
          <a:effectLst>
            <a:outerShdw sx="100000" sy="100000" kx="0" ky="0" algn="bl" rotWithShape="0" blurRad="95250" dist="20206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72739" y="3688035"/>
            <a:ext cx="189452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533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결과 검증 및 최종 확인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253" y="1028700"/>
            <a:ext cx="2750455" cy="1890192"/>
          </a:xfrm>
          <a:prstGeom prst="roundRect">
            <a:avLst>
              <a:gd name="adj" fmla="val 7559"/>
            </a:avLst>
          </a:prstGeom>
          <a:solidFill>
            <a:srgbClr val="F5F7F6"/>
          </a:solidFill>
          <a:ln/>
          <a:effectLst>
            <a:outerShdw sx="100000" sy="100000" kx="0" ky="0" algn="bl" rotWithShape="0" blurRad="57150" dist="14288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7128" y="885825"/>
            <a:ext cx="714375" cy="714375"/>
          </a:xfrm>
          <a:prstGeom prst="roundRect">
            <a:avLst>
              <a:gd name="adj" fmla="val 96000"/>
            </a:avLst>
          </a:prstGeom>
          <a:solidFill>
            <a:srgbClr val="A1BFB4"/>
          </a:solidFill>
          <a:ln/>
          <a:effectLst>
            <a:outerShdw sx="100000" sy="100000" kx="0" ky="0" algn="bl" rotWithShape="0" blurRad="57150" dist="14288" dir="5400000">
              <a:srgbClr val="a1bfb4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310333" y="1314450"/>
            <a:ext cx="857250" cy="0"/>
          </a:xfrm>
          <a:prstGeom prst="line">
            <a:avLst/>
          </a:prstGeom>
          <a:noFill/>
          <a:ln w="857250">
            <a:solidFill>
              <a:srgbClr val="A1BF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38958" y="885825"/>
            <a:ext cx="0" cy="857250"/>
          </a:xfrm>
          <a:prstGeom prst="line">
            <a:avLst/>
          </a:prstGeom>
          <a:noFill/>
          <a:ln w="8572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96605" y="1028700"/>
            <a:ext cx="2750455" cy="1890192"/>
          </a:xfrm>
          <a:prstGeom prst="roundRect">
            <a:avLst>
              <a:gd name="adj" fmla="val 7559"/>
            </a:avLst>
          </a:prstGeom>
          <a:solidFill>
            <a:srgbClr val="F5F7F6"/>
          </a:solidFill>
          <a:ln/>
          <a:effectLst>
            <a:outerShdw sx="100000" sy="100000" kx="0" ky="0" algn="bl" rotWithShape="0" blurRad="57150" dist="14288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39480" y="885825"/>
            <a:ext cx="714375" cy="714375"/>
          </a:xfrm>
          <a:prstGeom prst="roundRect">
            <a:avLst>
              <a:gd name="adj" fmla="val 96000"/>
            </a:avLst>
          </a:prstGeom>
          <a:solidFill>
            <a:srgbClr val="A1BFB4"/>
          </a:solidFill>
          <a:ln/>
          <a:effectLst>
            <a:outerShdw sx="100000" sy="100000" kx="0" ky="0" algn="bl" rotWithShape="0" blurRad="57150" dist="14288" dir="5400000">
              <a:srgbClr val="a1bfb4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232685" y="1314450"/>
            <a:ext cx="857250" cy="0"/>
          </a:xfrm>
          <a:prstGeom prst="line">
            <a:avLst/>
          </a:prstGeom>
          <a:noFill/>
          <a:ln w="857250">
            <a:solidFill>
              <a:srgbClr val="A1BF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1310" y="885825"/>
            <a:ext cx="0" cy="857250"/>
          </a:xfrm>
          <a:prstGeom prst="line">
            <a:avLst/>
          </a:prstGeom>
          <a:noFill/>
          <a:ln w="8572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18957" y="1028700"/>
            <a:ext cx="2750567" cy="1890192"/>
          </a:xfrm>
          <a:prstGeom prst="roundRect">
            <a:avLst>
              <a:gd name="adj" fmla="val 7559"/>
            </a:avLst>
          </a:prstGeom>
          <a:solidFill>
            <a:srgbClr val="F5F7F6"/>
          </a:solidFill>
          <a:ln/>
          <a:effectLst>
            <a:outerShdw sx="100000" sy="100000" kx="0" ky="0" algn="bl" rotWithShape="0" blurRad="57150" dist="14288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61832" y="885825"/>
            <a:ext cx="714375" cy="714375"/>
          </a:xfrm>
          <a:prstGeom prst="roundRect">
            <a:avLst>
              <a:gd name="adj" fmla="val 96000"/>
            </a:avLst>
          </a:prstGeom>
          <a:solidFill>
            <a:srgbClr val="A1BFB4"/>
          </a:solidFill>
          <a:ln/>
          <a:effectLst>
            <a:outerShdw sx="100000" sy="100000" kx="0" ky="0" algn="bl" rotWithShape="0" blurRad="57150" dist="14288" dir="5400000">
              <a:srgbClr val="a1bfb4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55149" y="1314450"/>
            <a:ext cx="857250" cy="0"/>
          </a:xfrm>
          <a:prstGeom prst="line">
            <a:avLst/>
          </a:prstGeom>
          <a:noFill/>
          <a:ln w="857250">
            <a:solidFill>
              <a:srgbClr val="A1BF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83774" y="885825"/>
            <a:ext cx="0" cy="857250"/>
          </a:xfrm>
          <a:prstGeom prst="line">
            <a:avLst/>
          </a:prstGeom>
          <a:noFill/>
          <a:ln w="8572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253" y="2996022"/>
            <a:ext cx="2750455" cy="1890303"/>
          </a:xfrm>
          <a:prstGeom prst="roundRect">
            <a:avLst>
              <a:gd name="adj" fmla="val 7558"/>
            </a:avLst>
          </a:prstGeom>
          <a:solidFill>
            <a:srgbClr val="F5F7F6"/>
          </a:solidFill>
          <a:ln/>
          <a:effectLst>
            <a:outerShdw sx="100000" sy="100000" kx="0" ky="0" algn="bl" rotWithShape="0" blurRad="57150" dist="14288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17128" y="2853147"/>
            <a:ext cx="714375" cy="714375"/>
          </a:xfrm>
          <a:prstGeom prst="roundRect">
            <a:avLst>
              <a:gd name="adj" fmla="val 96000"/>
            </a:avLst>
          </a:prstGeom>
          <a:solidFill>
            <a:srgbClr val="A1BFB4"/>
          </a:solidFill>
          <a:ln/>
          <a:effectLst>
            <a:outerShdw sx="100000" sy="100000" kx="0" ky="0" algn="bl" rotWithShape="0" blurRad="57150" dist="14288" dir="5400000">
              <a:srgbClr val="a1bfb4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310333" y="3281772"/>
            <a:ext cx="857250" cy="0"/>
          </a:xfrm>
          <a:prstGeom prst="line">
            <a:avLst/>
          </a:prstGeom>
          <a:noFill/>
          <a:ln w="857250">
            <a:solidFill>
              <a:srgbClr val="A1BFB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38958" y="2853147"/>
            <a:ext cx="0" cy="857250"/>
          </a:xfrm>
          <a:prstGeom prst="line">
            <a:avLst/>
          </a:prstGeom>
          <a:noFill/>
          <a:ln w="8572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96605" y="2996022"/>
            <a:ext cx="2750455" cy="1890303"/>
          </a:xfrm>
          <a:prstGeom prst="roundRect">
            <a:avLst>
              <a:gd name="adj" fmla="val 7558"/>
            </a:avLst>
          </a:prstGeom>
          <a:solidFill>
            <a:srgbClr val="F5F7F6"/>
          </a:solidFill>
          <a:ln/>
          <a:effectLst>
            <a:outerShdw sx="100000" sy="100000" kx="0" ky="0" algn="bl" rotWithShape="0" blurRad="57150" dist="14288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39480" y="2853147"/>
            <a:ext cx="714375" cy="714375"/>
          </a:xfrm>
          <a:prstGeom prst="roundRect">
            <a:avLst>
              <a:gd name="adj" fmla="val 96000"/>
            </a:avLst>
          </a:prstGeom>
          <a:solidFill>
            <a:srgbClr val="A1BFB4"/>
          </a:solidFill>
          <a:ln/>
          <a:effectLst>
            <a:outerShdw sx="100000" sy="100000" kx="0" ky="0" algn="bl" rotWithShape="0" blurRad="57150" dist="14288" dir="5400000">
              <a:srgbClr val="a1bfb4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232685" y="3281772"/>
            <a:ext cx="857250" cy="0"/>
          </a:xfrm>
          <a:prstGeom prst="line">
            <a:avLst/>
          </a:prstGeom>
          <a:noFill/>
          <a:ln w="857250">
            <a:solidFill>
              <a:srgbClr val="A1BF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1310" y="2853147"/>
            <a:ext cx="0" cy="857250"/>
          </a:xfrm>
          <a:prstGeom prst="line">
            <a:avLst/>
          </a:prstGeom>
          <a:noFill/>
          <a:ln w="8572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18957" y="2996022"/>
            <a:ext cx="2750567" cy="1890303"/>
          </a:xfrm>
          <a:prstGeom prst="roundRect">
            <a:avLst>
              <a:gd name="adj" fmla="val 7558"/>
            </a:avLst>
          </a:prstGeom>
          <a:solidFill>
            <a:srgbClr val="F5F7F6"/>
          </a:solidFill>
          <a:ln/>
          <a:effectLst>
            <a:outerShdw sx="100000" sy="100000" kx="0" ky="0" algn="bl" rotWithShape="0" blurRad="57150" dist="14288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61832" y="2853147"/>
            <a:ext cx="714375" cy="714375"/>
          </a:xfrm>
          <a:prstGeom prst="roundRect">
            <a:avLst>
              <a:gd name="adj" fmla="val 96000"/>
            </a:avLst>
          </a:prstGeom>
          <a:solidFill>
            <a:srgbClr val="A1BFB4"/>
          </a:solidFill>
          <a:ln/>
          <a:effectLst>
            <a:outerShdw sx="100000" sy="100000" kx="0" ky="0" algn="bl" rotWithShape="0" blurRad="57150" dist="14288" dir="5400000">
              <a:srgbClr val="a1bfb4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155149" y="3281772"/>
            <a:ext cx="857250" cy="0"/>
          </a:xfrm>
          <a:prstGeom prst="line">
            <a:avLst/>
          </a:prstGeom>
          <a:noFill/>
          <a:ln w="857250">
            <a:solidFill>
              <a:srgbClr val="A1BFB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83774" y="2853147"/>
            <a:ext cx="0" cy="857250"/>
          </a:xfrm>
          <a:prstGeom prst="line">
            <a:avLst/>
          </a:prstGeom>
          <a:noFill/>
          <a:ln w="85725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2364"/>
            <a:ext cx="9144000" cy="49876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5418" dist="18473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6882" y="1673947"/>
            <a:ext cx="1926287" cy="5046807"/>
          </a:xfrm>
          <a:prstGeom prst="roundRect">
            <a:avLst>
              <a:gd name="adj" fmla="val 959"/>
            </a:avLst>
          </a:prstGeom>
          <a:solidFill>
            <a:srgbClr val="609E67"/>
          </a:solidFill>
          <a:ln/>
          <a:effectLst>
            <a:outerShdw sx="100000" sy="100000" kx="0" ky="0" algn="bl" rotWithShape="0" blurRad="36945" dist="9236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94769" y="1673947"/>
            <a:ext cx="1926359" cy="5047023"/>
          </a:xfrm>
          <a:prstGeom prst="roundRect">
            <a:avLst>
              <a:gd name="adj" fmla="val 959"/>
            </a:avLst>
          </a:prstGeom>
          <a:solidFill>
            <a:srgbClr val="67B7B5"/>
          </a:solidFill>
          <a:ln/>
          <a:effectLst>
            <a:outerShdw sx="100000" sy="100000" kx="0" ky="0" algn="bl" rotWithShape="0" blurRad="36945" dist="9236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22728" y="1673947"/>
            <a:ext cx="1926287" cy="5046807"/>
          </a:xfrm>
          <a:prstGeom prst="roundRect">
            <a:avLst>
              <a:gd name="adj" fmla="val 959"/>
            </a:avLst>
          </a:prstGeom>
          <a:solidFill>
            <a:srgbClr val="0066B2"/>
          </a:solidFill>
          <a:ln/>
          <a:effectLst>
            <a:outerShdw sx="100000" sy="100000" kx="0" ky="0" algn="bl" rotWithShape="0" blurRad="36945" dist="9236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50615" y="1673947"/>
            <a:ext cx="1926359" cy="5047023"/>
          </a:xfrm>
          <a:prstGeom prst="roundRect">
            <a:avLst>
              <a:gd name="adj" fmla="val 959"/>
            </a:avLst>
          </a:prstGeom>
          <a:solidFill>
            <a:srgbClr val="153325"/>
          </a:solidFill>
          <a:ln/>
          <a:effectLst>
            <a:outerShdw sx="100000" sy="100000" kx="0" ky="0" algn="bl" rotWithShape="0" blurRad="36945" dist="9236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2364"/>
            <a:ext cx="9144000" cy="49876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5418" dist="18473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6882" y="1673947"/>
            <a:ext cx="1926287" cy="5046807"/>
          </a:xfrm>
          <a:prstGeom prst="roundRect">
            <a:avLst>
              <a:gd name="adj" fmla="val 959"/>
            </a:avLst>
          </a:prstGeom>
          <a:solidFill>
            <a:srgbClr val="609E67"/>
          </a:solidFill>
          <a:ln/>
          <a:effectLst>
            <a:outerShdw sx="100000" sy="100000" kx="0" ky="0" algn="bl" rotWithShape="0" blurRad="36945" dist="9236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94769" y="1673947"/>
            <a:ext cx="1926359" cy="5047023"/>
          </a:xfrm>
          <a:prstGeom prst="roundRect">
            <a:avLst>
              <a:gd name="adj" fmla="val 959"/>
            </a:avLst>
          </a:prstGeom>
          <a:solidFill>
            <a:srgbClr val="67B7B5"/>
          </a:solidFill>
          <a:ln/>
          <a:effectLst>
            <a:outerShdw sx="100000" sy="100000" kx="0" ky="0" algn="bl" rotWithShape="0" blurRad="36945" dist="9236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22728" y="1673947"/>
            <a:ext cx="1926287" cy="5046807"/>
          </a:xfrm>
          <a:prstGeom prst="roundRect">
            <a:avLst>
              <a:gd name="adj" fmla="val 959"/>
            </a:avLst>
          </a:prstGeom>
          <a:solidFill>
            <a:srgbClr val="0066B2"/>
          </a:solidFill>
          <a:ln/>
          <a:effectLst>
            <a:outerShdw sx="100000" sy="100000" kx="0" ky="0" algn="bl" rotWithShape="0" blurRad="36945" dist="9236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50615" y="1673947"/>
            <a:ext cx="1926359" cy="5047023"/>
          </a:xfrm>
          <a:prstGeom prst="roundRect">
            <a:avLst>
              <a:gd name="adj" fmla="val 959"/>
            </a:avLst>
          </a:prstGeom>
          <a:solidFill>
            <a:srgbClr val="153325"/>
          </a:solidFill>
          <a:ln/>
          <a:effectLst>
            <a:outerShdw sx="100000" sy="100000" kx="0" ky="0" algn="bl" rotWithShape="0" blurRad="36945" dist="9236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9876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88359" y="2034886"/>
            <a:ext cx="3767282" cy="4618"/>
          </a:xfrm>
          <a:prstGeom prst="rect">
            <a:avLst/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7484" y="147484"/>
            <a:ext cx="8849032" cy="497758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8994" dist="29497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2452" y="1836174"/>
            <a:ext cx="1970292" cy="1144844"/>
          </a:xfrm>
          <a:prstGeom prst="roundRect">
            <a:avLst>
              <a:gd name="adj" fmla="val 5153"/>
            </a:avLst>
          </a:prstGeom>
          <a:solidFill>
            <a:srgbClr val="448E87"/>
          </a:solidFill>
          <a:ln w="14748">
            <a:solidFill>
              <a:srgbClr val="FFFFFF"/>
            </a:solidFill>
          </a:ln>
          <a:effectLst>
            <a:outerShdw sx="100000" sy="100000" kx="0" ky="0" algn="bl" rotWithShape="0" blurRad="29497" dist="14748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제목을 입력해주세요.</a:t>
            </a:r>
            <a:endParaRPr lang="en-US" sz="1045" dirty="0"/>
          </a:p>
        </p:txBody>
      </p:sp>
      <p:sp>
        <p:nvSpPr>
          <p:cNvPr id="4" name="Text 2"/>
          <p:cNvSpPr/>
          <p:nvPr/>
        </p:nvSpPr>
        <p:spPr>
          <a:xfrm>
            <a:off x="2633970" y="1836174"/>
            <a:ext cx="1970408" cy="1144844"/>
          </a:xfrm>
          <a:prstGeom prst="roundRect">
            <a:avLst>
              <a:gd name="adj" fmla="val 5153"/>
            </a:avLst>
          </a:prstGeom>
          <a:solidFill>
            <a:srgbClr val="9DC3CF"/>
          </a:solidFill>
          <a:ln w="14748">
            <a:solidFill>
              <a:srgbClr val="FFFFFF"/>
            </a:solidFill>
          </a:ln>
          <a:effectLst>
            <a:outerShdw sx="100000" sy="100000" kx="0" ky="0" algn="bl" rotWithShape="0" blurRad="29497" dist="14748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제목을 입력해 주세요.</a:t>
            </a:r>
            <a:endParaRPr lang="en-US" sz="1045" dirty="0"/>
          </a:p>
        </p:txBody>
      </p:sp>
      <p:sp>
        <p:nvSpPr>
          <p:cNvPr id="5" name="Text 3"/>
          <p:cNvSpPr/>
          <p:nvPr/>
        </p:nvSpPr>
        <p:spPr>
          <a:xfrm>
            <a:off x="442452" y="3202244"/>
            <a:ext cx="1970292" cy="1144959"/>
          </a:xfrm>
          <a:prstGeom prst="roundRect">
            <a:avLst>
              <a:gd name="adj" fmla="val 5152"/>
            </a:avLst>
          </a:prstGeom>
          <a:solidFill>
            <a:srgbClr val="418787"/>
          </a:solidFill>
          <a:ln w="14748">
            <a:solidFill>
              <a:srgbClr val="FFFFFF"/>
            </a:solidFill>
          </a:ln>
          <a:effectLst>
            <a:outerShdw sx="100000" sy="100000" kx="0" ky="0" algn="bl" rotWithShape="0" blurRad="29497" dist="14748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제목을입력해 주세요.</a:t>
            </a:r>
            <a:endParaRPr lang="en-US" sz="1045" dirty="0"/>
          </a:p>
        </p:txBody>
      </p:sp>
      <p:sp>
        <p:nvSpPr>
          <p:cNvPr id="6" name="Text 4"/>
          <p:cNvSpPr/>
          <p:nvPr/>
        </p:nvSpPr>
        <p:spPr>
          <a:xfrm>
            <a:off x="2633970" y="3202244"/>
            <a:ext cx="1970408" cy="1144959"/>
          </a:xfrm>
          <a:prstGeom prst="roundRect">
            <a:avLst>
              <a:gd name="adj" fmla="val 5152"/>
            </a:avLst>
          </a:prstGeom>
          <a:solidFill>
            <a:srgbClr val="A4C4B9"/>
          </a:solidFill>
          <a:ln w="14748">
            <a:solidFill>
              <a:srgbClr val="FFFFFF"/>
            </a:solidFill>
          </a:ln>
          <a:effectLst>
            <a:outerShdw sx="100000" sy="100000" kx="0" ky="0" algn="bl" rotWithShape="0" blurRad="29497" dist="14748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제목을 입력해 주세요.</a:t>
            </a:r>
            <a:endParaRPr lang="en-US" sz="1045" dirty="0"/>
          </a:p>
        </p:txBody>
      </p:sp>
      <p:sp>
        <p:nvSpPr>
          <p:cNvPr id="7" name="Text 5"/>
          <p:cNvSpPr/>
          <p:nvPr/>
        </p:nvSpPr>
        <p:spPr>
          <a:xfrm>
            <a:off x="2515983" y="2626480"/>
            <a:ext cx="14748" cy="93018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9876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0284" y="618403"/>
            <a:ext cx="3648436" cy="4433960"/>
          </a:xfrm>
          <a:prstGeom prst="roundRect">
            <a:avLst>
              <a:gd name="adj" fmla="val 1013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253" y="1028700"/>
            <a:ext cx="2750455" cy="1890192"/>
          </a:xfrm>
          <a:prstGeom prst="roundRect">
            <a:avLst>
              <a:gd name="adj" fmla="val 7559"/>
            </a:avLst>
          </a:prstGeom>
          <a:solidFill>
            <a:srgbClr val="F5F7F6"/>
          </a:solidFill>
          <a:ln/>
          <a:effectLst>
            <a:outerShdw sx="100000" sy="100000" kx="0" ky="0" algn="bl" rotWithShape="0" blurRad="57150" dist="14288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7128" y="885825"/>
            <a:ext cx="714375" cy="714375"/>
          </a:xfrm>
          <a:prstGeom prst="roundRect">
            <a:avLst>
              <a:gd name="adj" fmla="val 96000"/>
            </a:avLst>
          </a:prstGeom>
          <a:solidFill>
            <a:srgbClr val="A1BFB4"/>
          </a:solidFill>
          <a:ln/>
          <a:effectLst>
            <a:outerShdw sx="100000" sy="100000" kx="0" ky="0" algn="bl" rotWithShape="0" blurRad="57150" dist="14288" dir="5400000">
              <a:srgbClr val="a1bfb4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310333" y="1314450"/>
            <a:ext cx="857250" cy="0"/>
          </a:xfrm>
          <a:prstGeom prst="line">
            <a:avLst/>
          </a:prstGeom>
          <a:noFill/>
          <a:ln w="857250">
            <a:solidFill>
              <a:srgbClr val="A1BF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38958" y="885825"/>
            <a:ext cx="0" cy="857250"/>
          </a:xfrm>
          <a:prstGeom prst="line">
            <a:avLst/>
          </a:prstGeom>
          <a:noFill/>
          <a:ln w="8572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96605" y="1028700"/>
            <a:ext cx="2750455" cy="1890192"/>
          </a:xfrm>
          <a:prstGeom prst="roundRect">
            <a:avLst>
              <a:gd name="adj" fmla="val 7559"/>
            </a:avLst>
          </a:prstGeom>
          <a:solidFill>
            <a:srgbClr val="F5F7F6"/>
          </a:solidFill>
          <a:ln/>
          <a:effectLst>
            <a:outerShdw sx="100000" sy="100000" kx="0" ky="0" algn="bl" rotWithShape="0" blurRad="57150" dist="14288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39480" y="885825"/>
            <a:ext cx="714375" cy="714375"/>
          </a:xfrm>
          <a:prstGeom prst="roundRect">
            <a:avLst>
              <a:gd name="adj" fmla="val 96000"/>
            </a:avLst>
          </a:prstGeom>
          <a:solidFill>
            <a:srgbClr val="A1BFB4"/>
          </a:solidFill>
          <a:ln/>
          <a:effectLst>
            <a:outerShdw sx="100000" sy="100000" kx="0" ky="0" algn="bl" rotWithShape="0" blurRad="57150" dist="14288" dir="5400000">
              <a:srgbClr val="a1bfb4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232685" y="1314450"/>
            <a:ext cx="857250" cy="0"/>
          </a:xfrm>
          <a:prstGeom prst="line">
            <a:avLst/>
          </a:prstGeom>
          <a:noFill/>
          <a:ln w="857250">
            <a:solidFill>
              <a:srgbClr val="A1BF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1310" y="885825"/>
            <a:ext cx="0" cy="857250"/>
          </a:xfrm>
          <a:prstGeom prst="line">
            <a:avLst/>
          </a:prstGeom>
          <a:noFill/>
          <a:ln w="8572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18957" y="1028700"/>
            <a:ext cx="2750567" cy="1890192"/>
          </a:xfrm>
          <a:prstGeom prst="roundRect">
            <a:avLst>
              <a:gd name="adj" fmla="val 7559"/>
            </a:avLst>
          </a:prstGeom>
          <a:solidFill>
            <a:srgbClr val="F5F7F6"/>
          </a:solidFill>
          <a:ln/>
          <a:effectLst>
            <a:outerShdw sx="100000" sy="100000" kx="0" ky="0" algn="bl" rotWithShape="0" blurRad="57150" dist="14288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61832" y="885825"/>
            <a:ext cx="714375" cy="714375"/>
          </a:xfrm>
          <a:prstGeom prst="roundRect">
            <a:avLst>
              <a:gd name="adj" fmla="val 96000"/>
            </a:avLst>
          </a:prstGeom>
          <a:solidFill>
            <a:srgbClr val="A1BFB4"/>
          </a:solidFill>
          <a:ln/>
          <a:effectLst>
            <a:outerShdw sx="100000" sy="100000" kx="0" ky="0" algn="bl" rotWithShape="0" blurRad="57150" dist="14288" dir="5400000">
              <a:srgbClr val="a1bfb4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55149" y="1314450"/>
            <a:ext cx="857250" cy="0"/>
          </a:xfrm>
          <a:prstGeom prst="line">
            <a:avLst/>
          </a:prstGeom>
          <a:noFill/>
          <a:ln w="857250">
            <a:solidFill>
              <a:srgbClr val="A1BF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83774" y="885825"/>
            <a:ext cx="0" cy="857250"/>
          </a:xfrm>
          <a:prstGeom prst="line">
            <a:avLst/>
          </a:prstGeom>
          <a:noFill/>
          <a:ln w="8572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253" y="2996022"/>
            <a:ext cx="2750455" cy="1890303"/>
          </a:xfrm>
          <a:prstGeom prst="roundRect">
            <a:avLst>
              <a:gd name="adj" fmla="val 7558"/>
            </a:avLst>
          </a:prstGeom>
          <a:solidFill>
            <a:srgbClr val="F5F7F6"/>
          </a:solidFill>
          <a:ln/>
          <a:effectLst>
            <a:outerShdw sx="100000" sy="100000" kx="0" ky="0" algn="bl" rotWithShape="0" blurRad="57150" dist="14288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17128" y="2853147"/>
            <a:ext cx="714375" cy="714375"/>
          </a:xfrm>
          <a:prstGeom prst="roundRect">
            <a:avLst>
              <a:gd name="adj" fmla="val 96000"/>
            </a:avLst>
          </a:prstGeom>
          <a:solidFill>
            <a:srgbClr val="A1BFB4"/>
          </a:solidFill>
          <a:ln/>
          <a:effectLst>
            <a:outerShdw sx="100000" sy="100000" kx="0" ky="0" algn="bl" rotWithShape="0" blurRad="57150" dist="14288" dir="5400000">
              <a:srgbClr val="a1bfb4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310333" y="3281772"/>
            <a:ext cx="857250" cy="0"/>
          </a:xfrm>
          <a:prstGeom prst="line">
            <a:avLst/>
          </a:prstGeom>
          <a:noFill/>
          <a:ln w="857250">
            <a:solidFill>
              <a:srgbClr val="A1BFB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38958" y="2853147"/>
            <a:ext cx="0" cy="857250"/>
          </a:xfrm>
          <a:prstGeom prst="line">
            <a:avLst/>
          </a:prstGeom>
          <a:noFill/>
          <a:ln w="8572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96605" y="2996022"/>
            <a:ext cx="2750455" cy="1890303"/>
          </a:xfrm>
          <a:prstGeom prst="roundRect">
            <a:avLst>
              <a:gd name="adj" fmla="val 7558"/>
            </a:avLst>
          </a:prstGeom>
          <a:solidFill>
            <a:srgbClr val="F5F7F6"/>
          </a:solidFill>
          <a:ln/>
          <a:effectLst>
            <a:outerShdw sx="100000" sy="100000" kx="0" ky="0" algn="bl" rotWithShape="0" blurRad="57150" dist="14288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39480" y="2853147"/>
            <a:ext cx="714375" cy="714375"/>
          </a:xfrm>
          <a:prstGeom prst="roundRect">
            <a:avLst>
              <a:gd name="adj" fmla="val 96000"/>
            </a:avLst>
          </a:prstGeom>
          <a:solidFill>
            <a:srgbClr val="A1BFB4"/>
          </a:solidFill>
          <a:ln/>
          <a:effectLst>
            <a:outerShdw sx="100000" sy="100000" kx="0" ky="0" algn="bl" rotWithShape="0" blurRad="57150" dist="14288" dir="5400000">
              <a:srgbClr val="a1bfb4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232685" y="3281772"/>
            <a:ext cx="857250" cy="0"/>
          </a:xfrm>
          <a:prstGeom prst="line">
            <a:avLst/>
          </a:prstGeom>
          <a:noFill/>
          <a:ln w="857250">
            <a:solidFill>
              <a:srgbClr val="A1BF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1310" y="2853147"/>
            <a:ext cx="0" cy="857250"/>
          </a:xfrm>
          <a:prstGeom prst="line">
            <a:avLst/>
          </a:prstGeom>
          <a:noFill/>
          <a:ln w="8572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18957" y="2996022"/>
            <a:ext cx="2750567" cy="1890303"/>
          </a:xfrm>
          <a:prstGeom prst="roundRect">
            <a:avLst>
              <a:gd name="adj" fmla="val 7558"/>
            </a:avLst>
          </a:prstGeom>
          <a:solidFill>
            <a:srgbClr val="F5F7F6"/>
          </a:solidFill>
          <a:ln/>
          <a:effectLst>
            <a:outerShdw sx="100000" sy="100000" kx="0" ky="0" algn="bl" rotWithShape="0" blurRad="57150" dist="14288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61832" y="2853147"/>
            <a:ext cx="714375" cy="714375"/>
          </a:xfrm>
          <a:prstGeom prst="roundRect">
            <a:avLst>
              <a:gd name="adj" fmla="val 96000"/>
            </a:avLst>
          </a:prstGeom>
          <a:solidFill>
            <a:srgbClr val="A1BFB4"/>
          </a:solidFill>
          <a:ln/>
          <a:effectLst>
            <a:outerShdw sx="100000" sy="100000" kx="0" ky="0" algn="bl" rotWithShape="0" blurRad="57150" dist="14288" dir="5400000">
              <a:srgbClr val="a1bfb4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155149" y="3281772"/>
            <a:ext cx="857250" cy="0"/>
          </a:xfrm>
          <a:prstGeom prst="line">
            <a:avLst/>
          </a:prstGeom>
          <a:noFill/>
          <a:ln w="857250">
            <a:solidFill>
              <a:srgbClr val="A1BFB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83774" y="2853147"/>
            <a:ext cx="0" cy="857250"/>
          </a:xfrm>
          <a:prstGeom prst="line">
            <a:avLst/>
          </a:prstGeom>
          <a:noFill/>
          <a:ln w="85725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" y="190500"/>
            <a:ext cx="9144000" cy="349567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8575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81063" y="476250"/>
            <a:ext cx="1143000" cy="1143000"/>
          </a:xfrm>
          <a:prstGeom prst="roundRect">
            <a:avLst>
              <a:gd name="adj" fmla="val 40000"/>
            </a:avLst>
          </a:prstGeom>
          <a:solidFill>
            <a:srgbClr val="C7DBD4"/>
          </a:solidFill>
          <a:ln/>
          <a:effectLst>
            <a:outerShdw sx="100000" sy="100000" kx="0" ky="0" algn="bl" rotWithShape="0" blurRad="38100" dist="9525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88219" y="583406"/>
            <a:ext cx="928688" cy="928688"/>
          </a:xfrm>
          <a:prstGeom prst="roundRect">
            <a:avLst>
              <a:gd name="adj" fmla="val 49231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26344" y="821531"/>
            <a:ext cx="452438" cy="452438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24188" y="476250"/>
            <a:ext cx="1143000" cy="1143000"/>
          </a:xfrm>
          <a:prstGeom prst="roundRect">
            <a:avLst>
              <a:gd name="adj" fmla="val 40000"/>
            </a:avLst>
          </a:prstGeom>
          <a:solidFill>
            <a:srgbClr val="A4C4B9"/>
          </a:solidFill>
          <a:ln/>
          <a:effectLst>
            <a:outerShdw sx="100000" sy="100000" kx="0" ky="0" algn="bl" rotWithShape="0" blurRad="38100" dist="9525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131344" y="583406"/>
            <a:ext cx="928688" cy="928688"/>
          </a:xfrm>
          <a:prstGeom prst="roundRect">
            <a:avLst>
              <a:gd name="adj" fmla="val 49231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69469" y="821531"/>
            <a:ext cx="452438" cy="452438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67313" y="476250"/>
            <a:ext cx="1143000" cy="1143000"/>
          </a:xfrm>
          <a:prstGeom prst="roundRect">
            <a:avLst>
              <a:gd name="adj" fmla="val 40000"/>
            </a:avLst>
          </a:prstGeom>
          <a:solidFill>
            <a:srgbClr val="85B1A1"/>
          </a:solidFill>
          <a:ln/>
          <a:effectLst>
            <a:outerShdw sx="100000" sy="100000" kx="0" ky="0" algn="bl" rotWithShape="0" blurRad="38100" dist="9525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74469" y="583406"/>
            <a:ext cx="928688" cy="928688"/>
          </a:xfrm>
          <a:prstGeom prst="roundRect">
            <a:avLst>
              <a:gd name="adj" fmla="val 49231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12594" y="821531"/>
            <a:ext cx="452438" cy="452438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0438" y="476250"/>
            <a:ext cx="1143000" cy="1143000"/>
          </a:xfrm>
          <a:prstGeom prst="roundRect">
            <a:avLst>
              <a:gd name="adj" fmla="val 40000"/>
            </a:avLst>
          </a:prstGeom>
          <a:solidFill>
            <a:srgbClr val="418787"/>
          </a:solidFill>
          <a:ln/>
          <a:effectLst>
            <a:outerShdw sx="100000" sy="100000" kx="0" ky="0" algn="bl" rotWithShape="0" blurRad="38100" dist="9525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17594" y="583406"/>
            <a:ext cx="928688" cy="928688"/>
          </a:xfrm>
          <a:prstGeom prst="roundRect">
            <a:avLst>
              <a:gd name="adj" fmla="val 49231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655719" y="821531"/>
            <a:ext cx="452438" cy="452438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" y="95250"/>
            <a:ext cx="4572000" cy="174783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8366" y="190500"/>
            <a:ext cx="285750" cy="190500"/>
          </a:xfrm>
          <a:prstGeom prst="roundRect">
            <a:avLst>
              <a:gd name="adj" fmla="val 50000"/>
            </a:avLst>
          </a:prstGeom>
          <a:solidFill>
            <a:srgbClr val="C4D6D0"/>
          </a:solidFill>
          <a:ln w="9525">
            <a:solidFill>
              <a:srgbClr val="999999"/>
            </a:solidFill>
          </a:ln>
          <a:effectLst>
            <a:outerShdw sx="100000" sy="100000" kx="0" ky="0" algn="bl" rotWithShape="0" blurRad="19050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38125" y="416719"/>
            <a:ext cx="326231" cy="57150"/>
          </a:xfrm>
          <a:prstGeom prst="roundRect">
            <a:avLst>
              <a:gd name="adj" fmla="val 33333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제목을 입력하세요</a:t>
            </a:r>
            <a:endParaRPr lang="en-US" sz="525" dirty="0"/>
          </a:p>
        </p:txBody>
      </p:sp>
      <p:sp>
        <p:nvSpPr>
          <p:cNvPr id="5" name="Text 3"/>
          <p:cNvSpPr/>
          <p:nvPr/>
        </p:nvSpPr>
        <p:spPr>
          <a:xfrm>
            <a:off x="2551509" y="197867"/>
            <a:ext cx="1972866" cy="268598"/>
          </a:xfrm>
          <a:prstGeom prst="roundRect">
            <a:avLst>
              <a:gd name="adj" fmla="val 7092"/>
            </a:avLst>
          </a:prstGeom>
          <a:solidFill>
            <a:srgbClr val="FFFFFF"/>
          </a:solidFill>
          <a:ln w="9525">
            <a:solidFill>
              <a:srgbClr val="15332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8366" y="854869"/>
            <a:ext cx="285750" cy="190500"/>
          </a:xfrm>
          <a:prstGeom prst="roundRect">
            <a:avLst>
              <a:gd name="adj" fmla="val 50000"/>
            </a:avLst>
          </a:prstGeom>
          <a:solidFill>
            <a:srgbClr val="83A99B"/>
          </a:solidFill>
          <a:ln w="9525">
            <a:solidFill>
              <a:srgbClr val="666666"/>
            </a:solidFill>
          </a:ln>
          <a:effectLst>
            <a:outerShdw sx="100000" sy="100000" kx="0" ky="0" algn="bl" rotWithShape="0" blurRad="19050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38125" y="1081088"/>
            <a:ext cx="326231" cy="57150"/>
          </a:xfrm>
          <a:prstGeom prst="roundRect">
            <a:avLst>
              <a:gd name="adj" fmla="val 33333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제목을 입력하세요</a:t>
            </a:r>
            <a:endParaRPr lang="en-US" sz="525" dirty="0"/>
          </a:p>
        </p:txBody>
      </p:sp>
      <p:sp>
        <p:nvSpPr>
          <p:cNvPr id="8" name="Text 6"/>
          <p:cNvSpPr/>
          <p:nvPr/>
        </p:nvSpPr>
        <p:spPr>
          <a:xfrm>
            <a:off x="2551509" y="862236"/>
            <a:ext cx="1972866" cy="268598"/>
          </a:xfrm>
          <a:prstGeom prst="roundRect">
            <a:avLst>
              <a:gd name="adj" fmla="val 7092"/>
            </a:avLst>
          </a:prstGeom>
          <a:solidFill>
            <a:srgbClr val="FFFFFF"/>
          </a:solidFill>
          <a:ln w="9525">
            <a:solidFill>
              <a:srgbClr val="67B7B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8366" y="1519238"/>
            <a:ext cx="285750" cy="190500"/>
          </a:xfrm>
          <a:prstGeom prst="roundRect">
            <a:avLst>
              <a:gd name="adj" fmla="val 50000"/>
            </a:avLst>
          </a:prstGeom>
          <a:solidFill>
            <a:srgbClr val="479374"/>
          </a:solidFill>
          <a:ln w="9525">
            <a:solidFill>
              <a:srgbClr val="333333"/>
            </a:solidFill>
          </a:ln>
          <a:effectLst>
            <a:outerShdw sx="100000" sy="100000" kx="0" ky="0" algn="bl" rotWithShape="0" blurRad="19050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8125" y="1745456"/>
            <a:ext cx="326231" cy="57150"/>
          </a:xfrm>
          <a:prstGeom prst="roundRect">
            <a:avLst>
              <a:gd name="adj" fmla="val 33333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제목을 입력하세요</a:t>
            </a:r>
            <a:endParaRPr lang="en-US" sz="525" dirty="0"/>
          </a:p>
        </p:txBody>
      </p:sp>
      <p:sp>
        <p:nvSpPr>
          <p:cNvPr id="11" name="Text 9"/>
          <p:cNvSpPr/>
          <p:nvPr/>
        </p:nvSpPr>
        <p:spPr>
          <a:xfrm>
            <a:off x="2551509" y="1526604"/>
            <a:ext cx="1972866" cy="268598"/>
          </a:xfrm>
          <a:prstGeom prst="roundRect">
            <a:avLst>
              <a:gd name="adj" fmla="val 7092"/>
            </a:avLst>
          </a:prstGeom>
          <a:solidFill>
            <a:srgbClr val="FFFFFF"/>
          </a:solidFill>
          <a:ln w="9525">
            <a:solidFill>
              <a:srgbClr val="A1BFB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" y="95250"/>
            <a:ext cx="4572000" cy="174783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8366" y="190500"/>
            <a:ext cx="285750" cy="190500"/>
          </a:xfrm>
          <a:prstGeom prst="roundRect">
            <a:avLst>
              <a:gd name="adj" fmla="val 50000"/>
            </a:avLst>
          </a:prstGeom>
          <a:solidFill>
            <a:srgbClr val="C4D6D0"/>
          </a:solidFill>
          <a:ln w="9525">
            <a:solidFill>
              <a:srgbClr val="999999"/>
            </a:solidFill>
          </a:ln>
          <a:effectLst>
            <a:outerShdw sx="100000" sy="100000" kx="0" ky="0" algn="bl" rotWithShape="0" blurRad="19050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38125" y="416719"/>
            <a:ext cx="326231" cy="57150"/>
          </a:xfrm>
          <a:prstGeom prst="roundRect">
            <a:avLst>
              <a:gd name="adj" fmla="val 33333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제목을 입력하세요</a:t>
            </a:r>
            <a:endParaRPr lang="en-US" sz="525" dirty="0"/>
          </a:p>
        </p:txBody>
      </p:sp>
      <p:sp>
        <p:nvSpPr>
          <p:cNvPr id="5" name="Text 3"/>
          <p:cNvSpPr/>
          <p:nvPr/>
        </p:nvSpPr>
        <p:spPr>
          <a:xfrm>
            <a:off x="2551509" y="197867"/>
            <a:ext cx="1972866" cy="268598"/>
          </a:xfrm>
          <a:prstGeom prst="roundRect">
            <a:avLst>
              <a:gd name="adj" fmla="val 7092"/>
            </a:avLst>
          </a:prstGeom>
          <a:solidFill>
            <a:srgbClr val="FFFFFF"/>
          </a:solidFill>
          <a:ln w="9525">
            <a:solidFill>
              <a:srgbClr val="15332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8366" y="854869"/>
            <a:ext cx="285750" cy="190500"/>
          </a:xfrm>
          <a:prstGeom prst="roundRect">
            <a:avLst>
              <a:gd name="adj" fmla="val 50000"/>
            </a:avLst>
          </a:prstGeom>
          <a:solidFill>
            <a:srgbClr val="83A99B"/>
          </a:solidFill>
          <a:ln w="9525">
            <a:solidFill>
              <a:srgbClr val="666666"/>
            </a:solidFill>
          </a:ln>
          <a:effectLst>
            <a:outerShdw sx="100000" sy="100000" kx="0" ky="0" algn="bl" rotWithShape="0" blurRad="19050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38125" y="1081088"/>
            <a:ext cx="326231" cy="57150"/>
          </a:xfrm>
          <a:prstGeom prst="roundRect">
            <a:avLst>
              <a:gd name="adj" fmla="val 33333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제목을 입력하세요</a:t>
            </a:r>
            <a:endParaRPr lang="en-US" sz="525" dirty="0"/>
          </a:p>
        </p:txBody>
      </p:sp>
      <p:sp>
        <p:nvSpPr>
          <p:cNvPr id="8" name="Text 6"/>
          <p:cNvSpPr/>
          <p:nvPr/>
        </p:nvSpPr>
        <p:spPr>
          <a:xfrm>
            <a:off x="2551509" y="862236"/>
            <a:ext cx="1972866" cy="268598"/>
          </a:xfrm>
          <a:prstGeom prst="roundRect">
            <a:avLst>
              <a:gd name="adj" fmla="val 7092"/>
            </a:avLst>
          </a:prstGeom>
          <a:solidFill>
            <a:srgbClr val="FFFFFF"/>
          </a:solidFill>
          <a:ln w="9525">
            <a:solidFill>
              <a:srgbClr val="67B7B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8366" y="1519238"/>
            <a:ext cx="285750" cy="190500"/>
          </a:xfrm>
          <a:prstGeom prst="roundRect">
            <a:avLst>
              <a:gd name="adj" fmla="val 50000"/>
            </a:avLst>
          </a:prstGeom>
          <a:solidFill>
            <a:srgbClr val="479374"/>
          </a:solidFill>
          <a:ln w="9525">
            <a:solidFill>
              <a:srgbClr val="333333"/>
            </a:solidFill>
          </a:ln>
          <a:effectLst>
            <a:outerShdw sx="100000" sy="100000" kx="0" ky="0" algn="bl" rotWithShape="0" blurRad="19050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8125" y="1745456"/>
            <a:ext cx="326231" cy="57150"/>
          </a:xfrm>
          <a:prstGeom prst="roundRect">
            <a:avLst>
              <a:gd name="adj" fmla="val 33333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제목을 입력하세요</a:t>
            </a:r>
            <a:endParaRPr lang="en-US" sz="525" dirty="0"/>
          </a:p>
        </p:txBody>
      </p:sp>
      <p:sp>
        <p:nvSpPr>
          <p:cNvPr id="11" name="Text 9"/>
          <p:cNvSpPr/>
          <p:nvPr/>
        </p:nvSpPr>
        <p:spPr>
          <a:xfrm>
            <a:off x="2551509" y="1526604"/>
            <a:ext cx="1972866" cy="268598"/>
          </a:xfrm>
          <a:prstGeom prst="roundRect">
            <a:avLst>
              <a:gd name="adj" fmla="val 7092"/>
            </a:avLst>
          </a:prstGeom>
          <a:solidFill>
            <a:srgbClr val="FFFFFF"/>
          </a:solidFill>
          <a:ln w="9525">
            <a:solidFill>
              <a:srgbClr val="A1BFB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9876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0284" y="618403"/>
            <a:ext cx="3648436" cy="4433960"/>
          </a:xfrm>
          <a:prstGeom prst="roundRect">
            <a:avLst>
              <a:gd name="adj" fmla="val 1013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5250"/>
            <a:ext cx="9144000" cy="5143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8575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9525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05247" y="779264"/>
            <a:ext cx="7342584" cy="19050"/>
          </a:xfrm>
          <a:prstGeom prst="rect">
            <a:avLst/>
          </a:prstGeom>
          <a:solidFill>
            <a:srgbClr val="1533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14600" y="465534"/>
            <a:ext cx="4069035" cy="622325"/>
          </a:xfrm>
          <a:prstGeom prst="roundRect">
            <a:avLst>
              <a:gd name="adj" fmla="val 6122"/>
            </a:avLst>
          </a:prstGeom>
          <a:solidFill>
            <a:srgbClr val="2252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05247" y="3675087"/>
            <a:ext cx="7342584" cy="19050"/>
          </a:xfrm>
          <a:prstGeom prst="rect">
            <a:avLst/>
          </a:prstGeom>
          <a:solidFill>
            <a:srgbClr val="1533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 물류관리 시스템 구축 착수보고</dc:title>
  <dc:subject>착수보고회 발표자료</dc:subject>
  <dc:creator>테크솔루션</dc:creator>
  <cp:lastModifiedBy>테크솔루션</cp:lastModifiedBy>
  <cp:revision>1</cp:revision>
  <dcterms:created xsi:type="dcterms:W3CDTF">2026-01-16T06:17:56Z</dcterms:created>
  <dcterms:modified xsi:type="dcterms:W3CDTF">2026-01-16T06:17:56Z</dcterms:modified>
</cp:coreProperties>
</file>