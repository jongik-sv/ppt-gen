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9" r:id="rId2"/>
    <p:sldId id="274" r:id="rId3"/>
    <p:sldId id="275" r:id="rId4"/>
    <p:sldId id="283" r:id="rId5"/>
    <p:sldId id="281" r:id="rId6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128" d="100"/>
          <a:sy n="128" d="100"/>
        </p:scale>
        <p:origin x="144" y="12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01-11(Sun)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01-11(Sun)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0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7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85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1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5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111250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콘텐츠 사용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6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822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8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1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4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pPr algn="ctr"/>
            <a:r>
              <a:rPr lang="ko-KR" altLang="en-US" dirty="0" sz="2800" b="1">
                <a:solidFill>
                  <a:srgbClr val="0066CC"/>
                </a:solidFill>
              </a:rPr>
              <a:t>스마트 물류관리 시스템 구축 프로젝트
수행계획서 발표</a:t>
            </a:r>
            <a:br>
              <a:rPr lang="ko-KR" altLang="en-US" dirty="0"/>
            </a:b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ko-KR" altLang="en-US" dirty="0" err="1" smtClean="0" sz="1200" b="0">
                <a:solidFill>
                  <a:srgbClr val="333333"/>
                </a:solidFill>
              </a:rPr>
              <a:t>발주기관: 글로벌물류(주) | 수행기관: (주)테크솔루션 | 사업기간: 2025.01.06 ~ 2025.12.31 (12개월) | 사업금액: 1,500백만원</a:t>
            </a:r>
            <a:r>
              <a:rPr lang="ko-KR" altLang="en-US" dirty="0" smtClean="0"/>
              <a:t/>
            </a:r>
            <a:r>
              <a:rPr lang="en-US" altLang="ko-KR" dirty="0" smtClean="0"/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54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 sz="2000" b="1">
                <a:solidFill>
                  <a:srgbClr val="0066CC"/>
                </a:solidFill>
              </a:rPr>
              <a:t>01
02
03
04
05
06
07
08</a:t>
            </a:r>
          </a:p>
          <a:p>
            <a:r>
              <a:rPr lang="en-US" altLang="ko-KR" dirty="0" smtClean="0"/>
              <a:t/>
            </a:r>
          </a:p>
          <a:p>
            <a:r>
              <a:rPr lang="en-US" altLang="ko-KR" dirty="0" smtClean="0"/>
              <a:t/>
            </a:r>
          </a:p>
          <a:p>
            <a:r>
              <a:rPr lang="en-US" altLang="ko-KR" dirty="0" smtClean="0"/>
              <a:t/>
            </a:r>
          </a:p>
          <a:p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 sz="1000" b="0">
                <a:solidFill>
                  <a:schemeClr val="bg1"/>
                </a:solidFill>
              </a:rPr>
              <a:t/>
            </a:r>
          </a:p>
          <a:p>
            <a:r>
              <a:rPr lang="en-US" altLang="ko-KR" dirty="0" smtClean="0"/>
              <a:t/>
            </a:r>
          </a:p>
          <a:p>
            <a:r>
              <a:rPr lang="en-US" altLang="ko-KR" dirty="0" smtClean="0"/>
              <a:t/>
            </a:r>
          </a:p>
          <a:p>
            <a:r>
              <a:rPr lang="en-US" altLang="ko-KR" dirty="0" smtClean="0"/>
              <a:t/>
            </a:r>
          </a:p>
          <a:p>
            <a:r>
              <a:rPr lang="en-US" altLang="ko-KR" dirty="0" smtClean="0"/>
              <a:t/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 sz="1400" b="0">
                <a:solidFill>
                  <a:srgbClr val="333333"/>
                </a:solidFill>
              </a:rPr>
              <a:t>프로젝트 개요
추진 전략 및 방법론
프로젝트 조직
마스터 일정
기술 아키텍처
품질 및 보안 관리
위험 관리
기대 효과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/>
            </a:r>
            <a:endParaRPr lang="en-US" altLang="ko-KR" dirty="0" smtClean="0"/>
          </a:p>
          <a:p>
            <a:r>
              <a:rPr lang="ko-KR" altLang="en-US" dirty="0" smtClean="0"/>
              <a:t/>
            </a:r>
            <a:endParaRPr lang="en-US" altLang="ko-KR" dirty="0" smtClean="0"/>
          </a:p>
          <a:p>
            <a:r>
              <a:rPr lang="ko-KR" altLang="en-US" dirty="0" smtClean="0"/>
              <a:t/>
            </a:r>
            <a:endParaRPr lang="en-US" altLang="ko-KR" dirty="0" smtClean="0"/>
          </a:p>
          <a:p>
            <a:r>
              <a:rPr lang="ko-KR" altLang="en-US" dirty="0" smtClean="0"/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17pt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ko-KR" altLang="en-US" dirty="0" err="1"/>
              <a:t>두줄까지</a:t>
            </a:r>
            <a:r>
              <a:rPr lang="ko-KR" altLang="en-US" dirty="0"/>
              <a:t> 사용 가능하며 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50695"/>
            <a:ext cx="6172693" cy="410497"/>
          </a:xfrm>
        </p:spPr>
        <p:txBody>
          <a:bodyPr/>
          <a:lstStyle/>
          <a:p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z="1400" b="0">
                <a:solidFill>
                  <a:srgbClr val="333333"/>
                </a:solidFill>
              </a:rPr>
              <a:t>▸ 핵심: problem</a:t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en-US" altLang="ko-KR" dirty="0"/>
              <a:t/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>
          <a:xfrm>
            <a:off x="272833" y="152683"/>
            <a:ext cx="6172693" cy="406522"/>
          </a:xfrm>
        </p:spPr>
        <p:txBody>
          <a:bodyPr/>
          <a:lstStyle/>
          <a:p>
            <a:r>
              <a:rPr lang="en-US" altLang="ko-KR" dirty="0" sz="1900" b="1">
                <a:solidFill>
                  <a:srgbClr val="333333"/>
                </a:solidFill>
              </a:rPr>
              <a:t>프로젝트 배경 및 목표</a:t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 smtClean="0"/>
              <a:t/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r>
              <a:rPr sz="1000" b="0"/>
              <a:t>4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 sz="1000" b="0"/>
              <a:t>스마트물류팀</a:t>
            </a:r>
            <a:r>
              <a:rPr lang="en-US" altLang="ko-KR" smtClean="0"/>
              <a:t/>
            </a:r>
            <a:r>
              <a:rPr lang="ko-KR" altLang="en-US" smtClean="0"/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935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272833" y="152683"/>
            <a:ext cx="9357781" cy="406522"/>
          </a:xfrm>
        </p:spPr>
        <p:txBody>
          <a:bodyPr/>
          <a:lstStyle/>
          <a:p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7837</TotalTime>
  <Words>141</Words>
  <Application>Microsoft Office PowerPoint</Application>
  <PresentationFormat>A4 용지(210x297mm)</PresentationFormat>
  <Paragraphs>38</Paragraphs>
  <Slides>5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동국시스템즈 문서 표지 양식 White_Big K 버전</vt:lpstr>
      <vt:lpstr>PowerPoint 프레젠테이션</vt:lpstr>
      <vt:lpstr>Action title은 본고딕 Medium 17pt 입니다. 최대 두줄까지 사용 가능하며 본문 요약 및 주요 메시지를 기재해주십시요. </vt:lpstr>
      <vt:lpstr>Action title은 본고딕 Medium 17pt 입니다. 최대 두줄까지 사용 가능하며 본문 요약 및 주요 메시지를 기재해주십시요.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장종익</cp:lastModifiedBy>
  <cp:revision>306</cp:revision>
  <cp:lastPrinted>2025-07-23T03:28:55Z</cp:lastPrinted>
  <dcterms:created xsi:type="dcterms:W3CDTF">2019-03-13T02:13:57Z</dcterms:created>
  <dcterms:modified xsi:type="dcterms:W3CDTF">2026-01-11T06:09:51Z</dcterms:modified>
</cp:coreProperties>
</file>