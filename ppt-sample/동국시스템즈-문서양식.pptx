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13.xml" ContentType="application/vnd.openxmlformats-officedocument.presentationml.tags+xml"/>
  <Override PartName="/ppt/notesSlides/notesSlide1.xml" ContentType="application/vnd.openxmlformats-officedocument.presentationml.notesSlide+xml"/>
  <Override PartName="/ppt/tags/tag14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7"/>
  </p:notesMasterIdLst>
  <p:handoutMasterIdLst>
    <p:handoutMasterId r:id="rId8"/>
  </p:handoutMasterIdLst>
  <p:sldIdLst>
    <p:sldId id="269" r:id="rId2"/>
    <p:sldId id="274" r:id="rId3"/>
    <p:sldId id="275" r:id="rId4"/>
    <p:sldId id="283" r:id="rId5"/>
    <p:sldId id="281" r:id="rId6"/>
  </p:sldIdLst>
  <p:sldSz cx="9906000" cy="6858000" type="A4"/>
  <p:notesSz cx="6735763" cy="9866313"/>
  <p:custDataLst>
    <p:tags r:id="rId9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452"/>
    <a:srgbClr val="8BA2BB"/>
    <a:srgbClr val="FBEEEA"/>
    <a:srgbClr val="F6EEE0"/>
    <a:srgbClr val="00734A"/>
    <a:srgbClr val="D55633"/>
    <a:srgbClr val="B6B6B6"/>
    <a:srgbClr val="B7D0D4"/>
    <a:srgbClr val="757575"/>
    <a:srgbClr val="E9B8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72" autoAdjust="0"/>
    <p:restoredTop sz="96323" autoAdjust="0"/>
  </p:normalViewPr>
  <p:slideViewPr>
    <p:cSldViewPr snapToGrid="0">
      <p:cViewPr varScale="1">
        <p:scale>
          <a:sx n="128" d="100"/>
          <a:sy n="128" d="100"/>
        </p:scale>
        <p:origin x="144" y="120"/>
      </p:cViewPr>
      <p:guideLst/>
    </p:cSldViewPr>
  </p:slideViewPr>
  <p:outlineViewPr>
    <p:cViewPr>
      <p:scale>
        <a:sx n="33" d="100"/>
        <a:sy n="33" d="100"/>
      </p:scale>
      <p:origin x="0" y="-2319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200" d="100"/>
        <a:sy n="200" d="100"/>
      </p:scale>
      <p:origin x="0" y="-24690"/>
    </p:cViewPr>
  </p:sorterViewPr>
  <p:notesViewPr>
    <p:cSldViewPr snapToGrid="0">
      <p:cViewPr varScale="1">
        <p:scale>
          <a:sx n="183" d="100"/>
          <a:sy n="183" d="100"/>
        </p:scale>
        <p:origin x="7602" y="15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tags" Target="tags/tag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9565" cy="493868"/>
          </a:xfrm>
          <a:prstGeom prst="rect">
            <a:avLst/>
          </a:prstGeom>
        </p:spPr>
        <p:txBody>
          <a:bodyPr vert="horz" lIns="90763" tIns="45382" rIns="90763" bIns="45382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14626" y="0"/>
            <a:ext cx="2919565" cy="493868"/>
          </a:xfrm>
          <a:prstGeom prst="rect">
            <a:avLst/>
          </a:prstGeom>
        </p:spPr>
        <p:txBody>
          <a:bodyPr vert="horz" lIns="90763" tIns="45382" rIns="90763" bIns="45382" rtlCol="0"/>
          <a:lstStyle>
            <a:lvl1pPr algn="r">
              <a:defRPr sz="1200"/>
            </a:lvl1pPr>
          </a:lstStyle>
          <a:p>
            <a:fld id="{D2E4BD13-F898-49E6-A39C-3EB0AB04F83F}" type="datetimeFigureOut">
              <a:rPr lang="ko-KR" altLang="en-US" smtClean="0"/>
              <a:t>01-11(Sun)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372445"/>
            <a:ext cx="2919565" cy="493868"/>
          </a:xfrm>
          <a:prstGeom prst="rect">
            <a:avLst/>
          </a:prstGeom>
        </p:spPr>
        <p:txBody>
          <a:bodyPr vert="horz" lIns="90763" tIns="45382" rIns="90763" bIns="45382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14626" y="9372445"/>
            <a:ext cx="2919565" cy="493868"/>
          </a:xfrm>
          <a:prstGeom prst="rect">
            <a:avLst/>
          </a:prstGeom>
        </p:spPr>
        <p:txBody>
          <a:bodyPr vert="horz" lIns="90763" tIns="45382" rIns="90763" bIns="45382" rtlCol="0" anchor="b"/>
          <a:lstStyle>
            <a:lvl1pPr algn="r">
              <a:defRPr sz="1200"/>
            </a:lvl1pPr>
          </a:lstStyle>
          <a:p>
            <a:fld id="{3E2ABDA5-4518-4283-841F-7522E9446F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486726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18830" cy="495029"/>
          </a:xfrm>
          <a:prstGeom prst="rect">
            <a:avLst/>
          </a:prstGeom>
        </p:spPr>
        <p:txBody>
          <a:bodyPr vert="horz" lIns="94855" tIns="47427" rIns="94855" bIns="47427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15375" y="1"/>
            <a:ext cx="2918830" cy="495029"/>
          </a:xfrm>
          <a:prstGeom prst="rect">
            <a:avLst/>
          </a:prstGeom>
        </p:spPr>
        <p:txBody>
          <a:bodyPr vert="horz" lIns="94855" tIns="47427" rIns="94855" bIns="47427" rtlCol="0"/>
          <a:lstStyle>
            <a:lvl1pPr algn="r">
              <a:defRPr sz="1300"/>
            </a:lvl1pPr>
          </a:lstStyle>
          <a:p>
            <a:fld id="{C4F66D35-9081-4BC0-9692-D9FCDB08226D}" type="datetimeFigureOut">
              <a:rPr lang="ko-KR" altLang="en-US" smtClean="0"/>
              <a:t>01-11(Sun)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63613" y="1233488"/>
            <a:ext cx="4808537" cy="3328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855" tIns="47427" rIns="94855" bIns="47427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3577" y="4748163"/>
            <a:ext cx="5388610" cy="3884861"/>
          </a:xfrm>
          <a:prstGeom prst="rect">
            <a:avLst/>
          </a:prstGeom>
        </p:spPr>
        <p:txBody>
          <a:bodyPr vert="horz" lIns="94855" tIns="47427" rIns="94855" bIns="47427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371286"/>
            <a:ext cx="2918830" cy="495028"/>
          </a:xfrm>
          <a:prstGeom prst="rect">
            <a:avLst/>
          </a:prstGeom>
        </p:spPr>
        <p:txBody>
          <a:bodyPr vert="horz" lIns="94855" tIns="47427" rIns="94855" bIns="47427" rtlCol="0" anchor="b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15375" y="9371286"/>
            <a:ext cx="2918830" cy="495028"/>
          </a:xfrm>
          <a:prstGeom prst="rect">
            <a:avLst/>
          </a:prstGeom>
        </p:spPr>
        <p:txBody>
          <a:bodyPr vert="horz" lIns="94855" tIns="47427" rIns="94855" bIns="47427" rtlCol="0" anchor="b"/>
          <a:lstStyle>
            <a:lvl1pPr algn="r">
              <a:defRPr sz="1300"/>
            </a:lvl1pPr>
          </a:lstStyle>
          <a:p>
            <a:fld id="{EC363959-1759-4AF2-BCD1-A824430167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9750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363959-1759-4AF2-BCD1-A8244301673A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45873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363959-1759-4AF2-BCD1-A8244301673A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78056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363959-1759-4AF2-BCD1-A8244301673A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91787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363959-1759-4AF2-BCD1-A8244301673A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78855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7" Type="http://schemas.openxmlformats.org/officeDocument/2006/relationships/image" Target="../media/image2.png"/><Relationship Id="rId2" Type="http://schemas.openxmlformats.org/officeDocument/2006/relationships/tags" Target="../tags/tag3.xml"/><Relationship Id="rId1" Type="http://schemas.openxmlformats.org/officeDocument/2006/relationships/vmlDrawing" Target="../drawings/vmlDrawing2.vml"/><Relationship Id="rId6" Type="http://schemas.openxmlformats.org/officeDocument/2006/relationships/image" Target="NULL"/><Relationship Id="rId5" Type="http://schemas.openxmlformats.org/officeDocument/2006/relationships/oleObject" Target="../embeddings/oleObject2.bin"/><Relationship Id="rId4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tags" Target="../tags/tag6.xml"/><Relationship Id="rId7" Type="http://schemas.openxmlformats.org/officeDocument/2006/relationships/image" Target="../media/image3.png"/><Relationship Id="rId2" Type="http://schemas.openxmlformats.org/officeDocument/2006/relationships/tags" Target="../tags/tag5.xml"/><Relationship Id="rId1" Type="http://schemas.openxmlformats.org/officeDocument/2006/relationships/vmlDrawing" Target="../drawings/vmlDrawing3.vml"/><Relationship Id="rId6" Type="http://schemas.openxmlformats.org/officeDocument/2006/relationships/image" Target="NULL"/><Relationship Id="rId5" Type="http://schemas.openxmlformats.org/officeDocument/2006/relationships/oleObject" Target="../embeddings/oleObject3.bin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8.xml"/><Relationship Id="rId7" Type="http://schemas.openxmlformats.org/officeDocument/2006/relationships/image" Target="../media/image2.png"/><Relationship Id="rId2" Type="http://schemas.openxmlformats.org/officeDocument/2006/relationships/tags" Target="../tags/tag7.xml"/><Relationship Id="rId1" Type="http://schemas.openxmlformats.org/officeDocument/2006/relationships/vmlDrawing" Target="../drawings/vmlDrawing4.vml"/><Relationship Id="rId6" Type="http://schemas.openxmlformats.org/officeDocument/2006/relationships/image" Target="NULL"/><Relationship Id="rId5" Type="http://schemas.openxmlformats.org/officeDocument/2006/relationships/oleObject" Target="../embeddings/oleObject4.bin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10.xml"/><Relationship Id="rId7" Type="http://schemas.openxmlformats.org/officeDocument/2006/relationships/image" Target="../media/image2.png"/><Relationship Id="rId2" Type="http://schemas.openxmlformats.org/officeDocument/2006/relationships/tags" Target="../tags/tag9.xml"/><Relationship Id="rId1" Type="http://schemas.openxmlformats.org/officeDocument/2006/relationships/vmlDrawing" Target="../drawings/vmlDrawing5.vml"/><Relationship Id="rId6" Type="http://schemas.openxmlformats.org/officeDocument/2006/relationships/image" Target="NULL"/><Relationship Id="rId5" Type="http://schemas.openxmlformats.org/officeDocument/2006/relationships/oleObject" Target="../embeddings/oleObject5.bin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tags" Target="../tags/tag12.xml"/><Relationship Id="rId7" Type="http://schemas.openxmlformats.org/officeDocument/2006/relationships/image" Target="../media/image2.png"/><Relationship Id="rId2" Type="http://schemas.openxmlformats.org/officeDocument/2006/relationships/tags" Target="../tags/tag11.xml"/><Relationship Id="rId1" Type="http://schemas.openxmlformats.org/officeDocument/2006/relationships/vmlDrawing" Target="../drawings/vmlDrawing6.vml"/><Relationship Id="rId6" Type="http://schemas.openxmlformats.org/officeDocument/2006/relationships/image" Target="NULL"/><Relationship Id="rId5" Type="http://schemas.openxmlformats.org/officeDocument/2006/relationships/oleObject" Target="../embeddings/oleObject6.bin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_Big K 버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개체 8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42004964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7211" name="think-cell 슬라이드" r:id="rId5" imgW="395" imgH="394" progId="TCLayout.ActiveDocument.1">
                  <p:embed/>
                </p:oleObj>
              </mc:Choice>
              <mc:Fallback>
                <p:oleObj name="think-cell 슬라이드" r:id="rId5" imgW="395" imgH="39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직사각형 7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ko-KR" altLang="en-US" sz="3200" b="0" i="0" baseline="0" dirty="0">
              <a:latin typeface="본고딕 Bold" panose="020B0800000000000000" pitchFamily="34" charset="-127"/>
              <a:ea typeface="본고딕 Bold" panose="020B0800000000000000" pitchFamily="34" charset="-127"/>
              <a:cs typeface="+mj-cs"/>
              <a:sym typeface="본고딕 Bold" panose="020B0800000000000000" pitchFamily="34" charset="-127"/>
            </a:endParaRPr>
          </a:p>
        </p:txBody>
      </p:sp>
      <p:sp>
        <p:nvSpPr>
          <p:cNvPr id="27" name="텍스트 개체 틀 26"/>
          <p:cNvSpPr>
            <a:spLocks noGrp="1"/>
          </p:cNvSpPr>
          <p:nvPr>
            <p:ph type="body" sz="quarter" idx="13" hasCustomPrompt="1"/>
          </p:nvPr>
        </p:nvSpPr>
        <p:spPr>
          <a:xfrm>
            <a:off x="442831" y="3673264"/>
            <a:ext cx="5364061" cy="248727"/>
          </a:xfrm>
        </p:spPr>
        <p:txBody>
          <a:bodyPr>
            <a:noAutofit/>
          </a:bodyPr>
          <a:lstStyle>
            <a:lvl1pPr marL="0" indent="0">
              <a:buNone/>
              <a:defRPr sz="1400" spc="-20" baseline="0">
                <a:latin typeface="본고딕 Medium" panose="020B0600000000000000" pitchFamily="34" charset="-127"/>
                <a:ea typeface="본고딕 Medium" panose="020B0600000000000000" pitchFamily="34" charset="-127"/>
              </a:defRPr>
            </a:lvl1pPr>
          </a:lstStyle>
          <a:p>
            <a:r>
              <a:rPr lang="ko-KR" altLang="en-US" dirty="0" smtClean="0"/>
              <a:t>동국홀딩스 전략팀 </a:t>
            </a:r>
            <a:r>
              <a:rPr lang="en-US" altLang="ko-KR" dirty="0" smtClean="0"/>
              <a:t>I 2025.07.23</a:t>
            </a:r>
            <a:endParaRPr lang="ko-KR" altLang="en-US" dirty="0"/>
          </a:p>
        </p:txBody>
      </p:sp>
      <p:sp>
        <p:nvSpPr>
          <p:cNvPr id="10" name="직사각형 9"/>
          <p:cNvSpPr/>
          <p:nvPr userDrawn="1"/>
        </p:nvSpPr>
        <p:spPr>
          <a:xfrm>
            <a:off x="0" y="-2874"/>
            <a:ext cx="9906000" cy="36000"/>
          </a:xfrm>
          <a:prstGeom prst="rect">
            <a:avLst/>
          </a:prstGeom>
          <a:gradFill>
            <a:gsLst>
              <a:gs pos="38000">
                <a:srgbClr val="002452"/>
              </a:gs>
              <a:gs pos="0">
                <a:srgbClr val="C51F2A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12" name="그룹 11"/>
          <p:cNvGrpSpPr/>
          <p:nvPr userDrawn="1"/>
        </p:nvGrpSpPr>
        <p:grpSpPr>
          <a:xfrm>
            <a:off x="6610294" y="2"/>
            <a:ext cx="3295706" cy="6278571"/>
            <a:chOff x="6610294" y="2"/>
            <a:chExt cx="3295706" cy="6278571"/>
          </a:xfrm>
          <a:solidFill>
            <a:schemeClr val="tx2">
              <a:alpha val="5000"/>
            </a:schemeClr>
          </a:solidFill>
        </p:grpSpPr>
        <p:sp>
          <p:nvSpPr>
            <p:cNvPr id="13" name="직사각형 6"/>
            <p:cNvSpPr/>
            <p:nvPr/>
          </p:nvSpPr>
          <p:spPr>
            <a:xfrm rot="2515217">
              <a:off x="6610294" y="3164258"/>
              <a:ext cx="1057133" cy="3114315"/>
            </a:xfrm>
            <a:custGeom>
              <a:avLst/>
              <a:gdLst>
                <a:gd name="connsiteX0" fmla="*/ 0 w 1028870"/>
                <a:gd name="connsiteY0" fmla="*/ 0 h 2292585"/>
                <a:gd name="connsiteX1" fmla="*/ 1028870 w 1028870"/>
                <a:gd name="connsiteY1" fmla="*/ 0 h 2292585"/>
                <a:gd name="connsiteX2" fmla="*/ 1028870 w 1028870"/>
                <a:gd name="connsiteY2" fmla="*/ 2292585 h 2292585"/>
                <a:gd name="connsiteX3" fmla="*/ 0 w 1028870"/>
                <a:gd name="connsiteY3" fmla="*/ 2292585 h 2292585"/>
                <a:gd name="connsiteX4" fmla="*/ 0 w 1028870"/>
                <a:gd name="connsiteY4" fmla="*/ 0 h 2292585"/>
                <a:gd name="connsiteX0" fmla="*/ 0 w 1028870"/>
                <a:gd name="connsiteY0" fmla="*/ 0 h 2292585"/>
                <a:gd name="connsiteX1" fmla="*/ 915610 w 1028870"/>
                <a:gd name="connsiteY1" fmla="*/ 287310 h 2292585"/>
                <a:gd name="connsiteX2" fmla="*/ 1028870 w 1028870"/>
                <a:gd name="connsiteY2" fmla="*/ 2292585 h 2292585"/>
                <a:gd name="connsiteX3" fmla="*/ 0 w 1028870"/>
                <a:gd name="connsiteY3" fmla="*/ 2292585 h 2292585"/>
                <a:gd name="connsiteX4" fmla="*/ 0 w 1028870"/>
                <a:gd name="connsiteY4" fmla="*/ 0 h 2292585"/>
                <a:gd name="connsiteX0" fmla="*/ 0 w 1028870"/>
                <a:gd name="connsiteY0" fmla="*/ 0 h 2292585"/>
                <a:gd name="connsiteX1" fmla="*/ 1020260 w 1028870"/>
                <a:gd name="connsiteY1" fmla="*/ 97338 h 2292585"/>
                <a:gd name="connsiteX2" fmla="*/ 1028870 w 1028870"/>
                <a:gd name="connsiteY2" fmla="*/ 2292585 h 2292585"/>
                <a:gd name="connsiteX3" fmla="*/ 0 w 1028870"/>
                <a:gd name="connsiteY3" fmla="*/ 2292585 h 2292585"/>
                <a:gd name="connsiteX4" fmla="*/ 0 w 1028870"/>
                <a:gd name="connsiteY4" fmla="*/ 0 h 2292585"/>
                <a:gd name="connsiteX0" fmla="*/ 251001 w 1028870"/>
                <a:gd name="connsiteY0" fmla="*/ 189336 h 2195247"/>
                <a:gd name="connsiteX1" fmla="*/ 1020260 w 1028870"/>
                <a:gd name="connsiteY1" fmla="*/ 0 h 2195247"/>
                <a:gd name="connsiteX2" fmla="*/ 1028870 w 1028870"/>
                <a:gd name="connsiteY2" fmla="*/ 2195247 h 2195247"/>
                <a:gd name="connsiteX3" fmla="*/ 0 w 1028870"/>
                <a:gd name="connsiteY3" fmla="*/ 2195247 h 2195247"/>
                <a:gd name="connsiteX4" fmla="*/ 251001 w 1028870"/>
                <a:gd name="connsiteY4" fmla="*/ 189336 h 2195247"/>
                <a:gd name="connsiteX0" fmla="*/ 0 w 1038054"/>
                <a:gd name="connsiteY0" fmla="*/ 0 h 2309942"/>
                <a:gd name="connsiteX1" fmla="*/ 1029444 w 1038054"/>
                <a:gd name="connsiteY1" fmla="*/ 114695 h 2309942"/>
                <a:gd name="connsiteX2" fmla="*/ 1038054 w 1038054"/>
                <a:gd name="connsiteY2" fmla="*/ 2309942 h 2309942"/>
                <a:gd name="connsiteX3" fmla="*/ 9184 w 1038054"/>
                <a:gd name="connsiteY3" fmla="*/ 2309942 h 2309942"/>
                <a:gd name="connsiteX4" fmla="*/ 0 w 1038054"/>
                <a:gd name="connsiteY4" fmla="*/ 0 h 2309942"/>
                <a:gd name="connsiteX0" fmla="*/ 1104 w 1039158"/>
                <a:gd name="connsiteY0" fmla="*/ 0 h 3112082"/>
                <a:gd name="connsiteX1" fmla="*/ 1030548 w 1039158"/>
                <a:gd name="connsiteY1" fmla="*/ 114695 h 3112082"/>
                <a:gd name="connsiteX2" fmla="*/ 1039158 w 1039158"/>
                <a:gd name="connsiteY2" fmla="*/ 2309942 h 3112082"/>
                <a:gd name="connsiteX3" fmla="*/ 855 w 1039158"/>
                <a:gd name="connsiteY3" fmla="*/ 3112082 h 3112082"/>
                <a:gd name="connsiteX4" fmla="*/ 1104 w 1039158"/>
                <a:gd name="connsiteY4" fmla="*/ 0 h 3112082"/>
                <a:gd name="connsiteX0" fmla="*/ 1104 w 1030548"/>
                <a:gd name="connsiteY0" fmla="*/ 0 h 3112082"/>
                <a:gd name="connsiteX1" fmla="*/ 1030548 w 1030548"/>
                <a:gd name="connsiteY1" fmla="*/ 114695 h 3112082"/>
                <a:gd name="connsiteX2" fmla="*/ 1004594 w 1030548"/>
                <a:gd name="connsiteY2" fmla="*/ 2200163 h 3112082"/>
                <a:gd name="connsiteX3" fmla="*/ 855 w 1030548"/>
                <a:gd name="connsiteY3" fmla="*/ 3112082 h 3112082"/>
                <a:gd name="connsiteX4" fmla="*/ 1104 w 1030548"/>
                <a:gd name="connsiteY4" fmla="*/ 0 h 3112082"/>
                <a:gd name="connsiteX0" fmla="*/ 1104 w 1039307"/>
                <a:gd name="connsiteY0" fmla="*/ 0 h 3112082"/>
                <a:gd name="connsiteX1" fmla="*/ 1030548 w 1039307"/>
                <a:gd name="connsiteY1" fmla="*/ 114695 h 3112082"/>
                <a:gd name="connsiteX2" fmla="*/ 1039307 w 1039307"/>
                <a:gd name="connsiteY2" fmla="*/ 2181796 h 3112082"/>
                <a:gd name="connsiteX3" fmla="*/ 855 w 1039307"/>
                <a:gd name="connsiteY3" fmla="*/ 3112082 h 3112082"/>
                <a:gd name="connsiteX4" fmla="*/ 1104 w 1039307"/>
                <a:gd name="connsiteY4" fmla="*/ 0 h 3112082"/>
                <a:gd name="connsiteX0" fmla="*/ 212739 w 1038484"/>
                <a:gd name="connsiteY0" fmla="*/ 136181 h 2997387"/>
                <a:gd name="connsiteX1" fmla="*/ 1029725 w 1038484"/>
                <a:gd name="connsiteY1" fmla="*/ 0 h 2997387"/>
                <a:gd name="connsiteX2" fmla="*/ 1038484 w 1038484"/>
                <a:gd name="connsiteY2" fmla="*/ 2067101 h 2997387"/>
                <a:gd name="connsiteX3" fmla="*/ 32 w 1038484"/>
                <a:gd name="connsiteY3" fmla="*/ 2997387 h 2997387"/>
                <a:gd name="connsiteX4" fmla="*/ 212739 w 1038484"/>
                <a:gd name="connsiteY4" fmla="*/ 136181 h 2997387"/>
                <a:gd name="connsiteX0" fmla="*/ 10542 w 1038837"/>
                <a:gd name="connsiteY0" fmla="*/ 0 h 3108177"/>
                <a:gd name="connsiteX1" fmla="*/ 1030078 w 1038837"/>
                <a:gd name="connsiteY1" fmla="*/ 110790 h 3108177"/>
                <a:gd name="connsiteX2" fmla="*/ 1038837 w 1038837"/>
                <a:gd name="connsiteY2" fmla="*/ 2177891 h 3108177"/>
                <a:gd name="connsiteX3" fmla="*/ 385 w 1038837"/>
                <a:gd name="connsiteY3" fmla="*/ 3108177 h 3108177"/>
                <a:gd name="connsiteX4" fmla="*/ 10542 w 1038837"/>
                <a:gd name="connsiteY4" fmla="*/ 0 h 3108177"/>
                <a:gd name="connsiteX0" fmla="*/ 103794 w 1038515"/>
                <a:gd name="connsiteY0" fmla="*/ 0 h 3008713"/>
                <a:gd name="connsiteX1" fmla="*/ 1029756 w 1038515"/>
                <a:gd name="connsiteY1" fmla="*/ 11326 h 3008713"/>
                <a:gd name="connsiteX2" fmla="*/ 1038515 w 1038515"/>
                <a:gd name="connsiteY2" fmla="*/ 2078427 h 3008713"/>
                <a:gd name="connsiteX3" fmla="*/ 63 w 1038515"/>
                <a:gd name="connsiteY3" fmla="*/ 3008713 h 3008713"/>
                <a:gd name="connsiteX4" fmla="*/ 103794 w 1038515"/>
                <a:gd name="connsiteY4" fmla="*/ 0 h 3008713"/>
                <a:gd name="connsiteX0" fmla="*/ 1955 w 1039217"/>
                <a:gd name="connsiteY0" fmla="*/ 0 h 3108659"/>
                <a:gd name="connsiteX1" fmla="*/ 1030458 w 1039217"/>
                <a:gd name="connsiteY1" fmla="*/ 111272 h 3108659"/>
                <a:gd name="connsiteX2" fmla="*/ 1039217 w 1039217"/>
                <a:gd name="connsiteY2" fmla="*/ 2178373 h 3108659"/>
                <a:gd name="connsiteX3" fmla="*/ 765 w 1039217"/>
                <a:gd name="connsiteY3" fmla="*/ 3108659 h 3108659"/>
                <a:gd name="connsiteX4" fmla="*/ 1955 w 1039217"/>
                <a:gd name="connsiteY4" fmla="*/ 0 h 3108659"/>
                <a:gd name="connsiteX0" fmla="*/ 6417 w 1043679"/>
                <a:gd name="connsiteY0" fmla="*/ 0 h 3112902"/>
                <a:gd name="connsiteX1" fmla="*/ 1034920 w 1043679"/>
                <a:gd name="connsiteY1" fmla="*/ 111272 h 3112902"/>
                <a:gd name="connsiteX2" fmla="*/ 1043679 w 1043679"/>
                <a:gd name="connsiteY2" fmla="*/ 2178373 h 3112902"/>
                <a:gd name="connsiteX3" fmla="*/ 503 w 1043679"/>
                <a:gd name="connsiteY3" fmla="*/ 3112902 h 3112902"/>
                <a:gd name="connsiteX4" fmla="*/ 6417 w 1043679"/>
                <a:gd name="connsiteY4" fmla="*/ 0 h 3112902"/>
                <a:gd name="connsiteX0" fmla="*/ 6417 w 1043679"/>
                <a:gd name="connsiteY0" fmla="*/ 0 h 3112903"/>
                <a:gd name="connsiteX1" fmla="*/ 1034920 w 1043679"/>
                <a:gd name="connsiteY1" fmla="*/ 111272 h 3112903"/>
                <a:gd name="connsiteX2" fmla="*/ 1043679 w 1043679"/>
                <a:gd name="connsiteY2" fmla="*/ 2178373 h 3112903"/>
                <a:gd name="connsiteX3" fmla="*/ 503 w 1043679"/>
                <a:gd name="connsiteY3" fmla="*/ 3112903 h 3112903"/>
                <a:gd name="connsiteX4" fmla="*/ 6417 w 1043679"/>
                <a:gd name="connsiteY4" fmla="*/ 0 h 3112903"/>
                <a:gd name="connsiteX0" fmla="*/ 6417 w 1041799"/>
                <a:gd name="connsiteY0" fmla="*/ 0 h 3112903"/>
                <a:gd name="connsiteX1" fmla="*/ 1034920 w 1041799"/>
                <a:gd name="connsiteY1" fmla="*/ 111272 h 3112903"/>
                <a:gd name="connsiteX2" fmla="*/ 1041799 w 1041799"/>
                <a:gd name="connsiteY2" fmla="*/ 2171527 h 3112903"/>
                <a:gd name="connsiteX3" fmla="*/ 503 w 1041799"/>
                <a:gd name="connsiteY3" fmla="*/ 3112903 h 3112903"/>
                <a:gd name="connsiteX4" fmla="*/ 6417 w 1041799"/>
                <a:gd name="connsiteY4" fmla="*/ 0 h 3112903"/>
                <a:gd name="connsiteX0" fmla="*/ 12622 w 1048004"/>
                <a:gd name="connsiteY0" fmla="*/ 0 h 3105816"/>
                <a:gd name="connsiteX1" fmla="*/ 1041125 w 1048004"/>
                <a:gd name="connsiteY1" fmla="*/ 111272 h 3105816"/>
                <a:gd name="connsiteX2" fmla="*/ 1048004 w 1048004"/>
                <a:gd name="connsiteY2" fmla="*/ 2171527 h 3105816"/>
                <a:gd name="connsiteX3" fmla="*/ 344 w 1048004"/>
                <a:gd name="connsiteY3" fmla="*/ 3105816 h 3105816"/>
                <a:gd name="connsiteX4" fmla="*/ 12622 w 1048004"/>
                <a:gd name="connsiteY4" fmla="*/ 0 h 3105816"/>
                <a:gd name="connsiteX0" fmla="*/ 11417 w 1046799"/>
                <a:gd name="connsiteY0" fmla="*/ 0 h 3114315"/>
                <a:gd name="connsiteX1" fmla="*/ 1039920 w 1046799"/>
                <a:gd name="connsiteY1" fmla="*/ 111272 h 3114315"/>
                <a:gd name="connsiteX2" fmla="*/ 1046799 w 1046799"/>
                <a:gd name="connsiteY2" fmla="*/ 2171527 h 3114315"/>
                <a:gd name="connsiteX3" fmla="*/ 368 w 1046799"/>
                <a:gd name="connsiteY3" fmla="*/ 3114315 h 3114315"/>
                <a:gd name="connsiteX4" fmla="*/ 11417 w 1046799"/>
                <a:gd name="connsiteY4" fmla="*/ 0 h 3114315"/>
                <a:gd name="connsiteX0" fmla="*/ 11417 w 1051571"/>
                <a:gd name="connsiteY0" fmla="*/ 0 h 3114315"/>
                <a:gd name="connsiteX1" fmla="*/ 1039920 w 1051571"/>
                <a:gd name="connsiteY1" fmla="*/ 111272 h 3114315"/>
                <a:gd name="connsiteX2" fmla="*/ 1051571 w 1051571"/>
                <a:gd name="connsiteY2" fmla="*/ 2176842 h 3114315"/>
                <a:gd name="connsiteX3" fmla="*/ 368 w 1051571"/>
                <a:gd name="connsiteY3" fmla="*/ 3114315 h 3114315"/>
                <a:gd name="connsiteX4" fmla="*/ 11417 w 1051571"/>
                <a:gd name="connsiteY4" fmla="*/ 0 h 3114315"/>
                <a:gd name="connsiteX0" fmla="*/ 11417 w 1048390"/>
                <a:gd name="connsiteY0" fmla="*/ 0 h 3114315"/>
                <a:gd name="connsiteX1" fmla="*/ 1039920 w 1048390"/>
                <a:gd name="connsiteY1" fmla="*/ 111272 h 3114315"/>
                <a:gd name="connsiteX2" fmla="*/ 1048390 w 1048390"/>
                <a:gd name="connsiteY2" fmla="*/ 2173299 h 3114315"/>
                <a:gd name="connsiteX3" fmla="*/ 368 w 1048390"/>
                <a:gd name="connsiteY3" fmla="*/ 3114315 h 3114315"/>
                <a:gd name="connsiteX4" fmla="*/ 11417 w 1048390"/>
                <a:gd name="connsiteY4" fmla="*/ 0 h 3114315"/>
                <a:gd name="connsiteX0" fmla="*/ 11417 w 1048390"/>
                <a:gd name="connsiteY0" fmla="*/ 0 h 3114315"/>
                <a:gd name="connsiteX1" fmla="*/ 969553 w 1048390"/>
                <a:gd name="connsiteY1" fmla="*/ 196855 h 3114315"/>
                <a:gd name="connsiteX2" fmla="*/ 1048390 w 1048390"/>
                <a:gd name="connsiteY2" fmla="*/ 2173299 h 3114315"/>
                <a:gd name="connsiteX3" fmla="*/ 368 w 1048390"/>
                <a:gd name="connsiteY3" fmla="*/ 3114315 h 3114315"/>
                <a:gd name="connsiteX4" fmla="*/ 11417 w 1048390"/>
                <a:gd name="connsiteY4" fmla="*/ 0 h 3114315"/>
                <a:gd name="connsiteX0" fmla="*/ 11417 w 1057133"/>
                <a:gd name="connsiteY0" fmla="*/ 0 h 3114315"/>
                <a:gd name="connsiteX1" fmla="*/ 1056735 w 1057133"/>
                <a:gd name="connsiteY1" fmla="*/ 112176 h 3114315"/>
                <a:gd name="connsiteX2" fmla="*/ 1048390 w 1057133"/>
                <a:gd name="connsiteY2" fmla="*/ 2173299 h 3114315"/>
                <a:gd name="connsiteX3" fmla="*/ 368 w 1057133"/>
                <a:gd name="connsiteY3" fmla="*/ 3114315 h 3114315"/>
                <a:gd name="connsiteX4" fmla="*/ 11417 w 1057133"/>
                <a:gd name="connsiteY4" fmla="*/ 0 h 3114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57133" h="3114315">
                  <a:moveTo>
                    <a:pt x="11417" y="0"/>
                  </a:moveTo>
                  <a:lnTo>
                    <a:pt x="1056735" y="112176"/>
                  </a:lnTo>
                  <a:cubicBezTo>
                    <a:pt x="1059655" y="801210"/>
                    <a:pt x="1045470" y="1484265"/>
                    <a:pt x="1048390" y="2173299"/>
                  </a:cubicBezTo>
                  <a:lnTo>
                    <a:pt x="368" y="3114315"/>
                  </a:lnTo>
                  <a:cubicBezTo>
                    <a:pt x="-2693" y="2344334"/>
                    <a:pt x="14478" y="769981"/>
                    <a:pt x="1141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직사각형 7"/>
            <p:cNvSpPr/>
            <p:nvPr/>
          </p:nvSpPr>
          <p:spPr>
            <a:xfrm>
              <a:off x="7094538" y="2"/>
              <a:ext cx="2811462" cy="2545556"/>
            </a:xfrm>
            <a:custGeom>
              <a:avLst/>
              <a:gdLst>
                <a:gd name="connsiteX0" fmla="*/ 0 w 2776537"/>
                <a:gd name="connsiteY0" fmla="*/ 0 h 1762125"/>
                <a:gd name="connsiteX1" fmla="*/ 2776537 w 2776537"/>
                <a:gd name="connsiteY1" fmla="*/ 0 h 1762125"/>
                <a:gd name="connsiteX2" fmla="*/ 2776537 w 2776537"/>
                <a:gd name="connsiteY2" fmla="*/ 1762125 h 1762125"/>
                <a:gd name="connsiteX3" fmla="*/ 0 w 2776537"/>
                <a:gd name="connsiteY3" fmla="*/ 1762125 h 1762125"/>
                <a:gd name="connsiteX4" fmla="*/ 0 w 2776537"/>
                <a:gd name="connsiteY4" fmla="*/ 0 h 1762125"/>
                <a:gd name="connsiteX0" fmla="*/ 0 w 2786062"/>
                <a:gd name="connsiteY0" fmla="*/ 0 h 1762125"/>
                <a:gd name="connsiteX1" fmla="*/ 2776537 w 2786062"/>
                <a:gd name="connsiteY1" fmla="*/ 0 h 1762125"/>
                <a:gd name="connsiteX2" fmla="*/ 2786062 w 2786062"/>
                <a:gd name="connsiteY2" fmla="*/ 476250 h 1762125"/>
                <a:gd name="connsiteX3" fmla="*/ 0 w 2786062"/>
                <a:gd name="connsiteY3" fmla="*/ 1762125 h 1762125"/>
                <a:gd name="connsiteX4" fmla="*/ 0 w 2786062"/>
                <a:gd name="connsiteY4" fmla="*/ 0 h 1762125"/>
                <a:gd name="connsiteX0" fmla="*/ 0 w 2786062"/>
                <a:gd name="connsiteY0" fmla="*/ 0 h 2533650"/>
                <a:gd name="connsiteX1" fmla="*/ 2776537 w 2786062"/>
                <a:gd name="connsiteY1" fmla="*/ 0 h 2533650"/>
                <a:gd name="connsiteX2" fmla="*/ 2786062 w 2786062"/>
                <a:gd name="connsiteY2" fmla="*/ 476250 h 2533650"/>
                <a:gd name="connsiteX3" fmla="*/ 652462 w 2786062"/>
                <a:gd name="connsiteY3" fmla="*/ 2533650 h 2533650"/>
                <a:gd name="connsiteX4" fmla="*/ 0 w 2786062"/>
                <a:gd name="connsiteY4" fmla="*/ 0 h 2533650"/>
                <a:gd name="connsiteX0" fmla="*/ 0 w 2786062"/>
                <a:gd name="connsiteY0" fmla="*/ 0 h 2533650"/>
                <a:gd name="connsiteX1" fmla="*/ 2776537 w 2786062"/>
                <a:gd name="connsiteY1" fmla="*/ 0 h 2533650"/>
                <a:gd name="connsiteX2" fmla="*/ 2786062 w 2786062"/>
                <a:gd name="connsiteY2" fmla="*/ 361950 h 2533650"/>
                <a:gd name="connsiteX3" fmla="*/ 652462 w 2786062"/>
                <a:gd name="connsiteY3" fmla="*/ 2533650 h 2533650"/>
                <a:gd name="connsiteX4" fmla="*/ 0 w 2786062"/>
                <a:gd name="connsiteY4" fmla="*/ 0 h 2533650"/>
                <a:gd name="connsiteX0" fmla="*/ 0 w 2805112"/>
                <a:gd name="connsiteY0" fmla="*/ 1766887 h 2533650"/>
                <a:gd name="connsiteX1" fmla="*/ 2795587 w 2805112"/>
                <a:gd name="connsiteY1" fmla="*/ 0 h 2533650"/>
                <a:gd name="connsiteX2" fmla="*/ 2805112 w 2805112"/>
                <a:gd name="connsiteY2" fmla="*/ 361950 h 2533650"/>
                <a:gd name="connsiteX3" fmla="*/ 671512 w 2805112"/>
                <a:gd name="connsiteY3" fmla="*/ 2533650 h 2533650"/>
                <a:gd name="connsiteX4" fmla="*/ 0 w 2805112"/>
                <a:gd name="connsiteY4" fmla="*/ 1766887 h 2533650"/>
                <a:gd name="connsiteX0" fmla="*/ 0 w 2805112"/>
                <a:gd name="connsiteY0" fmla="*/ 1766887 h 2533650"/>
                <a:gd name="connsiteX1" fmla="*/ 2081211 w 2805112"/>
                <a:gd name="connsiteY1" fmla="*/ 461962 h 2533650"/>
                <a:gd name="connsiteX2" fmla="*/ 2795587 w 2805112"/>
                <a:gd name="connsiteY2" fmla="*/ 0 h 2533650"/>
                <a:gd name="connsiteX3" fmla="*/ 2805112 w 2805112"/>
                <a:gd name="connsiteY3" fmla="*/ 361950 h 2533650"/>
                <a:gd name="connsiteX4" fmla="*/ 671512 w 2805112"/>
                <a:gd name="connsiteY4" fmla="*/ 2533650 h 2533650"/>
                <a:gd name="connsiteX5" fmla="*/ 0 w 2805112"/>
                <a:gd name="connsiteY5" fmla="*/ 1766887 h 2533650"/>
                <a:gd name="connsiteX0" fmla="*/ 0 w 2805112"/>
                <a:gd name="connsiteY0" fmla="*/ 1766887 h 2533650"/>
                <a:gd name="connsiteX1" fmla="*/ 1576386 w 2805112"/>
                <a:gd name="connsiteY1" fmla="*/ 14287 h 2533650"/>
                <a:gd name="connsiteX2" fmla="*/ 2795587 w 2805112"/>
                <a:gd name="connsiteY2" fmla="*/ 0 h 2533650"/>
                <a:gd name="connsiteX3" fmla="*/ 2805112 w 2805112"/>
                <a:gd name="connsiteY3" fmla="*/ 361950 h 2533650"/>
                <a:gd name="connsiteX4" fmla="*/ 671512 w 2805112"/>
                <a:gd name="connsiteY4" fmla="*/ 2533650 h 2533650"/>
                <a:gd name="connsiteX5" fmla="*/ 0 w 2805112"/>
                <a:gd name="connsiteY5" fmla="*/ 1766887 h 2533650"/>
                <a:gd name="connsiteX0" fmla="*/ 0 w 2805112"/>
                <a:gd name="connsiteY0" fmla="*/ 1766887 h 2533650"/>
                <a:gd name="connsiteX1" fmla="*/ 1647824 w 2805112"/>
                <a:gd name="connsiteY1" fmla="*/ 9524 h 2533650"/>
                <a:gd name="connsiteX2" fmla="*/ 2795587 w 2805112"/>
                <a:gd name="connsiteY2" fmla="*/ 0 h 2533650"/>
                <a:gd name="connsiteX3" fmla="*/ 2805112 w 2805112"/>
                <a:gd name="connsiteY3" fmla="*/ 361950 h 2533650"/>
                <a:gd name="connsiteX4" fmla="*/ 671512 w 2805112"/>
                <a:gd name="connsiteY4" fmla="*/ 2533650 h 2533650"/>
                <a:gd name="connsiteX5" fmla="*/ 0 w 2805112"/>
                <a:gd name="connsiteY5" fmla="*/ 1766887 h 2533650"/>
                <a:gd name="connsiteX0" fmla="*/ 0 w 2805112"/>
                <a:gd name="connsiteY0" fmla="*/ 1766887 h 2533650"/>
                <a:gd name="connsiteX1" fmla="*/ 1576387 w 2805112"/>
                <a:gd name="connsiteY1" fmla="*/ 4761 h 2533650"/>
                <a:gd name="connsiteX2" fmla="*/ 2795587 w 2805112"/>
                <a:gd name="connsiteY2" fmla="*/ 0 h 2533650"/>
                <a:gd name="connsiteX3" fmla="*/ 2805112 w 2805112"/>
                <a:gd name="connsiteY3" fmla="*/ 361950 h 2533650"/>
                <a:gd name="connsiteX4" fmla="*/ 671512 w 2805112"/>
                <a:gd name="connsiteY4" fmla="*/ 2533650 h 2533650"/>
                <a:gd name="connsiteX5" fmla="*/ 0 w 2805112"/>
                <a:gd name="connsiteY5" fmla="*/ 1766887 h 2533650"/>
                <a:gd name="connsiteX0" fmla="*/ 0 w 2795587"/>
                <a:gd name="connsiteY0" fmla="*/ 1766887 h 2533650"/>
                <a:gd name="connsiteX1" fmla="*/ 1576387 w 2795587"/>
                <a:gd name="connsiteY1" fmla="*/ 4761 h 2533650"/>
                <a:gd name="connsiteX2" fmla="*/ 2795587 w 2795587"/>
                <a:gd name="connsiteY2" fmla="*/ 0 h 2533650"/>
                <a:gd name="connsiteX3" fmla="*/ 2790825 w 2795587"/>
                <a:gd name="connsiteY3" fmla="*/ 376237 h 2533650"/>
                <a:gd name="connsiteX4" fmla="*/ 671512 w 2795587"/>
                <a:gd name="connsiteY4" fmla="*/ 2533650 h 2533650"/>
                <a:gd name="connsiteX5" fmla="*/ 0 w 2795587"/>
                <a:gd name="connsiteY5" fmla="*/ 1766887 h 2533650"/>
                <a:gd name="connsiteX0" fmla="*/ 0 w 2795587"/>
                <a:gd name="connsiteY0" fmla="*/ 1766887 h 2533650"/>
                <a:gd name="connsiteX1" fmla="*/ 1576387 w 2795587"/>
                <a:gd name="connsiteY1" fmla="*/ 4761 h 2533650"/>
                <a:gd name="connsiteX2" fmla="*/ 2795587 w 2795587"/>
                <a:gd name="connsiteY2" fmla="*/ 0 h 2533650"/>
                <a:gd name="connsiteX3" fmla="*/ 2581275 w 2795587"/>
                <a:gd name="connsiteY3" fmla="*/ 230187 h 2533650"/>
                <a:gd name="connsiteX4" fmla="*/ 671512 w 2795587"/>
                <a:gd name="connsiteY4" fmla="*/ 2533650 h 2533650"/>
                <a:gd name="connsiteX5" fmla="*/ 0 w 2795587"/>
                <a:gd name="connsiteY5" fmla="*/ 1766887 h 2533650"/>
                <a:gd name="connsiteX0" fmla="*/ 0 w 2797503"/>
                <a:gd name="connsiteY0" fmla="*/ 1766887 h 2533650"/>
                <a:gd name="connsiteX1" fmla="*/ 1576387 w 2797503"/>
                <a:gd name="connsiteY1" fmla="*/ 4761 h 2533650"/>
                <a:gd name="connsiteX2" fmla="*/ 2795587 w 2797503"/>
                <a:gd name="connsiteY2" fmla="*/ 0 h 2533650"/>
                <a:gd name="connsiteX3" fmla="*/ 2797175 w 2797503"/>
                <a:gd name="connsiteY3" fmla="*/ 185737 h 2533650"/>
                <a:gd name="connsiteX4" fmla="*/ 671512 w 2797503"/>
                <a:gd name="connsiteY4" fmla="*/ 2533650 h 2533650"/>
                <a:gd name="connsiteX5" fmla="*/ 0 w 2797503"/>
                <a:gd name="connsiteY5" fmla="*/ 1766887 h 2533650"/>
                <a:gd name="connsiteX0" fmla="*/ 0 w 2797503"/>
                <a:gd name="connsiteY0" fmla="*/ 1766887 h 2533650"/>
                <a:gd name="connsiteX1" fmla="*/ 1919287 w 2797503"/>
                <a:gd name="connsiteY1" fmla="*/ 61911 h 2533650"/>
                <a:gd name="connsiteX2" fmla="*/ 2795587 w 2797503"/>
                <a:gd name="connsiteY2" fmla="*/ 0 h 2533650"/>
                <a:gd name="connsiteX3" fmla="*/ 2797175 w 2797503"/>
                <a:gd name="connsiteY3" fmla="*/ 185737 h 2533650"/>
                <a:gd name="connsiteX4" fmla="*/ 671512 w 2797503"/>
                <a:gd name="connsiteY4" fmla="*/ 2533650 h 2533650"/>
                <a:gd name="connsiteX5" fmla="*/ 0 w 2797503"/>
                <a:gd name="connsiteY5" fmla="*/ 1766887 h 2533650"/>
                <a:gd name="connsiteX0" fmla="*/ 0 w 2797503"/>
                <a:gd name="connsiteY0" fmla="*/ 1766887 h 2533650"/>
                <a:gd name="connsiteX1" fmla="*/ 1582737 w 2797503"/>
                <a:gd name="connsiteY1" fmla="*/ 11111 h 2533650"/>
                <a:gd name="connsiteX2" fmla="*/ 2795587 w 2797503"/>
                <a:gd name="connsiteY2" fmla="*/ 0 h 2533650"/>
                <a:gd name="connsiteX3" fmla="*/ 2797175 w 2797503"/>
                <a:gd name="connsiteY3" fmla="*/ 185737 h 2533650"/>
                <a:gd name="connsiteX4" fmla="*/ 671512 w 2797503"/>
                <a:gd name="connsiteY4" fmla="*/ 2533650 h 2533650"/>
                <a:gd name="connsiteX5" fmla="*/ 0 w 2797503"/>
                <a:gd name="connsiteY5" fmla="*/ 1766887 h 2533650"/>
                <a:gd name="connsiteX0" fmla="*/ 0 w 2810203"/>
                <a:gd name="connsiteY0" fmla="*/ 1728787 h 2533650"/>
                <a:gd name="connsiteX1" fmla="*/ 1595437 w 2810203"/>
                <a:gd name="connsiteY1" fmla="*/ 11111 h 2533650"/>
                <a:gd name="connsiteX2" fmla="*/ 2808287 w 2810203"/>
                <a:gd name="connsiteY2" fmla="*/ 0 h 2533650"/>
                <a:gd name="connsiteX3" fmla="*/ 2809875 w 2810203"/>
                <a:gd name="connsiteY3" fmla="*/ 185737 h 2533650"/>
                <a:gd name="connsiteX4" fmla="*/ 684212 w 2810203"/>
                <a:gd name="connsiteY4" fmla="*/ 2533650 h 2533650"/>
                <a:gd name="connsiteX5" fmla="*/ 0 w 2810203"/>
                <a:gd name="connsiteY5" fmla="*/ 1728787 h 2533650"/>
                <a:gd name="connsiteX0" fmla="*/ 0 w 2803853"/>
                <a:gd name="connsiteY0" fmla="*/ 1792287 h 2533650"/>
                <a:gd name="connsiteX1" fmla="*/ 1589087 w 2803853"/>
                <a:gd name="connsiteY1" fmla="*/ 11111 h 2533650"/>
                <a:gd name="connsiteX2" fmla="*/ 2801937 w 2803853"/>
                <a:gd name="connsiteY2" fmla="*/ 0 h 2533650"/>
                <a:gd name="connsiteX3" fmla="*/ 2803525 w 2803853"/>
                <a:gd name="connsiteY3" fmla="*/ 185737 h 2533650"/>
                <a:gd name="connsiteX4" fmla="*/ 677862 w 2803853"/>
                <a:gd name="connsiteY4" fmla="*/ 2533650 h 2533650"/>
                <a:gd name="connsiteX5" fmla="*/ 0 w 2803853"/>
                <a:gd name="connsiteY5" fmla="*/ 1792287 h 2533650"/>
                <a:gd name="connsiteX0" fmla="*/ 0 w 2803853"/>
                <a:gd name="connsiteY0" fmla="*/ 1766887 h 2533650"/>
                <a:gd name="connsiteX1" fmla="*/ 1589087 w 2803853"/>
                <a:gd name="connsiteY1" fmla="*/ 11111 h 2533650"/>
                <a:gd name="connsiteX2" fmla="*/ 2801937 w 2803853"/>
                <a:gd name="connsiteY2" fmla="*/ 0 h 2533650"/>
                <a:gd name="connsiteX3" fmla="*/ 2803525 w 2803853"/>
                <a:gd name="connsiteY3" fmla="*/ 185737 h 2533650"/>
                <a:gd name="connsiteX4" fmla="*/ 677862 w 2803853"/>
                <a:gd name="connsiteY4" fmla="*/ 2533650 h 2533650"/>
                <a:gd name="connsiteX5" fmla="*/ 0 w 2803853"/>
                <a:gd name="connsiteY5" fmla="*/ 1766887 h 2533650"/>
                <a:gd name="connsiteX0" fmla="*/ 0 w 2803853"/>
                <a:gd name="connsiteY0" fmla="*/ 1766887 h 2533650"/>
                <a:gd name="connsiteX1" fmla="*/ 1646237 w 2803853"/>
                <a:gd name="connsiteY1" fmla="*/ 11111 h 2533650"/>
                <a:gd name="connsiteX2" fmla="*/ 2801937 w 2803853"/>
                <a:gd name="connsiteY2" fmla="*/ 0 h 2533650"/>
                <a:gd name="connsiteX3" fmla="*/ 2803525 w 2803853"/>
                <a:gd name="connsiteY3" fmla="*/ 185737 h 2533650"/>
                <a:gd name="connsiteX4" fmla="*/ 677862 w 2803853"/>
                <a:gd name="connsiteY4" fmla="*/ 2533650 h 2533650"/>
                <a:gd name="connsiteX5" fmla="*/ 0 w 2803853"/>
                <a:gd name="connsiteY5" fmla="*/ 1766887 h 2533650"/>
                <a:gd name="connsiteX0" fmla="*/ 0 w 2803853"/>
                <a:gd name="connsiteY0" fmla="*/ 1766887 h 2533650"/>
                <a:gd name="connsiteX1" fmla="*/ 1601787 w 2803853"/>
                <a:gd name="connsiteY1" fmla="*/ 11111 h 2533650"/>
                <a:gd name="connsiteX2" fmla="*/ 2801937 w 2803853"/>
                <a:gd name="connsiteY2" fmla="*/ 0 h 2533650"/>
                <a:gd name="connsiteX3" fmla="*/ 2803525 w 2803853"/>
                <a:gd name="connsiteY3" fmla="*/ 185737 h 2533650"/>
                <a:gd name="connsiteX4" fmla="*/ 677862 w 2803853"/>
                <a:gd name="connsiteY4" fmla="*/ 2533650 h 2533650"/>
                <a:gd name="connsiteX5" fmla="*/ 0 w 2803853"/>
                <a:gd name="connsiteY5" fmla="*/ 1766887 h 2533650"/>
                <a:gd name="connsiteX0" fmla="*/ 0 w 2813378"/>
                <a:gd name="connsiteY0" fmla="*/ 1759744 h 2533650"/>
                <a:gd name="connsiteX1" fmla="*/ 1611312 w 2813378"/>
                <a:gd name="connsiteY1" fmla="*/ 11111 h 2533650"/>
                <a:gd name="connsiteX2" fmla="*/ 2811462 w 2813378"/>
                <a:gd name="connsiteY2" fmla="*/ 0 h 2533650"/>
                <a:gd name="connsiteX3" fmla="*/ 2813050 w 2813378"/>
                <a:gd name="connsiteY3" fmla="*/ 185737 h 2533650"/>
                <a:gd name="connsiteX4" fmla="*/ 687387 w 2813378"/>
                <a:gd name="connsiteY4" fmla="*/ 2533650 h 2533650"/>
                <a:gd name="connsiteX5" fmla="*/ 0 w 2813378"/>
                <a:gd name="connsiteY5" fmla="*/ 1759744 h 2533650"/>
                <a:gd name="connsiteX0" fmla="*/ 0 w 2813378"/>
                <a:gd name="connsiteY0" fmla="*/ 1759744 h 2538413"/>
                <a:gd name="connsiteX1" fmla="*/ 1611312 w 2813378"/>
                <a:gd name="connsiteY1" fmla="*/ 11111 h 2538413"/>
                <a:gd name="connsiteX2" fmla="*/ 2811462 w 2813378"/>
                <a:gd name="connsiteY2" fmla="*/ 0 h 2538413"/>
                <a:gd name="connsiteX3" fmla="*/ 2813050 w 2813378"/>
                <a:gd name="connsiteY3" fmla="*/ 185737 h 2538413"/>
                <a:gd name="connsiteX4" fmla="*/ 699293 w 2813378"/>
                <a:gd name="connsiteY4" fmla="*/ 2538413 h 2538413"/>
                <a:gd name="connsiteX5" fmla="*/ 0 w 2813378"/>
                <a:gd name="connsiteY5" fmla="*/ 1759744 h 2538413"/>
                <a:gd name="connsiteX0" fmla="*/ 0 w 2813378"/>
                <a:gd name="connsiteY0" fmla="*/ 1759744 h 2538413"/>
                <a:gd name="connsiteX1" fmla="*/ 1585118 w 2813378"/>
                <a:gd name="connsiteY1" fmla="*/ 3967 h 2538413"/>
                <a:gd name="connsiteX2" fmla="*/ 2811462 w 2813378"/>
                <a:gd name="connsiteY2" fmla="*/ 0 h 2538413"/>
                <a:gd name="connsiteX3" fmla="*/ 2813050 w 2813378"/>
                <a:gd name="connsiteY3" fmla="*/ 185737 h 2538413"/>
                <a:gd name="connsiteX4" fmla="*/ 699293 w 2813378"/>
                <a:gd name="connsiteY4" fmla="*/ 2538413 h 2538413"/>
                <a:gd name="connsiteX5" fmla="*/ 0 w 2813378"/>
                <a:gd name="connsiteY5" fmla="*/ 1759744 h 2538413"/>
                <a:gd name="connsiteX0" fmla="*/ 0 w 2813378"/>
                <a:gd name="connsiteY0" fmla="*/ 1759744 h 2538413"/>
                <a:gd name="connsiteX1" fmla="*/ 1585118 w 2813378"/>
                <a:gd name="connsiteY1" fmla="*/ 3967 h 2538413"/>
                <a:gd name="connsiteX2" fmla="*/ 2811462 w 2813378"/>
                <a:gd name="connsiteY2" fmla="*/ 0 h 2538413"/>
                <a:gd name="connsiteX3" fmla="*/ 2813050 w 2813378"/>
                <a:gd name="connsiteY3" fmla="*/ 171449 h 2538413"/>
                <a:gd name="connsiteX4" fmla="*/ 699293 w 2813378"/>
                <a:gd name="connsiteY4" fmla="*/ 2538413 h 2538413"/>
                <a:gd name="connsiteX5" fmla="*/ 0 w 2813378"/>
                <a:gd name="connsiteY5" fmla="*/ 1759744 h 2538413"/>
                <a:gd name="connsiteX0" fmla="*/ 0 w 2813378"/>
                <a:gd name="connsiteY0" fmla="*/ 1759744 h 2538413"/>
                <a:gd name="connsiteX1" fmla="*/ 1585118 w 2813378"/>
                <a:gd name="connsiteY1" fmla="*/ 3967 h 2538413"/>
                <a:gd name="connsiteX2" fmla="*/ 2811462 w 2813378"/>
                <a:gd name="connsiteY2" fmla="*/ 0 h 2538413"/>
                <a:gd name="connsiteX3" fmla="*/ 2813050 w 2813378"/>
                <a:gd name="connsiteY3" fmla="*/ 192880 h 2538413"/>
                <a:gd name="connsiteX4" fmla="*/ 699293 w 2813378"/>
                <a:gd name="connsiteY4" fmla="*/ 2538413 h 2538413"/>
                <a:gd name="connsiteX5" fmla="*/ 0 w 2813378"/>
                <a:gd name="connsiteY5" fmla="*/ 1759744 h 2538413"/>
                <a:gd name="connsiteX0" fmla="*/ 0 w 2811462"/>
                <a:gd name="connsiteY0" fmla="*/ 1759744 h 2538413"/>
                <a:gd name="connsiteX1" fmla="*/ 1585118 w 2811462"/>
                <a:gd name="connsiteY1" fmla="*/ 3967 h 2538413"/>
                <a:gd name="connsiteX2" fmla="*/ 2811462 w 2811462"/>
                <a:gd name="connsiteY2" fmla="*/ 0 h 2538413"/>
                <a:gd name="connsiteX3" fmla="*/ 2808288 w 2811462"/>
                <a:gd name="connsiteY3" fmla="*/ 202405 h 2538413"/>
                <a:gd name="connsiteX4" fmla="*/ 699293 w 2811462"/>
                <a:gd name="connsiteY4" fmla="*/ 2538413 h 2538413"/>
                <a:gd name="connsiteX5" fmla="*/ 0 w 2811462"/>
                <a:gd name="connsiteY5" fmla="*/ 1759744 h 2538413"/>
                <a:gd name="connsiteX0" fmla="*/ 0 w 2811462"/>
                <a:gd name="connsiteY0" fmla="*/ 1759744 h 2545556"/>
                <a:gd name="connsiteX1" fmla="*/ 1585118 w 2811462"/>
                <a:gd name="connsiteY1" fmla="*/ 3967 h 2545556"/>
                <a:gd name="connsiteX2" fmla="*/ 2811462 w 2811462"/>
                <a:gd name="connsiteY2" fmla="*/ 0 h 2545556"/>
                <a:gd name="connsiteX3" fmla="*/ 2808288 w 2811462"/>
                <a:gd name="connsiteY3" fmla="*/ 202405 h 2545556"/>
                <a:gd name="connsiteX4" fmla="*/ 701674 w 2811462"/>
                <a:gd name="connsiteY4" fmla="*/ 2545556 h 2545556"/>
                <a:gd name="connsiteX5" fmla="*/ 0 w 2811462"/>
                <a:gd name="connsiteY5" fmla="*/ 1759744 h 2545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11462" h="2545556">
                  <a:moveTo>
                    <a:pt x="0" y="1759744"/>
                  </a:moveTo>
                  <a:lnTo>
                    <a:pt x="1585118" y="3967"/>
                  </a:lnTo>
                  <a:lnTo>
                    <a:pt x="2811462" y="0"/>
                  </a:lnTo>
                  <a:cubicBezTo>
                    <a:pt x="2809875" y="125412"/>
                    <a:pt x="2809875" y="76993"/>
                    <a:pt x="2808288" y="202405"/>
                  </a:cubicBezTo>
                  <a:lnTo>
                    <a:pt x="701674" y="2545556"/>
                  </a:lnTo>
                  <a:lnTo>
                    <a:pt x="0" y="1759744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자유형 15"/>
            <p:cNvSpPr/>
            <p:nvPr/>
          </p:nvSpPr>
          <p:spPr>
            <a:xfrm rot="16200000">
              <a:off x="6964057" y="1904241"/>
              <a:ext cx="4048125" cy="1835761"/>
            </a:xfrm>
            <a:custGeom>
              <a:avLst/>
              <a:gdLst>
                <a:gd name="connsiteX0" fmla="*/ 4048125 w 4048125"/>
                <a:gd name="connsiteY0" fmla="*/ 1831975 h 1835761"/>
                <a:gd name="connsiteX1" fmla="*/ 3008312 w 4048125"/>
                <a:gd name="connsiteY1" fmla="*/ 1830387 h 1835761"/>
                <a:gd name="connsiteX2" fmla="*/ 2366590 w 4048125"/>
                <a:gd name="connsiteY2" fmla="*/ 1829408 h 1835761"/>
                <a:gd name="connsiteX3" fmla="*/ 2014538 w 4048125"/>
                <a:gd name="connsiteY3" fmla="*/ 1507999 h 1835761"/>
                <a:gd name="connsiteX4" fmla="*/ 1679543 w 4048125"/>
                <a:gd name="connsiteY4" fmla="*/ 1830956 h 1835761"/>
                <a:gd name="connsiteX5" fmla="*/ 1117600 w 4048125"/>
                <a:gd name="connsiteY5" fmla="*/ 1835150 h 1835761"/>
                <a:gd name="connsiteX6" fmla="*/ 0 w 4048125"/>
                <a:gd name="connsiteY6" fmla="*/ 1835150 h 1835761"/>
                <a:gd name="connsiteX7" fmla="*/ 2019300 w 4048125"/>
                <a:gd name="connsiteY7" fmla="*/ 0 h 1835761"/>
                <a:gd name="connsiteX8" fmla="*/ 4048125 w 4048125"/>
                <a:gd name="connsiteY8" fmla="*/ 1831975 h 1835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048125" h="1835761">
                  <a:moveTo>
                    <a:pt x="4048125" y="1831975"/>
                  </a:moveTo>
                  <a:cubicBezTo>
                    <a:pt x="3704167" y="1830917"/>
                    <a:pt x="3356240" y="1830652"/>
                    <a:pt x="3008312" y="1830387"/>
                  </a:cubicBezTo>
                  <a:lnTo>
                    <a:pt x="2366590" y="1829408"/>
                  </a:lnTo>
                  <a:lnTo>
                    <a:pt x="2014538" y="1507999"/>
                  </a:lnTo>
                  <a:lnTo>
                    <a:pt x="1679543" y="1830956"/>
                  </a:lnTo>
                  <a:lnTo>
                    <a:pt x="1117600" y="1835150"/>
                  </a:lnTo>
                  <a:cubicBezTo>
                    <a:pt x="745067" y="1833033"/>
                    <a:pt x="372533" y="1837267"/>
                    <a:pt x="0" y="1835150"/>
                  </a:cubicBezTo>
                  <a:lnTo>
                    <a:pt x="2019300" y="0"/>
                  </a:lnTo>
                  <a:lnTo>
                    <a:pt x="4048125" y="1831975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5" name="제목 1"/>
          <p:cNvSpPr>
            <a:spLocks noGrp="1"/>
          </p:cNvSpPr>
          <p:nvPr>
            <p:ph type="title" hasCustomPrompt="1"/>
          </p:nvPr>
        </p:nvSpPr>
        <p:spPr>
          <a:xfrm>
            <a:off x="442133" y="2276475"/>
            <a:ext cx="5398943" cy="956669"/>
          </a:xfrm>
        </p:spPr>
        <p:txBody>
          <a:bodyPr vert="horz" lIns="91440" tIns="45720" rIns="91440" bIns="0" rtlCol="0" anchor="t" anchorCtr="0">
            <a:noAutofit/>
          </a:bodyPr>
          <a:lstStyle>
            <a:lvl1pPr>
              <a:lnSpc>
                <a:spcPct val="110000"/>
              </a:lnSpc>
              <a:spcBef>
                <a:spcPts val="0"/>
              </a:spcBef>
              <a:defRPr lang="ko-KR" altLang="en-US" sz="3200" spc="-50" baseline="0" dirty="0" smtClean="0">
                <a:solidFill>
                  <a:schemeClr val="tx2"/>
                </a:solidFill>
                <a:latin typeface="본고딕 Bold" panose="020B0800000000000000" pitchFamily="34" charset="-127"/>
                <a:ea typeface="본고딕 Bold" panose="020B0800000000000000" pitchFamily="34" charset="-127"/>
              </a:defRPr>
            </a:lvl1pPr>
          </a:lstStyle>
          <a:p>
            <a:pPr marL="0" marR="0" lvl="0" indent="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tabLst/>
            </a:pPr>
            <a:r>
              <a:rPr lang="ko-KR" altLang="en-US" dirty="0" smtClean="0"/>
              <a:t>동국시스템즈 문서 표지 양식</a:t>
            </a:r>
            <a:br>
              <a:rPr lang="ko-KR" altLang="en-US" dirty="0" smtClean="0"/>
            </a:br>
            <a:r>
              <a:rPr lang="en-US" altLang="ko-KR" dirty="0" err="1" smtClean="0"/>
              <a:t>White_Big</a:t>
            </a:r>
            <a:r>
              <a:rPr lang="en-US" altLang="ko-KR" dirty="0" smtClean="0"/>
              <a:t> K </a:t>
            </a:r>
            <a:r>
              <a:rPr lang="ko-KR" altLang="en-US" dirty="0" smtClean="0"/>
              <a:t>버전</a:t>
            </a:r>
          </a:p>
        </p:txBody>
      </p:sp>
      <p:pic>
        <p:nvPicPr>
          <p:cNvPr id="17" name="그림 16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7434" y="6473266"/>
            <a:ext cx="1391132" cy="207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6935061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2296">
          <p15:clr>
            <a:srgbClr val="FBAE40"/>
          </p15:clr>
        </p15:guide>
        <p15:guide id="2" pos="3120">
          <p15:clr>
            <a:srgbClr val="FBAE40"/>
          </p15:clr>
        </p15:guide>
        <p15:guide id="3" pos="262" userDrawn="1">
          <p15:clr>
            <a:srgbClr val="FBAE40"/>
          </p15:clr>
        </p15:guide>
        <p15:guide id="4" pos="6068">
          <p15:clr>
            <a:srgbClr val="FBAE40"/>
          </p15:clr>
        </p15:guide>
        <p15:guide id="5" orient="horz" pos="3952">
          <p15:clr>
            <a:srgbClr val="FBAE40"/>
          </p15:clr>
        </p15:guide>
        <p15:guide id="6" orient="horz" pos="1434">
          <p15:clr>
            <a:srgbClr val="FBAE40"/>
          </p15:clr>
        </p15:guide>
        <p15:guide id="8" orient="horz" pos="4247">
          <p15:clr>
            <a:srgbClr val="FBAE40"/>
          </p15:clr>
        </p15:guide>
        <p15:guide id="9" orient="horz" pos="2047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간지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개체 8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27445587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3353" name="think-cell 슬라이드" r:id="rId5" imgW="395" imgH="394" progId="TCLayout.ActiveDocument.1">
                  <p:embed/>
                </p:oleObj>
              </mc:Choice>
              <mc:Fallback>
                <p:oleObj name="think-cell 슬라이드" r:id="rId5" imgW="395" imgH="39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텍스트 개체 틀 26"/>
          <p:cNvSpPr>
            <a:spLocks noGrp="1"/>
          </p:cNvSpPr>
          <p:nvPr>
            <p:ph type="body" sz="quarter" idx="17" hasCustomPrompt="1"/>
          </p:nvPr>
        </p:nvSpPr>
        <p:spPr>
          <a:xfrm>
            <a:off x="857551" y="2276475"/>
            <a:ext cx="632205" cy="3242876"/>
          </a:xfrm>
        </p:spPr>
        <p:txBody>
          <a:bodyPr>
            <a:noAutofit/>
          </a:bodyPr>
          <a:lstStyle>
            <a:lvl1pPr marL="0" indent="0" algn="r">
              <a:lnSpc>
                <a:spcPct val="2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defRPr>
            </a:lvl1pPr>
          </a:lstStyle>
          <a:p>
            <a:pPr lvl="0"/>
            <a:r>
              <a:rPr lang="en-US" altLang="ko-KR" dirty="0" smtClean="0"/>
              <a:t>01</a:t>
            </a:r>
          </a:p>
          <a:p>
            <a:pPr lvl="0"/>
            <a:r>
              <a:rPr lang="en-US" altLang="ko-KR" dirty="0" smtClean="0"/>
              <a:t>02</a:t>
            </a:r>
          </a:p>
          <a:p>
            <a:pPr lvl="0"/>
            <a:r>
              <a:rPr lang="en-US" altLang="ko-KR" dirty="0" smtClean="0"/>
              <a:t>03</a:t>
            </a:r>
          </a:p>
          <a:p>
            <a:pPr lvl="0"/>
            <a:r>
              <a:rPr lang="en-US" altLang="ko-KR" dirty="0" smtClean="0"/>
              <a:t>04</a:t>
            </a:r>
          </a:p>
          <a:p>
            <a:pPr lvl="0"/>
            <a:r>
              <a:rPr lang="en-US" altLang="ko-KR" dirty="0" smtClean="0"/>
              <a:t>05</a:t>
            </a:r>
          </a:p>
        </p:txBody>
      </p:sp>
      <p:sp>
        <p:nvSpPr>
          <p:cNvPr id="8" name="직사각형 7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ko-KR" altLang="en-US" sz="3200" b="0" i="0" baseline="0" dirty="0">
              <a:latin typeface="본고딕 Bold" panose="020B0800000000000000" pitchFamily="34" charset="-127"/>
              <a:ea typeface="본고딕 Bold" panose="020B0800000000000000" pitchFamily="34" charset="-127"/>
              <a:cs typeface="+mj-cs"/>
              <a:sym typeface="본고딕 Bold" panose="020B0800000000000000" pitchFamily="34" charset="-127"/>
            </a:endParaRPr>
          </a:p>
        </p:txBody>
      </p:sp>
      <p:pic>
        <p:nvPicPr>
          <p:cNvPr id="6" name="그림 5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5250" y="0"/>
            <a:ext cx="2190750" cy="6858000"/>
          </a:xfrm>
          <a:prstGeom prst="rect">
            <a:avLst/>
          </a:prstGeom>
        </p:spPr>
      </p:pic>
      <p:sp>
        <p:nvSpPr>
          <p:cNvPr id="21" name="제목 1"/>
          <p:cNvSpPr txBox="1">
            <a:spLocks/>
          </p:cNvSpPr>
          <p:nvPr userDrawn="1"/>
        </p:nvSpPr>
        <p:spPr>
          <a:xfrm>
            <a:off x="892948" y="1683187"/>
            <a:ext cx="3341001" cy="329059"/>
          </a:xfrm>
          <a:prstGeom prst="rect">
            <a:avLst/>
          </a:prstGeom>
        </p:spPr>
        <p:txBody>
          <a:bodyPr vert="horz" lIns="91440" tIns="45720" rIns="91440" bIns="0" rtlCol="0" anchor="b" anchorCtr="0">
            <a:noAutofit/>
          </a:bodyPr>
          <a:lstStyle>
            <a:lvl1pPr marL="0" marR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800" kern="1200" spc="-50" baseline="0">
                <a:solidFill>
                  <a:schemeClr val="tx2"/>
                </a:solidFill>
                <a:latin typeface="본고딕 Bold" panose="020B0800000000000000" pitchFamily="34" charset="-127"/>
                <a:ea typeface="본고딕 Bold" panose="020B0800000000000000" pitchFamily="34" charset="-127"/>
                <a:cs typeface="+mj-cs"/>
              </a:defRPr>
            </a:lvl1pPr>
          </a:lstStyle>
          <a:p>
            <a:pPr>
              <a:defRPr/>
            </a:pPr>
            <a:r>
              <a:rPr lang="en-US" altLang="ko-KR" dirty="0" smtClean="0">
                <a:solidFill>
                  <a:srgbClr val="002452"/>
                </a:solidFill>
              </a:rPr>
              <a:t>Contents</a:t>
            </a:r>
            <a:endParaRPr lang="ko-KR" altLang="en-US" dirty="0" smtClean="0">
              <a:solidFill>
                <a:srgbClr val="002452"/>
              </a:solidFill>
            </a:endParaRPr>
          </a:p>
        </p:txBody>
      </p:sp>
      <p:sp>
        <p:nvSpPr>
          <p:cNvPr id="17" name="텍스트 개체 틀 26"/>
          <p:cNvSpPr>
            <a:spLocks noGrp="1"/>
          </p:cNvSpPr>
          <p:nvPr>
            <p:ph type="body" sz="quarter" idx="14" hasCustomPrompt="1"/>
          </p:nvPr>
        </p:nvSpPr>
        <p:spPr>
          <a:xfrm>
            <a:off x="6772319" y="2284710"/>
            <a:ext cx="1112507" cy="3127547"/>
          </a:xfrm>
        </p:spPr>
        <p:txBody>
          <a:bodyPr>
            <a:noAutofit/>
          </a:bodyPr>
          <a:lstStyle>
            <a:lvl1pPr marL="0" indent="0">
              <a:lnSpc>
                <a:spcPct val="200000"/>
              </a:lnSpc>
              <a:spcBef>
                <a:spcPts val="0"/>
              </a:spcBef>
              <a:buFont typeface="+mj-lt"/>
              <a:buNone/>
              <a:defRPr sz="1600" baseline="0">
                <a:solidFill>
                  <a:schemeClr val="bg2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defRPr>
            </a:lvl1pPr>
          </a:lstStyle>
          <a:p>
            <a:pPr lvl="0"/>
            <a:r>
              <a:rPr lang="en-US" altLang="ko-KR" dirty="0" smtClean="0"/>
              <a:t>01 – 05</a:t>
            </a:r>
          </a:p>
          <a:p>
            <a:pPr lvl="0"/>
            <a:r>
              <a:rPr lang="en-US" altLang="ko-KR" dirty="0" smtClean="0"/>
              <a:t>01 – 05</a:t>
            </a:r>
          </a:p>
          <a:p>
            <a:pPr lvl="0"/>
            <a:r>
              <a:rPr lang="en-US" altLang="ko-KR" dirty="0" smtClean="0"/>
              <a:t>01 – 05</a:t>
            </a:r>
          </a:p>
          <a:p>
            <a:pPr lvl="0"/>
            <a:r>
              <a:rPr lang="en-US" altLang="ko-KR" dirty="0" smtClean="0"/>
              <a:t>01 – 05</a:t>
            </a:r>
          </a:p>
          <a:p>
            <a:pPr lvl="0"/>
            <a:r>
              <a:rPr lang="en-US" altLang="ko-KR" dirty="0" smtClean="0"/>
              <a:t>01 – 05</a:t>
            </a:r>
          </a:p>
          <a:p>
            <a:pPr lvl="0"/>
            <a:endParaRPr lang="ko-KR" altLang="en-US" dirty="0"/>
          </a:p>
        </p:txBody>
      </p:sp>
      <p:sp>
        <p:nvSpPr>
          <p:cNvPr id="20" name="텍스트 개체 틀 26"/>
          <p:cNvSpPr>
            <a:spLocks noGrp="1"/>
          </p:cNvSpPr>
          <p:nvPr>
            <p:ph type="body" sz="quarter" idx="13" hasCustomPrompt="1"/>
          </p:nvPr>
        </p:nvSpPr>
        <p:spPr>
          <a:xfrm>
            <a:off x="1505513" y="2276475"/>
            <a:ext cx="3447487" cy="3242876"/>
          </a:xfrm>
        </p:spPr>
        <p:txBody>
          <a:bodyPr>
            <a:noAutofit/>
          </a:bodyPr>
          <a:lstStyle>
            <a:lvl1pPr marL="0" indent="0">
              <a:lnSpc>
                <a:spcPct val="2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  <a:latin typeface="본고딕 Medium" panose="020B0600000000000000" pitchFamily="34" charset="-127"/>
                <a:ea typeface="본고딕 Medium" panose="020B0600000000000000" pitchFamily="34" charset="-127"/>
              </a:defRPr>
            </a:lvl1pPr>
          </a:lstStyle>
          <a:p>
            <a:pPr lvl="0"/>
            <a:r>
              <a:rPr lang="ko-KR" altLang="en-US" dirty="0" smtClean="0"/>
              <a:t>텍스트를 입력하세요</a:t>
            </a:r>
            <a:endParaRPr lang="en-US" altLang="ko-KR" dirty="0" smtClean="0"/>
          </a:p>
          <a:p>
            <a:pPr lvl="0"/>
            <a:r>
              <a:rPr lang="ko-KR" altLang="en-US" dirty="0" smtClean="0"/>
              <a:t>텍스트를 입력하세요</a:t>
            </a:r>
            <a:endParaRPr lang="en-US" altLang="ko-KR" dirty="0" smtClean="0"/>
          </a:p>
          <a:p>
            <a:pPr lvl="0"/>
            <a:r>
              <a:rPr lang="ko-KR" altLang="en-US" dirty="0" smtClean="0"/>
              <a:t>텍스트를 입력하세요</a:t>
            </a:r>
            <a:endParaRPr lang="en-US" altLang="ko-KR" dirty="0" smtClean="0"/>
          </a:p>
          <a:p>
            <a:pPr lvl="0"/>
            <a:r>
              <a:rPr lang="ko-KR" altLang="en-US" dirty="0" smtClean="0"/>
              <a:t>텍스트를 입력하세요</a:t>
            </a:r>
            <a:endParaRPr lang="en-US" altLang="ko-KR" dirty="0" smtClean="0"/>
          </a:p>
          <a:p>
            <a:pPr lvl="0"/>
            <a:r>
              <a:rPr lang="ko-KR" altLang="en-US" dirty="0" smtClean="0"/>
              <a:t>텍스트를 입력하세요</a:t>
            </a:r>
            <a:endParaRPr lang="ko-KR" altLang="en-US" dirty="0"/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064" y="6579886"/>
            <a:ext cx="1215734" cy="181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3987362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2" pos="3120">
          <p15:clr>
            <a:srgbClr val="FBAE40"/>
          </p15:clr>
        </p15:guide>
        <p15:guide id="3" pos="535" userDrawn="1">
          <p15:clr>
            <a:srgbClr val="F26B43"/>
          </p15:clr>
        </p15:guide>
        <p15:guide id="4" pos="6068">
          <p15:clr>
            <a:srgbClr val="FBAE40"/>
          </p15:clr>
        </p15:guide>
        <p15:guide id="5" orient="horz" pos="4065" userDrawn="1">
          <p15:clr>
            <a:srgbClr val="F26B43"/>
          </p15:clr>
        </p15:guide>
        <p15:guide id="8" orient="horz" pos="4269" userDrawn="1">
          <p15:clr>
            <a:srgbClr val="F26B43"/>
          </p15:clr>
        </p15:guide>
        <p15:guide id="10" pos="172">
          <p15:clr>
            <a:srgbClr val="FBAE40"/>
          </p15:clr>
        </p15:guide>
        <p15:guide id="11" orient="horz" pos="1434" userDrawn="1">
          <p15:clr>
            <a:srgbClr val="F26B43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지 (Action title 사용, 텍스트 사용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개체 1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38782596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402" name="think-cell 슬라이드" r:id="rId5" imgW="395" imgH="394" progId="TCLayout.ActiveDocument.1">
                  <p:embed/>
                </p:oleObj>
              </mc:Choice>
              <mc:Fallback>
                <p:oleObj name="think-cell 슬라이드" r:id="rId5" imgW="395" imgH="39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직사각형 10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endParaRPr lang="ko-KR" altLang="en-US" sz="2000" b="0" i="0" baseline="0" dirty="0">
              <a:latin typeface="본고딕 Medium" panose="020B0600000000000000" pitchFamily="34" charset="-127"/>
              <a:ea typeface="본고딕 Medium" panose="020B0600000000000000" pitchFamily="34" charset="-127"/>
              <a:cs typeface="+mj-cs"/>
              <a:sym typeface="본고딕 Medium" panose="020B0600000000000000" pitchFamily="34" charset="-127"/>
            </a:endParaRPr>
          </a:p>
        </p:txBody>
      </p:sp>
      <p:sp>
        <p:nvSpPr>
          <p:cNvPr id="15" name="텍스트 개체 틀 3"/>
          <p:cNvSpPr>
            <a:spLocks noGrp="1"/>
          </p:cNvSpPr>
          <p:nvPr>
            <p:ph type="body" sz="quarter" idx="18"/>
          </p:nvPr>
        </p:nvSpPr>
        <p:spPr>
          <a:xfrm>
            <a:off x="270064" y="1431130"/>
            <a:ext cx="9360550" cy="877888"/>
          </a:xfrm>
        </p:spPr>
        <p:txBody>
          <a:bodyPr>
            <a:noAutofit/>
          </a:bodyPr>
          <a:lstStyle>
            <a:lvl1pPr marL="266700" indent="-266700">
              <a:lnSpc>
                <a:spcPct val="120000"/>
              </a:lnSpc>
              <a:spcBef>
                <a:spcPts val="0"/>
              </a:spcBef>
              <a:buClr>
                <a:schemeClr val="tx2"/>
              </a:buClr>
              <a:buFont typeface="본고딕 Normal" panose="020B0400000000000000" pitchFamily="34" charset="-127"/>
              <a:buChar char="▐"/>
              <a:tabLst/>
              <a:defRPr sz="1600" spc="-20" baseline="0">
                <a:latin typeface="본고딕 Medium" pitchFamily="34" charset="-127"/>
                <a:ea typeface="본고딕 Medium" pitchFamily="34" charset="-127"/>
              </a:defRPr>
            </a:lvl1pPr>
            <a:lvl2pPr marL="449263" indent="-182563">
              <a:lnSpc>
                <a:spcPct val="120000"/>
              </a:lnSpc>
              <a:spcBef>
                <a:spcPts val="0"/>
              </a:spcBef>
              <a:buClr>
                <a:schemeClr val="tx2"/>
              </a:buClr>
              <a:tabLst>
                <a:tab pos="182563" algn="l"/>
              </a:tabLst>
              <a:defRPr sz="1400" spc="-20" baseline="0"/>
            </a:lvl2pPr>
            <a:lvl3pPr marL="625475" indent="-176213">
              <a:lnSpc>
                <a:spcPct val="120000"/>
              </a:lnSpc>
              <a:spcBef>
                <a:spcPts val="0"/>
              </a:spcBef>
              <a:buClr>
                <a:schemeClr val="tx2"/>
              </a:buClr>
              <a:buFont typeface="본고딕 Normal" panose="020B0400000000000000" pitchFamily="34" charset="-127"/>
              <a:buChar char="‒"/>
              <a:tabLst>
                <a:tab pos="541338" algn="l"/>
              </a:tabLst>
              <a:defRPr sz="1200" spc="-20" baseline="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ko-KR" altLang="en-US" dirty="0" smtClean="0"/>
              <a:t>마스터 텍스트 스타일 편집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</p:txBody>
      </p:sp>
      <p:sp>
        <p:nvSpPr>
          <p:cNvPr id="16" name="제목 1"/>
          <p:cNvSpPr>
            <a:spLocks noGrp="1"/>
          </p:cNvSpPr>
          <p:nvPr>
            <p:ph type="title" hasCustomPrompt="1"/>
          </p:nvPr>
        </p:nvSpPr>
        <p:spPr>
          <a:xfrm>
            <a:off x="272724" y="576000"/>
            <a:ext cx="9355229" cy="708943"/>
          </a:xfrm>
        </p:spPr>
        <p:txBody>
          <a:bodyPr vert="horz" bIns="0" anchor="t" anchorCtr="0">
            <a:noAutofit/>
          </a:bodyPr>
          <a:lstStyle>
            <a:lvl1pPr>
              <a:lnSpc>
                <a:spcPct val="120000"/>
              </a:lnSpc>
              <a:defRPr sz="1700" spc="-50" baseline="0">
                <a:solidFill>
                  <a:schemeClr val="tx1"/>
                </a:solidFill>
              </a:defRPr>
            </a:lvl1pPr>
          </a:lstStyle>
          <a:p>
            <a:r>
              <a:rPr lang="en-US" altLang="ko-KR" dirty="0" smtClean="0"/>
              <a:t>Action title</a:t>
            </a:r>
            <a:r>
              <a:rPr lang="ko-KR" altLang="en-US" dirty="0" smtClean="0"/>
              <a:t>은 </a:t>
            </a:r>
            <a:r>
              <a:rPr lang="ko-KR" altLang="en-US" dirty="0" err="1" smtClean="0"/>
              <a:t>본고딕</a:t>
            </a:r>
            <a:r>
              <a:rPr lang="ko-KR" altLang="en-US" dirty="0" smtClean="0"/>
              <a:t> </a:t>
            </a:r>
            <a:r>
              <a:rPr lang="en-US" altLang="ko-KR" dirty="0" smtClean="0"/>
              <a:t>Medium 17pt </a:t>
            </a:r>
            <a:r>
              <a:rPr lang="ko-KR" altLang="en-US" dirty="0" smtClean="0"/>
              <a:t>입니다</a:t>
            </a:r>
            <a:r>
              <a:rPr lang="en-US" altLang="ko-KR" dirty="0" smtClean="0"/>
              <a:t>.</a:t>
            </a:r>
            <a:br>
              <a:rPr lang="en-US" altLang="ko-KR" dirty="0" smtClean="0"/>
            </a:br>
            <a:r>
              <a:rPr lang="ko-KR" altLang="en-US" dirty="0" smtClean="0"/>
              <a:t>최대 </a:t>
            </a:r>
            <a:r>
              <a:rPr lang="ko-KR" altLang="en-US" dirty="0" err="1" smtClean="0"/>
              <a:t>두줄까지</a:t>
            </a:r>
            <a:r>
              <a:rPr lang="ko-KR" altLang="en-US" dirty="0" smtClean="0"/>
              <a:t> 사용 가능하며</a:t>
            </a:r>
            <a:r>
              <a:rPr lang="en-US" altLang="ko-KR" dirty="0" smtClean="0"/>
              <a:t> </a:t>
            </a:r>
            <a:r>
              <a:rPr lang="ko-KR" altLang="en-US" dirty="0" smtClean="0"/>
              <a:t>본문 요약 및 주요 메시지를 </a:t>
            </a:r>
            <a:r>
              <a:rPr lang="ko-KR" altLang="en-US" dirty="0" err="1" smtClean="0"/>
              <a:t>기재해주십시요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sp>
        <p:nvSpPr>
          <p:cNvPr id="17" name="텍스트 개체 틀 12"/>
          <p:cNvSpPr>
            <a:spLocks noGrp="1"/>
          </p:cNvSpPr>
          <p:nvPr>
            <p:ph type="body" sz="quarter" idx="19" hasCustomPrompt="1"/>
          </p:nvPr>
        </p:nvSpPr>
        <p:spPr>
          <a:xfrm>
            <a:off x="272833" y="171278"/>
            <a:ext cx="6172693" cy="369332"/>
          </a:xfrm>
          <a:noFill/>
        </p:spPr>
        <p:txBody>
          <a:bodyPr wrap="square" anchor="ctr" anchorCtr="0">
            <a:spAutoFit/>
          </a:bodyPr>
          <a:lstStyle>
            <a:lvl1pPr marL="0" indent="0">
              <a:buNone/>
              <a:defRPr sz="1900" spc="-20" baseline="0">
                <a:solidFill>
                  <a:schemeClr val="tx2"/>
                </a:solidFill>
                <a:latin typeface="+mj-ea"/>
                <a:ea typeface="+mj-ea"/>
              </a:defRPr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altLang="ko-KR" dirty="0" smtClean="0"/>
              <a:t>Main Title</a:t>
            </a:r>
            <a:r>
              <a:rPr lang="ko-KR" altLang="en-US" dirty="0" smtClean="0"/>
              <a:t>은 </a:t>
            </a:r>
            <a:r>
              <a:rPr lang="ko-KR" altLang="en-US" dirty="0" err="1" smtClean="0"/>
              <a:t>본고딕</a:t>
            </a:r>
            <a:r>
              <a:rPr lang="ko-KR" altLang="en-US" dirty="0" smtClean="0"/>
              <a:t> </a:t>
            </a:r>
            <a:r>
              <a:rPr lang="en-US" altLang="ko-KR" dirty="0" smtClean="0"/>
              <a:t>Medium 19pt</a:t>
            </a:r>
            <a:r>
              <a:rPr lang="ko-KR" altLang="en-US" dirty="0" smtClean="0"/>
              <a:t>입니다</a:t>
            </a:r>
            <a:r>
              <a:rPr lang="en-US" altLang="ko-KR" dirty="0" smtClean="0"/>
              <a:t>.</a:t>
            </a:r>
            <a:endParaRPr lang="ko-KR" altLang="en-US" dirty="0" smtClean="0"/>
          </a:p>
        </p:txBody>
      </p:sp>
      <p:sp>
        <p:nvSpPr>
          <p:cNvPr id="23" name="슬라이드 번호 개체 틀 18"/>
          <p:cNvSpPr>
            <a:spLocks noGrp="1"/>
          </p:cNvSpPr>
          <p:nvPr>
            <p:ph type="sldNum" sz="quarter" idx="4"/>
          </p:nvPr>
        </p:nvSpPr>
        <p:spPr>
          <a:xfrm>
            <a:off x="9264136" y="6601746"/>
            <a:ext cx="374513" cy="147600"/>
          </a:xfrm>
          <a:prstGeom prst="rect">
            <a:avLst/>
          </a:prstGeom>
        </p:spPr>
        <p:txBody>
          <a:bodyPr anchor="ctr"/>
          <a:lstStyle>
            <a:lvl1pPr algn="r">
              <a:defRPr sz="800">
                <a:solidFill>
                  <a:schemeClr val="accent1"/>
                </a:solidFill>
              </a:defRPr>
            </a:lvl1pPr>
          </a:lstStyle>
          <a:p>
            <a:fld id="{34650854-40C0-43E7-BFE1-FF212316D62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24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788317" y="6601746"/>
            <a:ext cx="1534561" cy="1486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accent1"/>
                </a:solidFill>
              </a:defRPr>
            </a:lvl1pPr>
          </a:lstStyle>
          <a:p>
            <a:r>
              <a:rPr lang="ko-KR" altLang="en-US" dirty="0" smtClean="0"/>
              <a:t>작성자</a:t>
            </a:r>
            <a:r>
              <a:rPr lang="en-US" altLang="ko-KR" dirty="0" smtClean="0"/>
              <a:t>_00000</a:t>
            </a:r>
            <a:r>
              <a:rPr lang="ko-KR" altLang="en-US" dirty="0" smtClean="0"/>
              <a:t>팀</a:t>
            </a:r>
            <a:endParaRPr lang="ko-KR" altLang="en-US" dirty="0"/>
          </a:p>
        </p:txBody>
      </p:sp>
      <p:cxnSp>
        <p:nvCxnSpPr>
          <p:cNvPr id="13" name="직선 연결선 12"/>
          <p:cNvCxnSpPr/>
          <p:nvPr userDrawn="1"/>
        </p:nvCxnSpPr>
        <p:spPr>
          <a:xfrm>
            <a:off x="270064" y="540000"/>
            <a:ext cx="9362886" cy="0"/>
          </a:xfrm>
          <a:prstGeom prst="line">
            <a:avLst/>
          </a:prstGeom>
          <a:ln w="63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064" y="6579886"/>
            <a:ext cx="1215734" cy="181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0297417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pos="6068">
          <p15:clr>
            <a:srgbClr val="FBAE40"/>
          </p15:clr>
        </p15:guide>
        <p15:guide id="2" pos="172" userDrawn="1">
          <p15:clr>
            <a:srgbClr val="FBAE40"/>
          </p15:clr>
        </p15:guide>
        <p15:guide id="3" orient="horz" pos="4065" userDrawn="1">
          <p15:clr>
            <a:srgbClr val="F26B43"/>
          </p15:clr>
        </p15:guide>
        <p15:guide id="4" orient="horz" pos="822" userDrawn="1">
          <p15:clr>
            <a:srgbClr val="F26B43"/>
          </p15:clr>
        </p15:guide>
        <p15:guide id="5" orient="horz" pos="346" userDrawn="1">
          <p15:clr>
            <a:srgbClr val="F26B43"/>
          </p15:clr>
        </p15:guide>
        <p15:guide id="6" orient="horz" pos="4269" userDrawn="1">
          <p15:clr>
            <a:srgbClr val="FBAE40"/>
          </p15:clr>
        </p15:guide>
        <p15:guide id="7" orient="horz" pos="890" userDrawn="1">
          <p15:clr>
            <a:srgbClr val="F26B43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지 (Action title 사용, 콘텐츠 사용 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개체 1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836" name="think-cell 슬라이드" r:id="rId5" imgW="395" imgH="394" progId="TCLayout.ActiveDocument.1">
                  <p:embed/>
                </p:oleObj>
              </mc:Choice>
              <mc:Fallback>
                <p:oleObj name="think-cell 슬라이드" r:id="rId5" imgW="395" imgH="39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직사각형 10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endParaRPr lang="ko-KR" altLang="en-US" sz="2000" b="0" i="0" baseline="0" dirty="0">
              <a:latin typeface="본고딕 Medium" panose="020B0600000000000000" pitchFamily="34" charset="-127"/>
              <a:ea typeface="본고딕 Medium" panose="020B0600000000000000" pitchFamily="34" charset="-127"/>
              <a:cs typeface="+mj-cs"/>
              <a:sym typeface="본고딕 Medium" panose="020B0600000000000000" pitchFamily="34" charset="-127"/>
            </a:endParaRPr>
          </a:p>
        </p:txBody>
      </p:sp>
      <p:sp>
        <p:nvSpPr>
          <p:cNvPr id="16" name="제목 1"/>
          <p:cNvSpPr>
            <a:spLocks noGrp="1"/>
          </p:cNvSpPr>
          <p:nvPr>
            <p:ph type="title" hasCustomPrompt="1"/>
          </p:nvPr>
        </p:nvSpPr>
        <p:spPr>
          <a:xfrm>
            <a:off x="272724" y="576000"/>
            <a:ext cx="9355229" cy="708943"/>
          </a:xfrm>
        </p:spPr>
        <p:txBody>
          <a:bodyPr vert="horz" bIns="0" anchor="t" anchorCtr="0">
            <a:noAutofit/>
          </a:bodyPr>
          <a:lstStyle>
            <a:lvl1pPr>
              <a:lnSpc>
                <a:spcPct val="120000"/>
              </a:lnSpc>
              <a:defRPr sz="1700" spc="-50" baseline="0">
                <a:solidFill>
                  <a:schemeClr val="tx1"/>
                </a:solidFill>
              </a:defRPr>
            </a:lvl1pPr>
          </a:lstStyle>
          <a:p>
            <a:r>
              <a:rPr lang="en-US" altLang="ko-KR" dirty="0" smtClean="0"/>
              <a:t>Action title</a:t>
            </a:r>
            <a:r>
              <a:rPr lang="ko-KR" altLang="en-US" dirty="0" smtClean="0"/>
              <a:t>은 </a:t>
            </a:r>
            <a:r>
              <a:rPr lang="ko-KR" altLang="en-US" dirty="0" err="1" smtClean="0"/>
              <a:t>본고딕</a:t>
            </a:r>
            <a:r>
              <a:rPr lang="ko-KR" altLang="en-US" dirty="0" smtClean="0"/>
              <a:t> </a:t>
            </a:r>
            <a:r>
              <a:rPr lang="en-US" altLang="ko-KR" dirty="0" smtClean="0"/>
              <a:t>Medium 17pt </a:t>
            </a:r>
            <a:r>
              <a:rPr lang="ko-KR" altLang="en-US" dirty="0" smtClean="0"/>
              <a:t>입니다</a:t>
            </a:r>
            <a:r>
              <a:rPr lang="en-US" altLang="ko-KR" dirty="0" smtClean="0"/>
              <a:t>.</a:t>
            </a:r>
            <a:br>
              <a:rPr lang="en-US" altLang="ko-KR" dirty="0" smtClean="0"/>
            </a:br>
            <a:r>
              <a:rPr lang="ko-KR" altLang="en-US" dirty="0" smtClean="0"/>
              <a:t>최대 </a:t>
            </a:r>
            <a:r>
              <a:rPr lang="ko-KR" altLang="en-US" dirty="0" err="1" smtClean="0"/>
              <a:t>두줄까지</a:t>
            </a:r>
            <a:r>
              <a:rPr lang="ko-KR" altLang="en-US" dirty="0" smtClean="0"/>
              <a:t> 사용 가능하며</a:t>
            </a:r>
            <a:r>
              <a:rPr lang="en-US" altLang="ko-KR" dirty="0" smtClean="0"/>
              <a:t> </a:t>
            </a:r>
            <a:r>
              <a:rPr lang="ko-KR" altLang="en-US" dirty="0" smtClean="0"/>
              <a:t>본문 요약 및 주요 메시지를 </a:t>
            </a:r>
            <a:r>
              <a:rPr lang="ko-KR" altLang="en-US" dirty="0" err="1" smtClean="0"/>
              <a:t>기재해주십시요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sp>
        <p:nvSpPr>
          <p:cNvPr id="17" name="텍스트 개체 틀 12"/>
          <p:cNvSpPr>
            <a:spLocks noGrp="1"/>
          </p:cNvSpPr>
          <p:nvPr>
            <p:ph type="body" sz="quarter" idx="19" hasCustomPrompt="1"/>
          </p:nvPr>
        </p:nvSpPr>
        <p:spPr>
          <a:xfrm>
            <a:off x="272833" y="171278"/>
            <a:ext cx="6172693" cy="369332"/>
          </a:xfrm>
          <a:noFill/>
        </p:spPr>
        <p:txBody>
          <a:bodyPr wrap="square" anchor="ctr" anchorCtr="0">
            <a:spAutoFit/>
          </a:bodyPr>
          <a:lstStyle>
            <a:lvl1pPr marL="0" indent="0">
              <a:buNone/>
              <a:defRPr sz="1900" spc="-20" baseline="0">
                <a:solidFill>
                  <a:schemeClr val="tx2"/>
                </a:solidFill>
                <a:latin typeface="+mj-ea"/>
                <a:ea typeface="+mj-ea"/>
              </a:defRPr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altLang="ko-KR" dirty="0" smtClean="0"/>
              <a:t>Main Title</a:t>
            </a:r>
            <a:r>
              <a:rPr lang="ko-KR" altLang="en-US" dirty="0" smtClean="0"/>
              <a:t>은 </a:t>
            </a:r>
            <a:r>
              <a:rPr lang="ko-KR" altLang="en-US" dirty="0" err="1" smtClean="0"/>
              <a:t>본고딕</a:t>
            </a:r>
            <a:r>
              <a:rPr lang="ko-KR" altLang="en-US" dirty="0" smtClean="0"/>
              <a:t> </a:t>
            </a:r>
            <a:r>
              <a:rPr lang="en-US" altLang="ko-KR" dirty="0" smtClean="0"/>
              <a:t>Medium 19pt</a:t>
            </a:r>
            <a:r>
              <a:rPr lang="ko-KR" altLang="en-US" dirty="0" smtClean="0"/>
              <a:t>입니다</a:t>
            </a:r>
            <a:r>
              <a:rPr lang="en-US" altLang="ko-KR" dirty="0" smtClean="0"/>
              <a:t>.</a:t>
            </a:r>
            <a:endParaRPr lang="ko-KR" altLang="en-US" dirty="0" smtClean="0"/>
          </a:p>
        </p:txBody>
      </p:sp>
      <p:sp>
        <p:nvSpPr>
          <p:cNvPr id="23" name="슬라이드 번호 개체 틀 18"/>
          <p:cNvSpPr>
            <a:spLocks noGrp="1"/>
          </p:cNvSpPr>
          <p:nvPr>
            <p:ph type="sldNum" sz="quarter" idx="4"/>
          </p:nvPr>
        </p:nvSpPr>
        <p:spPr>
          <a:xfrm>
            <a:off x="9264136" y="6601746"/>
            <a:ext cx="374513" cy="147600"/>
          </a:xfrm>
          <a:prstGeom prst="rect">
            <a:avLst/>
          </a:prstGeom>
        </p:spPr>
        <p:txBody>
          <a:bodyPr anchor="ctr"/>
          <a:lstStyle>
            <a:lvl1pPr algn="r">
              <a:defRPr sz="800">
                <a:solidFill>
                  <a:schemeClr val="accent1"/>
                </a:solidFill>
              </a:defRPr>
            </a:lvl1pPr>
          </a:lstStyle>
          <a:p>
            <a:fld id="{34650854-40C0-43E7-BFE1-FF212316D62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24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788317" y="6601746"/>
            <a:ext cx="1534561" cy="1486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accent1"/>
                </a:solidFill>
              </a:defRPr>
            </a:lvl1pPr>
          </a:lstStyle>
          <a:p>
            <a:r>
              <a:rPr lang="ko-KR" altLang="en-US" dirty="0" smtClean="0"/>
              <a:t>작성자</a:t>
            </a:r>
            <a:r>
              <a:rPr lang="en-US" altLang="ko-KR" dirty="0" smtClean="0"/>
              <a:t>_00000</a:t>
            </a:r>
            <a:r>
              <a:rPr lang="ko-KR" altLang="en-US" dirty="0" smtClean="0"/>
              <a:t>팀</a:t>
            </a:r>
            <a:endParaRPr lang="ko-KR" altLang="en-US" dirty="0"/>
          </a:p>
        </p:txBody>
      </p:sp>
      <p:cxnSp>
        <p:nvCxnSpPr>
          <p:cNvPr id="13" name="직선 연결선 12"/>
          <p:cNvCxnSpPr/>
          <p:nvPr userDrawn="1"/>
        </p:nvCxnSpPr>
        <p:spPr>
          <a:xfrm>
            <a:off x="270064" y="540000"/>
            <a:ext cx="9362886" cy="0"/>
          </a:xfrm>
          <a:prstGeom prst="line">
            <a:avLst/>
          </a:prstGeom>
          <a:ln w="63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064" y="6579886"/>
            <a:ext cx="1215734" cy="181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7117653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pos="6068">
          <p15:clr>
            <a:srgbClr val="FBAE40"/>
          </p15:clr>
        </p15:guide>
        <p15:guide id="2" pos="172">
          <p15:clr>
            <a:srgbClr val="FBAE40"/>
          </p15:clr>
        </p15:guide>
        <p15:guide id="3" orient="horz" pos="4065">
          <p15:clr>
            <a:srgbClr val="F26B43"/>
          </p15:clr>
        </p15:guide>
        <p15:guide id="4" orient="horz" pos="822">
          <p15:clr>
            <a:srgbClr val="F26B43"/>
          </p15:clr>
        </p15:guide>
        <p15:guide id="5" orient="horz" pos="346">
          <p15:clr>
            <a:srgbClr val="F26B43"/>
          </p15:clr>
        </p15:guide>
        <p15:guide id="6" orient="horz" pos="4269">
          <p15:clr>
            <a:srgbClr val="FBAE40"/>
          </p15:clr>
        </p15:guide>
        <p15:guide id="7" orient="horz" pos="890">
          <p15:clr>
            <a:srgbClr val="F26B43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내지 (Action Title 미사용, 텍스트 사용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개체 1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31" name="think-cell 슬라이드" r:id="rId5" imgW="395" imgH="394" progId="TCLayout.ActiveDocument.1">
                  <p:embed/>
                </p:oleObj>
              </mc:Choice>
              <mc:Fallback>
                <p:oleObj name="think-cell 슬라이드" r:id="rId5" imgW="395" imgH="394" progId="TCLayout.ActiveDocument.1">
                  <p:embed/>
                  <p:pic>
                    <p:nvPicPr>
                      <p:cNvPr id="12" name="개체 11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직사각형 10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endParaRPr lang="ko-KR" altLang="en-US" sz="2000" b="0" i="0" baseline="0" dirty="0">
              <a:latin typeface="본고딕 Medium" panose="020B0600000000000000" pitchFamily="34" charset="-127"/>
              <a:ea typeface="본고딕 Medium" panose="020B0600000000000000" pitchFamily="34" charset="-127"/>
              <a:cs typeface="+mj-cs"/>
              <a:sym typeface="본고딕 Medium" panose="020B0600000000000000" pitchFamily="34" charset="-127"/>
            </a:endParaRPr>
          </a:p>
        </p:txBody>
      </p:sp>
      <p:sp>
        <p:nvSpPr>
          <p:cNvPr id="17" name="텍스트 개체 틀 12"/>
          <p:cNvSpPr>
            <a:spLocks noGrp="1"/>
          </p:cNvSpPr>
          <p:nvPr>
            <p:ph type="body" sz="quarter" idx="19" hasCustomPrompt="1"/>
          </p:nvPr>
        </p:nvSpPr>
        <p:spPr>
          <a:xfrm>
            <a:off x="272833" y="134345"/>
            <a:ext cx="9357781" cy="443198"/>
          </a:xfrm>
          <a:noFill/>
        </p:spPr>
        <p:txBody>
          <a:bodyPr wrap="square" anchor="ctr" anchorCtr="0">
            <a:spAutoFit/>
          </a:bodyPr>
          <a:lstStyle>
            <a:lvl1pPr marL="0" indent="0">
              <a:buNone/>
              <a:defRPr sz="1900" spc="-20" baseline="0">
                <a:solidFill>
                  <a:schemeClr val="tx2"/>
                </a:solidFill>
                <a:latin typeface="+mj-ea"/>
                <a:ea typeface="+mj-ea"/>
              </a:defRPr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altLang="ko-KR" dirty="0" smtClean="0"/>
              <a:t>Main Title</a:t>
            </a:r>
            <a:r>
              <a:rPr lang="ko-KR" altLang="en-US" dirty="0" smtClean="0"/>
              <a:t>은 </a:t>
            </a:r>
            <a:r>
              <a:rPr lang="ko-KR" altLang="en-US" dirty="0" err="1" smtClean="0"/>
              <a:t>본고딕</a:t>
            </a:r>
            <a:r>
              <a:rPr lang="ko-KR" altLang="en-US" dirty="0" smtClean="0"/>
              <a:t> </a:t>
            </a:r>
            <a:r>
              <a:rPr lang="en-US" altLang="ko-KR" dirty="0" smtClean="0"/>
              <a:t>Medium 19pt</a:t>
            </a:r>
            <a:r>
              <a:rPr lang="ko-KR" altLang="en-US" dirty="0" smtClean="0"/>
              <a:t>입니다</a:t>
            </a:r>
            <a:r>
              <a:rPr lang="en-US" altLang="ko-KR" dirty="0" smtClean="0"/>
              <a:t>.</a:t>
            </a:r>
            <a:endParaRPr lang="ko-KR" altLang="en-US" dirty="0" smtClean="0"/>
          </a:p>
        </p:txBody>
      </p:sp>
      <p:sp>
        <p:nvSpPr>
          <p:cNvPr id="23" name="슬라이드 번호 개체 틀 18"/>
          <p:cNvSpPr>
            <a:spLocks noGrp="1"/>
          </p:cNvSpPr>
          <p:nvPr>
            <p:ph type="sldNum" sz="quarter" idx="4"/>
          </p:nvPr>
        </p:nvSpPr>
        <p:spPr>
          <a:xfrm>
            <a:off x="9264136" y="6601746"/>
            <a:ext cx="374513" cy="147600"/>
          </a:xfrm>
          <a:prstGeom prst="rect">
            <a:avLst/>
          </a:prstGeom>
        </p:spPr>
        <p:txBody>
          <a:bodyPr anchor="ctr"/>
          <a:lstStyle>
            <a:lvl1pPr algn="r">
              <a:defRPr sz="800">
                <a:solidFill>
                  <a:schemeClr val="accent1"/>
                </a:solidFill>
              </a:defRPr>
            </a:lvl1pPr>
          </a:lstStyle>
          <a:p>
            <a:fld id="{34650854-40C0-43E7-BFE1-FF212316D62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24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788317" y="6601746"/>
            <a:ext cx="1534561" cy="1486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accent1"/>
                </a:solidFill>
              </a:defRPr>
            </a:lvl1pPr>
          </a:lstStyle>
          <a:p>
            <a:r>
              <a:rPr lang="ko-KR" altLang="en-US" smtClean="0"/>
              <a:t>작성자</a:t>
            </a:r>
            <a:r>
              <a:rPr lang="en-US" altLang="ko-KR" smtClean="0"/>
              <a:t>_00000</a:t>
            </a:r>
            <a:r>
              <a:rPr lang="ko-KR" altLang="en-US" smtClean="0"/>
              <a:t>팀</a:t>
            </a:r>
            <a:endParaRPr lang="ko-KR" altLang="en-US" dirty="0"/>
          </a:p>
        </p:txBody>
      </p:sp>
      <p:cxnSp>
        <p:nvCxnSpPr>
          <p:cNvPr id="13" name="직선 연결선 12"/>
          <p:cNvCxnSpPr/>
          <p:nvPr userDrawn="1"/>
        </p:nvCxnSpPr>
        <p:spPr>
          <a:xfrm>
            <a:off x="270064" y="540000"/>
            <a:ext cx="9362886" cy="0"/>
          </a:xfrm>
          <a:prstGeom prst="line">
            <a:avLst/>
          </a:prstGeom>
          <a:ln w="63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텍스트 개체 틀 3"/>
          <p:cNvSpPr>
            <a:spLocks noGrp="1"/>
          </p:cNvSpPr>
          <p:nvPr>
            <p:ph type="body" sz="quarter" idx="18" hasCustomPrompt="1"/>
          </p:nvPr>
        </p:nvSpPr>
        <p:spPr>
          <a:xfrm>
            <a:off x="270064" y="931201"/>
            <a:ext cx="9360550" cy="877888"/>
          </a:xfrm>
        </p:spPr>
        <p:txBody>
          <a:bodyPr>
            <a:noAutofit/>
          </a:bodyPr>
          <a:lstStyle>
            <a:lvl1pPr marL="266700" indent="-266700">
              <a:lnSpc>
                <a:spcPct val="120000"/>
              </a:lnSpc>
              <a:spcBef>
                <a:spcPts val="0"/>
              </a:spcBef>
              <a:buClr>
                <a:schemeClr val="tx2"/>
              </a:buClr>
              <a:buFont typeface="본고딕 Normal" panose="020B0400000000000000" pitchFamily="34" charset="-127"/>
              <a:buChar char="▐"/>
              <a:tabLst/>
              <a:defRPr sz="1600" spc="-20" baseline="0">
                <a:latin typeface="본고딕 Medium" pitchFamily="34" charset="-127"/>
                <a:ea typeface="본고딕 Medium" pitchFamily="34" charset="-127"/>
              </a:defRPr>
            </a:lvl1pPr>
            <a:lvl2pPr marL="449263" indent="-182563">
              <a:lnSpc>
                <a:spcPct val="120000"/>
              </a:lnSpc>
              <a:spcBef>
                <a:spcPts val="0"/>
              </a:spcBef>
              <a:buClr>
                <a:schemeClr val="tx2"/>
              </a:buClr>
              <a:tabLst>
                <a:tab pos="182563" algn="l"/>
              </a:tabLst>
              <a:defRPr sz="1400" spc="-20" baseline="0"/>
            </a:lvl2pPr>
            <a:lvl3pPr marL="625475" indent="-176213">
              <a:lnSpc>
                <a:spcPct val="120000"/>
              </a:lnSpc>
              <a:spcBef>
                <a:spcPts val="0"/>
              </a:spcBef>
              <a:buClr>
                <a:schemeClr val="tx2"/>
              </a:buClr>
              <a:buFont typeface="본고딕 Normal" panose="020B0400000000000000" pitchFamily="34" charset="-127"/>
              <a:buChar char="‒"/>
              <a:tabLst>
                <a:tab pos="541338" algn="l"/>
              </a:tabLst>
              <a:defRPr sz="1200" spc="-20" baseline="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ko-KR" dirty="0" smtClean="0"/>
              <a:t>Action Title </a:t>
            </a:r>
            <a:r>
              <a:rPr lang="ko-KR" altLang="en-US" dirty="0" smtClean="0"/>
              <a:t>미사용 내지양식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064" y="6579886"/>
            <a:ext cx="1215734" cy="181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3929530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pos="6068">
          <p15:clr>
            <a:srgbClr val="FBAE40"/>
          </p15:clr>
        </p15:guide>
        <p15:guide id="2" pos="172">
          <p15:clr>
            <a:srgbClr val="FBAE40"/>
          </p15:clr>
        </p15:guide>
        <p15:guide id="3" orient="horz" pos="4065">
          <p15:clr>
            <a:srgbClr val="F26B43"/>
          </p15:clr>
        </p15:guide>
        <p15:guide id="4" orient="horz" pos="1139">
          <p15:clr>
            <a:srgbClr val="F26B43"/>
          </p15:clr>
        </p15:guide>
        <p15:guide id="5" orient="horz" pos="572">
          <p15:clr>
            <a:srgbClr val="F26B43"/>
          </p15:clr>
        </p15:guide>
        <p15:guide id="6" orient="horz" pos="4269">
          <p15:clr>
            <a:srgbClr val="FBAE40"/>
          </p15:clr>
        </p15:guide>
        <p15:guide id="7" orient="horz" pos="1207">
          <p15:clr>
            <a:srgbClr val="F26B43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vmlDrawing" Target="../drawings/vmlDrawing1.v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emf"/><Relationship Id="rId4" Type="http://schemas.openxmlformats.org/officeDocument/2006/relationships/slideLayout" Target="../slideLayouts/slideLayout4.xml"/><Relationship Id="rId9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/>
          <p:cNvGraphicFramePr>
            <a:graphicFrameLocks noChangeAspect="1"/>
          </p:cNvGraphicFramePr>
          <p:nvPr userDrawn="1"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169653729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188" name="think-cell 슬라이드" r:id="rId9" imgW="381" imgH="381" progId="TCLayout.ActiveDocument.1">
                  <p:embed/>
                </p:oleObj>
              </mc:Choice>
              <mc:Fallback>
                <p:oleObj name="think-cell 슬라이드" r:id="rId9" imgW="381" imgH="381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 편집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en-US" dirty="0"/>
          </a:p>
        </p:txBody>
      </p:sp>
      <p:sp>
        <p:nvSpPr>
          <p:cNvPr id="9" name="슬라이드 번호 개체 틀 18"/>
          <p:cNvSpPr>
            <a:spLocks noGrp="1"/>
          </p:cNvSpPr>
          <p:nvPr>
            <p:ph type="sldNum" sz="quarter" idx="4"/>
          </p:nvPr>
        </p:nvSpPr>
        <p:spPr>
          <a:xfrm>
            <a:off x="9264136" y="6601746"/>
            <a:ext cx="374513" cy="147600"/>
          </a:xfrm>
          <a:prstGeom prst="rect">
            <a:avLst/>
          </a:prstGeom>
        </p:spPr>
        <p:txBody>
          <a:bodyPr anchor="ctr"/>
          <a:lstStyle>
            <a:lvl1pPr algn="r">
              <a:defRPr sz="800">
                <a:solidFill>
                  <a:schemeClr val="bg2"/>
                </a:solidFill>
              </a:defRPr>
            </a:lvl1pPr>
          </a:lstStyle>
          <a:p>
            <a:fld id="{34650854-40C0-43E7-BFE1-FF212316D624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788317" y="6601746"/>
            <a:ext cx="1534561" cy="1486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B6B6B6"/>
                </a:solidFill>
              </a:defRPr>
            </a:lvl1pPr>
          </a:lstStyle>
          <a:p>
            <a:r>
              <a:rPr lang="ko-KR" altLang="en-US" smtClean="0"/>
              <a:t>작성자</a:t>
            </a:r>
            <a:r>
              <a:rPr lang="en-US" altLang="ko-KR" smtClean="0"/>
              <a:t>_OOOO</a:t>
            </a:r>
            <a:r>
              <a:rPr lang="ko-KR" altLang="en-US" smtClean="0"/>
              <a:t>팀 </a:t>
            </a:r>
            <a:r>
              <a:rPr lang="en-US" altLang="ko-KR" smtClean="0"/>
              <a:t>OOO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36171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8" r:id="rId2"/>
    <p:sldLayoutId id="2147483719" r:id="rId3"/>
    <p:sldLayoutId id="2147483730" r:id="rId4"/>
    <p:sldLayoutId id="2147483729" r:id="rId5"/>
  </p:sldLayoutIdLst>
  <p:timing>
    <p:tnLst>
      <p:par>
        <p:cTn id="1" dur="indefinite" restart="never" nodeType="tmRoot"/>
      </p:par>
    </p:tnLst>
  </p:timing>
  <p:hf hdr="0" dt="0"/>
  <p:txStyles>
    <p:titleStyle>
      <a:lvl1pPr algn="l" defTabSz="914400" rtl="0" eaLnBrk="1" latinLnBrk="1" hangingPunct="1">
        <a:lnSpc>
          <a:spcPct val="12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3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7.bin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4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8.bin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/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19599654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0514" name="think-cell 슬라이드" r:id="rId5" imgW="381" imgH="381" progId="TCLayout.ActiveDocument.1">
                  <p:embed/>
                </p:oleObj>
              </mc:Choice>
              <mc:Fallback>
                <p:oleObj name="think-cell 슬라이드" r:id="rId5" imgW="381" imgH="381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42133" y="2276475"/>
            <a:ext cx="5398943" cy="1105080"/>
          </a:xfrm>
        </p:spPr>
        <p:txBody>
          <a:bodyPr vert="horz"/>
          <a:lstStyle/>
          <a:p>
            <a:r>
              <a:rPr lang="ko-KR" altLang="en-US" dirty="0"/>
              <a:t>동국시스템즈 문서 표지 양식</a:t>
            </a:r>
            <a:br>
              <a:rPr lang="ko-KR" altLang="en-US" dirty="0"/>
            </a:br>
            <a:r>
              <a:rPr lang="en-US" altLang="ko-KR" dirty="0"/>
              <a:t>White_Big K </a:t>
            </a:r>
            <a:r>
              <a:rPr lang="ko-KR" altLang="en-US" dirty="0"/>
              <a:t>버전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 err="1" smtClean="0"/>
              <a:t>부산운영팀</a:t>
            </a:r>
            <a:r>
              <a:rPr lang="ko-KR" altLang="en-US" dirty="0" smtClean="0"/>
              <a:t> </a:t>
            </a:r>
            <a:r>
              <a:rPr lang="en-US" altLang="ko-KR" dirty="0" smtClean="0"/>
              <a:t>| 2026.01.01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541085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/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10705283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2554" name="think-cell 슬라이드" r:id="rId5" imgW="381" imgH="381" progId="TCLayout.ActiveDocument.1">
                  <p:embed/>
                </p:oleObj>
              </mc:Choice>
              <mc:Fallback>
                <p:oleObj name="think-cell 슬라이드" r:id="rId5" imgW="381" imgH="381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모서리가 둥근 직사각형 4"/>
          <p:cNvSpPr/>
          <p:nvPr/>
        </p:nvSpPr>
        <p:spPr>
          <a:xfrm>
            <a:off x="983081" y="2388121"/>
            <a:ext cx="6641131" cy="451345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2">
                  <a:lumMod val="75000"/>
                  <a:shade val="30000"/>
                  <a:satMod val="115000"/>
                </a:schemeClr>
              </a:gs>
              <a:gs pos="50000">
                <a:schemeClr val="accent2">
                  <a:lumMod val="75000"/>
                  <a:shade val="67500"/>
                  <a:satMod val="115000"/>
                </a:schemeClr>
              </a:gs>
              <a:gs pos="100000">
                <a:schemeClr val="accent2">
                  <a:lumMod val="75000"/>
                  <a:shade val="100000"/>
                  <a:satMod val="11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텍스트 개체 틀 1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 dirty="0" smtClean="0">
                <a:solidFill>
                  <a:schemeClr val="bg1"/>
                </a:solidFill>
              </a:rPr>
              <a:t>01</a:t>
            </a:r>
          </a:p>
          <a:p>
            <a:r>
              <a:rPr lang="en-US" altLang="ko-KR" dirty="0" smtClean="0"/>
              <a:t>02</a:t>
            </a:r>
          </a:p>
          <a:p>
            <a:r>
              <a:rPr lang="en-US" altLang="ko-KR" dirty="0" smtClean="0"/>
              <a:t>03</a:t>
            </a:r>
          </a:p>
          <a:p>
            <a:r>
              <a:rPr lang="en-US" altLang="ko-KR" dirty="0" smtClean="0"/>
              <a:t>04</a:t>
            </a:r>
          </a:p>
          <a:p>
            <a:r>
              <a:rPr lang="en-US" altLang="ko-KR" dirty="0" smtClean="0"/>
              <a:t>05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 smtClean="0">
                <a:solidFill>
                  <a:schemeClr val="bg1"/>
                </a:solidFill>
              </a:rPr>
              <a:t>01 – 05</a:t>
            </a:r>
          </a:p>
          <a:p>
            <a:r>
              <a:rPr lang="en-US" altLang="ko-KR" dirty="0" smtClean="0"/>
              <a:t>01 – 05</a:t>
            </a:r>
          </a:p>
          <a:p>
            <a:r>
              <a:rPr lang="en-US" altLang="ko-KR" dirty="0" smtClean="0"/>
              <a:t>01 – 05</a:t>
            </a:r>
          </a:p>
          <a:p>
            <a:r>
              <a:rPr lang="en-US" altLang="ko-KR" dirty="0" smtClean="0"/>
              <a:t>01 – 05</a:t>
            </a:r>
          </a:p>
          <a:p>
            <a:r>
              <a:rPr lang="en-US" altLang="ko-KR" dirty="0" smtClean="0"/>
              <a:t>01 – 05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 smtClean="0">
                <a:solidFill>
                  <a:schemeClr val="bg1"/>
                </a:solidFill>
              </a:rPr>
              <a:t>텍스트를 입력하세요</a:t>
            </a:r>
            <a:endParaRPr lang="en-US" altLang="ko-KR" dirty="0" smtClean="0">
              <a:solidFill>
                <a:schemeClr val="bg1"/>
              </a:solidFill>
            </a:endParaRPr>
          </a:p>
          <a:p>
            <a:r>
              <a:rPr lang="ko-KR" altLang="en-US" dirty="0" smtClean="0"/>
              <a:t>텍스트를 입력하세요</a:t>
            </a:r>
            <a:endParaRPr lang="en-US" altLang="ko-KR" dirty="0" smtClean="0"/>
          </a:p>
          <a:p>
            <a:r>
              <a:rPr lang="ko-KR" altLang="en-US" dirty="0" smtClean="0"/>
              <a:t>텍스트를 입력하세요</a:t>
            </a:r>
            <a:endParaRPr lang="en-US" altLang="ko-KR" dirty="0" smtClean="0"/>
          </a:p>
          <a:p>
            <a:r>
              <a:rPr lang="ko-KR" altLang="en-US" dirty="0" smtClean="0"/>
              <a:t>텍스트를 입력하세요</a:t>
            </a:r>
            <a:endParaRPr lang="en-US" altLang="ko-KR" dirty="0" smtClean="0"/>
          </a:p>
          <a:p>
            <a:r>
              <a:rPr lang="ko-KR" altLang="en-US" dirty="0" smtClean="0"/>
              <a:t>텍스트를 입력하세요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979142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Action title</a:t>
            </a:r>
            <a:r>
              <a:rPr lang="ko-KR" altLang="en-US" dirty="0"/>
              <a:t>은 </a:t>
            </a:r>
            <a:r>
              <a:rPr lang="ko-KR" altLang="en-US" dirty="0" err="1"/>
              <a:t>본고딕</a:t>
            </a:r>
            <a:r>
              <a:rPr lang="ko-KR" altLang="en-US" dirty="0"/>
              <a:t> </a:t>
            </a:r>
            <a:r>
              <a:rPr lang="en-US" altLang="ko-KR" dirty="0"/>
              <a:t>Medium 17pt 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최대 </a:t>
            </a:r>
            <a:r>
              <a:rPr lang="ko-KR" altLang="en-US" dirty="0" err="1"/>
              <a:t>두줄까지</a:t>
            </a:r>
            <a:r>
              <a:rPr lang="ko-KR" altLang="en-US" dirty="0"/>
              <a:t> 사용 가능하며 본문 요약 및 주요 메시지를 </a:t>
            </a:r>
            <a:r>
              <a:rPr lang="ko-KR" altLang="en-US" dirty="0" err="1" smtClean="0"/>
              <a:t>기재해주십시요</a:t>
            </a:r>
            <a:r>
              <a:rPr lang="en-US" altLang="ko-KR" dirty="0" smtClean="0"/>
              <a:t>.</a:t>
            </a:r>
            <a:r>
              <a:rPr lang="ko-KR" altLang="en-US" dirty="0"/>
              <a:t/>
            </a:r>
            <a:br>
              <a:rPr lang="ko-KR" altLang="en-US" dirty="0"/>
            </a:b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9"/>
          </p:nvPr>
        </p:nvSpPr>
        <p:spPr>
          <a:xfrm>
            <a:off x="272833" y="150695"/>
            <a:ext cx="6172693" cy="410497"/>
          </a:xfrm>
        </p:spPr>
        <p:txBody>
          <a:bodyPr/>
          <a:lstStyle/>
          <a:p>
            <a:r>
              <a:rPr lang="en-US" altLang="ko-KR" dirty="0"/>
              <a:t>Main Title</a:t>
            </a:r>
            <a:r>
              <a:rPr lang="ko-KR" altLang="en-US" dirty="0"/>
              <a:t>은 </a:t>
            </a:r>
            <a:r>
              <a:rPr lang="ko-KR" altLang="en-US" dirty="0" err="1"/>
              <a:t>본고딕</a:t>
            </a:r>
            <a:r>
              <a:rPr lang="ko-KR" altLang="en-US" dirty="0"/>
              <a:t> </a:t>
            </a:r>
            <a:r>
              <a:rPr lang="en-US" altLang="ko-KR" dirty="0"/>
              <a:t>Medium 19pt</a:t>
            </a:r>
            <a:r>
              <a:rPr lang="ko-KR" altLang="en-US" dirty="0"/>
              <a:t>입니다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650854-40C0-43E7-BFE1-FF212316D624}" type="slidenum">
              <a:rPr lang="ko-KR" altLang="en-US" smtClean="0"/>
              <a:pPr/>
              <a:t>3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ko-KR" altLang="en-US" smtClean="0"/>
              <a:t>작성자</a:t>
            </a:r>
            <a:r>
              <a:rPr lang="en-US" altLang="ko-KR" smtClean="0"/>
              <a:t>_00000</a:t>
            </a:r>
            <a:r>
              <a:rPr lang="ko-KR" altLang="en-US" smtClean="0"/>
              <a:t>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230967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Action title</a:t>
            </a:r>
            <a:r>
              <a:rPr lang="ko-KR" altLang="en-US" dirty="0"/>
              <a:t>은 </a:t>
            </a:r>
            <a:r>
              <a:rPr lang="ko-KR" altLang="en-US" dirty="0" err="1"/>
              <a:t>본고딕</a:t>
            </a:r>
            <a:r>
              <a:rPr lang="ko-KR" altLang="en-US" dirty="0"/>
              <a:t> </a:t>
            </a:r>
            <a:r>
              <a:rPr lang="en-US" altLang="ko-KR" dirty="0"/>
              <a:t>Medium 17pt 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최대 </a:t>
            </a:r>
            <a:r>
              <a:rPr lang="ko-KR" altLang="en-US" dirty="0" err="1"/>
              <a:t>두줄까지</a:t>
            </a:r>
            <a:r>
              <a:rPr lang="ko-KR" altLang="en-US" dirty="0"/>
              <a:t> 사용 가능하며 본문 요약 및 주요 메시지를 </a:t>
            </a:r>
            <a:r>
              <a:rPr lang="ko-KR" altLang="en-US" dirty="0" err="1"/>
              <a:t>기재해주십시요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9"/>
          </p:nvPr>
        </p:nvSpPr>
        <p:spPr>
          <a:xfrm>
            <a:off x="272833" y="152683"/>
            <a:ext cx="6172693" cy="406522"/>
          </a:xfrm>
        </p:spPr>
        <p:txBody>
          <a:bodyPr/>
          <a:lstStyle/>
          <a:p>
            <a:r>
              <a:rPr lang="en-US" altLang="ko-KR" dirty="0"/>
              <a:t>Main Title</a:t>
            </a:r>
            <a:r>
              <a:rPr lang="ko-KR" altLang="en-US" dirty="0"/>
              <a:t>은 </a:t>
            </a:r>
            <a:r>
              <a:rPr lang="ko-KR" altLang="en-US" dirty="0" err="1"/>
              <a:t>본고딕</a:t>
            </a:r>
            <a:r>
              <a:rPr lang="ko-KR" altLang="en-US" dirty="0"/>
              <a:t> </a:t>
            </a:r>
            <a:r>
              <a:rPr lang="en-US" altLang="ko-KR" dirty="0"/>
              <a:t>Medium 19pt</a:t>
            </a:r>
            <a:r>
              <a:rPr lang="ko-KR" altLang="en-US" dirty="0"/>
              <a:t>입니다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650854-40C0-43E7-BFE1-FF212316D624}" type="slidenum">
              <a:rPr lang="ko-KR" altLang="en-US" smtClean="0"/>
              <a:pPr/>
              <a:t>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ko-KR" altLang="en-US" smtClean="0"/>
              <a:t>작성자</a:t>
            </a:r>
            <a:r>
              <a:rPr lang="en-US" altLang="ko-KR" smtClean="0"/>
              <a:t>_00000</a:t>
            </a:r>
            <a:r>
              <a:rPr lang="ko-KR" altLang="en-US" smtClean="0"/>
              <a:t>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493501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9"/>
          </p:nvPr>
        </p:nvSpPr>
        <p:spPr>
          <a:xfrm>
            <a:off x="272833" y="152683"/>
            <a:ext cx="9357781" cy="406522"/>
          </a:xfrm>
        </p:spPr>
        <p:txBody>
          <a:bodyPr/>
          <a:lstStyle/>
          <a:p>
            <a:r>
              <a:rPr lang="en-US" altLang="ko-KR" dirty="0"/>
              <a:t>Main Title</a:t>
            </a:r>
            <a:r>
              <a:rPr lang="ko-KR" altLang="en-US" dirty="0"/>
              <a:t>은 </a:t>
            </a:r>
            <a:r>
              <a:rPr lang="ko-KR" altLang="en-US" dirty="0" err="1"/>
              <a:t>본고딕</a:t>
            </a:r>
            <a:r>
              <a:rPr lang="ko-KR" altLang="en-US" dirty="0"/>
              <a:t> </a:t>
            </a:r>
            <a:r>
              <a:rPr lang="en-US" altLang="ko-KR" dirty="0"/>
              <a:t>Medium 19pt</a:t>
            </a:r>
            <a:r>
              <a:rPr lang="ko-KR" altLang="en-US" dirty="0"/>
              <a:t>입니다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650854-40C0-43E7-BFE1-FF212316D624}" type="slidenum">
              <a:rPr lang="ko-KR" altLang="en-US" smtClean="0"/>
              <a:pPr/>
              <a:t>5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ko-KR" altLang="en-US" smtClean="0"/>
              <a:t>작성자</a:t>
            </a:r>
            <a:r>
              <a:rPr lang="en-US" altLang="ko-KR" smtClean="0"/>
              <a:t>_00000</a:t>
            </a:r>
            <a:r>
              <a:rPr lang="ko-KR" altLang="en-US" smtClean="0"/>
              <a:t>팀</a:t>
            </a:r>
            <a:endParaRPr lang="ko-KR" altLang="en-US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709990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dPxuVT9SgS5FEtnWf0jHw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dPxuVT9SgS5FEtnWf0jHw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IIfDxmQRFKPI4nuOO6gbw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IIfDxmQRFKPI4nuOO6gbw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IIfDxmQRFKPI4nuOO6gbw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1_Office 테마">
  <a:themeElements>
    <a:clrScheme name="동국제강">
      <a:dk1>
        <a:srgbClr val="262626"/>
      </a:dk1>
      <a:lt1>
        <a:srgbClr val="FFFFFF"/>
      </a:lt1>
      <a:dk2>
        <a:srgbClr val="002452"/>
      </a:dk2>
      <a:lt2>
        <a:srgbClr val="B6B6B6"/>
      </a:lt2>
      <a:accent1>
        <a:srgbClr val="757575"/>
      </a:accent1>
      <a:accent2>
        <a:srgbClr val="4B6580"/>
      </a:accent2>
      <a:accent3>
        <a:srgbClr val="B7D0D4"/>
      </a:accent3>
      <a:accent4>
        <a:srgbClr val="C51F2A"/>
      </a:accent4>
      <a:accent5>
        <a:srgbClr val="D55633"/>
      </a:accent5>
      <a:accent6>
        <a:srgbClr val="E9B86E"/>
      </a:accent6>
      <a:hlink>
        <a:srgbClr val="0563C1"/>
      </a:hlink>
      <a:folHlink>
        <a:srgbClr val="954F72"/>
      </a:folHlink>
    </a:clrScheme>
    <a:fontScheme name="동국제강">
      <a:majorFont>
        <a:latin typeface="본고딕 Medium"/>
        <a:ea typeface="본고딕 Medium"/>
        <a:cs typeface=""/>
      </a:majorFont>
      <a:minorFont>
        <a:latin typeface="본고딕 Normal"/>
        <a:ea typeface="본고딕 Normal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7837</TotalTime>
  <Words>141</Words>
  <Application>Microsoft Office PowerPoint</Application>
  <PresentationFormat>A4 용지(210x297mm)</PresentationFormat>
  <Paragraphs>38</Paragraphs>
  <Slides>5</Slides>
  <Notes>4</Notes>
  <HiddenSlides>0</HiddenSlides>
  <MMClips>0</MMClips>
  <ScaleCrop>false</ScaleCrop>
  <HeadingPairs>
    <vt:vector size="8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2" baseType="lpstr">
      <vt:lpstr>맑은 고딕</vt:lpstr>
      <vt:lpstr>본고딕 Bold</vt:lpstr>
      <vt:lpstr>본고딕 Medium</vt:lpstr>
      <vt:lpstr>본고딕 Normal</vt:lpstr>
      <vt:lpstr>Arial</vt:lpstr>
      <vt:lpstr>1_Office 테마</vt:lpstr>
      <vt:lpstr>think-cell 슬라이드</vt:lpstr>
      <vt:lpstr>동국시스템즈 문서 표지 양식 White_Big K 버전</vt:lpstr>
      <vt:lpstr>PowerPoint 프레젠테이션</vt:lpstr>
      <vt:lpstr>Action title은 본고딕 Medium 17pt 입니다. 최대 두줄까지 사용 가능하며 본문 요약 및 주요 메시지를 기재해주십시요. </vt:lpstr>
      <vt:lpstr>Action title은 본고딕 Medium 17pt 입니다. 최대 두줄까지 사용 가능하며 본문 요약 및 주요 메시지를 기재해주십시요.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동국제강그룹  문서 템플릿 통합 계획안</dc:title>
  <dc:creator>heeseung.jang</dc:creator>
  <cp:lastModifiedBy>장종익</cp:lastModifiedBy>
  <cp:revision>306</cp:revision>
  <cp:lastPrinted>2025-07-23T03:28:55Z</cp:lastPrinted>
  <dcterms:created xsi:type="dcterms:W3CDTF">2019-03-13T02:13:57Z</dcterms:created>
  <dcterms:modified xsi:type="dcterms:W3CDTF">2026-01-11T06:09:51Z</dcterms:modified>
</cp:coreProperties>
</file>