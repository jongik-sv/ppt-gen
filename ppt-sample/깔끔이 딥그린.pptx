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5" r:id="rId4"/>
    <p:sldId id="274" r:id="rId5"/>
    <p:sldId id="264" r:id="rId6"/>
    <p:sldId id="268" r:id="rId7"/>
    <p:sldId id="266" r:id="rId8"/>
    <p:sldId id="273" r:id="rId9"/>
    <p:sldId id="271" r:id="rId10"/>
    <p:sldId id="269" r:id="rId11"/>
    <p:sldId id="270" r:id="rId12"/>
    <p:sldId id="272" r:id="rId13"/>
    <p:sldId id="275" r:id="rId14"/>
    <p:sldId id="276" r:id="rId15"/>
    <p:sldId id="277" r:id="rId16"/>
    <p:sldId id="278" r:id="rId17"/>
    <p:sldId id="279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6F8F7"/>
    <a:srgbClr val="E3E9E6"/>
    <a:srgbClr val="DFE9E6"/>
    <a:srgbClr val="6B9989"/>
    <a:srgbClr val="577F71"/>
    <a:srgbClr val="22523B"/>
    <a:srgbClr val="83A99B"/>
    <a:srgbClr val="578F76"/>
    <a:srgbClr val="4793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078DCE-51A6-4AE5-9485-023BBA4ED4CE}" v="416" dt="2021-09-04T02:37:33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72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한 수미" userId="3d091dd9cbd79fe5" providerId="LiveId" clId="{6F078DCE-51A6-4AE5-9485-023BBA4ED4CE}"/>
    <pc:docChg chg="undo redo custSel addSld delSld modSld sldOrd modMainMaster">
      <pc:chgData name="한 수미" userId="3d091dd9cbd79fe5" providerId="LiveId" clId="{6F078DCE-51A6-4AE5-9485-023BBA4ED4CE}" dt="2021-08-18T05:31:58.439" v="1691"/>
      <pc:docMkLst>
        <pc:docMk/>
      </pc:docMkLst>
      <pc:sldChg chg="addSp delSp modSp mod setBg">
        <pc:chgData name="한 수미" userId="3d091dd9cbd79fe5" providerId="LiveId" clId="{6F078DCE-51A6-4AE5-9485-023BBA4ED4CE}" dt="2021-08-18T05:30:09.534" v="1649"/>
        <pc:sldMkLst>
          <pc:docMk/>
          <pc:sldMk cId="2553977762" sldId="262"/>
        </pc:sldMkLst>
        <pc:spChg chg="add mod">
          <ac:chgData name="한 수미" userId="3d091dd9cbd79fe5" providerId="LiveId" clId="{6F078DCE-51A6-4AE5-9485-023BBA4ED4CE}" dt="2021-08-10T19:37:18.834" v="361" actId="1035"/>
          <ac:spMkLst>
            <pc:docMk/>
            <pc:sldMk cId="2553977762" sldId="262"/>
            <ac:spMk id="2" creationId="{539C8FE8-BA5B-4C12-BAC6-C3EEC0E69C2D}"/>
          </ac:spMkLst>
        </pc:spChg>
        <pc:spChg chg="mod">
          <ac:chgData name="한 수미" userId="3d091dd9cbd79fe5" providerId="LiveId" clId="{6F078DCE-51A6-4AE5-9485-023BBA4ED4CE}" dt="2021-08-09T14:09:15.639" v="17" actId="1076"/>
          <ac:spMkLst>
            <pc:docMk/>
            <pc:sldMk cId="2553977762" sldId="262"/>
            <ac:spMk id="2" creationId="{BA35EB7E-B69C-4B56-9060-8BA962E3CE9B}"/>
          </ac:spMkLst>
        </pc:spChg>
        <pc:spChg chg="add mod">
          <ac:chgData name="한 수미" userId="3d091dd9cbd79fe5" providerId="LiveId" clId="{6F078DCE-51A6-4AE5-9485-023BBA4ED4CE}" dt="2021-08-09T14:09:12.459" v="16" actId="1076"/>
          <ac:spMkLst>
            <pc:docMk/>
            <pc:sldMk cId="2553977762" sldId="262"/>
            <ac:spMk id="4" creationId="{22FD5D5D-1A03-4321-9E3F-DE973E617C7E}"/>
          </ac:spMkLst>
        </pc:spChg>
        <pc:spChg chg="add mod">
          <ac:chgData name="한 수미" userId="3d091dd9cbd79fe5" providerId="LiveId" clId="{6F078DCE-51A6-4AE5-9485-023BBA4ED4CE}" dt="2021-08-18T05:30:09.534" v="1649"/>
          <ac:spMkLst>
            <pc:docMk/>
            <pc:sldMk cId="2553977762" sldId="262"/>
            <ac:spMk id="9" creationId="{7E3AD9CB-CFCE-4095-AB13-CC67CDE22CC6}"/>
          </ac:spMkLst>
        </pc:spChg>
        <pc:spChg chg="mod">
          <ac:chgData name="한 수미" userId="3d091dd9cbd79fe5" providerId="LiveId" clId="{6F078DCE-51A6-4AE5-9485-023BBA4ED4CE}" dt="2021-08-09T14:09:15.639" v="17" actId="1076"/>
          <ac:spMkLst>
            <pc:docMk/>
            <pc:sldMk cId="2553977762" sldId="262"/>
            <ac:spMk id="10" creationId="{53304C5A-67D8-4594-B2AA-3DB50E00EC60}"/>
          </ac:spMkLst>
        </pc:spChg>
        <pc:spChg chg="mod">
          <ac:chgData name="한 수미" userId="3d091dd9cbd79fe5" providerId="LiveId" clId="{6F078DCE-51A6-4AE5-9485-023BBA4ED4CE}" dt="2021-08-16T05:33:08.075" v="1620" actId="207"/>
          <ac:spMkLst>
            <pc:docMk/>
            <pc:sldMk cId="2553977762" sldId="262"/>
            <ac:spMk id="13" creationId="{CCF87FA4-E2ED-40E1-9007-87B65445E373}"/>
          </ac:spMkLst>
        </pc:spChg>
        <pc:spChg chg="mod">
          <ac:chgData name="한 수미" userId="3d091dd9cbd79fe5" providerId="LiveId" clId="{6F078DCE-51A6-4AE5-9485-023BBA4ED4CE}" dt="2021-08-11T10:06:19.569" v="477" actId="207"/>
          <ac:spMkLst>
            <pc:docMk/>
            <pc:sldMk cId="2553977762" sldId="262"/>
            <ac:spMk id="25" creationId="{14837554-332A-44AC-B111-3FEE5B90982D}"/>
          </ac:spMkLst>
        </pc:spChg>
        <pc:spChg chg="mod">
          <ac:chgData name="한 수미" userId="3d091dd9cbd79fe5" providerId="LiveId" clId="{6F078DCE-51A6-4AE5-9485-023BBA4ED4CE}" dt="2021-08-11T10:06:17.234" v="476" actId="207"/>
          <ac:spMkLst>
            <pc:docMk/>
            <pc:sldMk cId="2553977762" sldId="262"/>
            <ac:spMk id="27" creationId="{856C8DFD-4794-46C8-AD55-E3331A6AA96B}"/>
          </ac:spMkLst>
        </pc:spChg>
        <pc:spChg chg="mod">
          <ac:chgData name="한 수미" userId="3d091dd9cbd79fe5" providerId="LiveId" clId="{6F078DCE-51A6-4AE5-9485-023BBA4ED4CE}" dt="2021-08-10T19:36:06.358" v="332" actId="1076"/>
          <ac:spMkLst>
            <pc:docMk/>
            <pc:sldMk cId="2553977762" sldId="262"/>
            <ac:spMk id="29" creationId="{726807CC-6E9C-4C52-A163-572F216F2859}"/>
          </ac:spMkLst>
        </pc:spChg>
        <pc:cxnChg chg="add mod">
          <ac:chgData name="한 수미" userId="3d091dd9cbd79fe5" providerId="LiveId" clId="{6F078DCE-51A6-4AE5-9485-023BBA4ED4CE}" dt="2021-08-10T19:36:25.970" v="335" actId="1076"/>
          <ac:cxnSpMkLst>
            <pc:docMk/>
            <pc:sldMk cId="2553977762" sldId="262"/>
            <ac:cxnSpMk id="8" creationId="{FF994DB5-EF82-4CC8-AF1F-BADF1CB5BA0A}"/>
          </ac:cxnSpMkLst>
        </pc:cxnChg>
        <pc:cxnChg chg="mod">
          <ac:chgData name="한 수미" userId="3d091dd9cbd79fe5" providerId="LiveId" clId="{6F078DCE-51A6-4AE5-9485-023BBA4ED4CE}" dt="2021-08-10T19:35:46.779" v="326" actId="208"/>
          <ac:cxnSpMkLst>
            <pc:docMk/>
            <pc:sldMk cId="2553977762" sldId="262"/>
            <ac:cxnSpMk id="22" creationId="{821CA1DC-F86E-4894-A15D-0CEE6085916A}"/>
          </ac:cxnSpMkLst>
        </pc:cxnChg>
        <pc:cxnChg chg="del">
          <ac:chgData name="한 수미" userId="3d091dd9cbd79fe5" providerId="LiveId" clId="{6F078DCE-51A6-4AE5-9485-023BBA4ED4CE}" dt="2021-08-10T08:00:13.222" v="78" actId="478"/>
          <ac:cxnSpMkLst>
            <pc:docMk/>
            <pc:sldMk cId="2553977762" sldId="262"/>
            <ac:cxnSpMk id="32" creationId="{05520D93-3703-4D22-B5F1-AAB48CBAE313}"/>
          </ac:cxnSpMkLst>
        </pc:cxnChg>
      </pc:sldChg>
      <pc:sldChg chg="addSp delSp modSp mod">
        <pc:chgData name="한 수미" userId="3d091dd9cbd79fe5" providerId="LiveId" clId="{6F078DCE-51A6-4AE5-9485-023BBA4ED4CE}" dt="2021-08-18T05:30:10.935" v="1650"/>
        <pc:sldMkLst>
          <pc:docMk/>
          <pc:sldMk cId="4237684816" sldId="263"/>
        </pc:sldMkLst>
        <pc:spChg chg="add del mod">
          <ac:chgData name="한 수미" userId="3d091dd9cbd79fe5" providerId="LiveId" clId="{6F078DCE-51A6-4AE5-9485-023BBA4ED4CE}" dt="2021-08-09T14:11:21.613" v="44" actId="478"/>
          <ac:spMkLst>
            <pc:docMk/>
            <pc:sldMk cId="4237684816" sldId="263"/>
            <ac:spMk id="2" creationId="{2B4AA267-E437-4F5B-9776-5DEF43EB1C24}"/>
          </ac:spMkLst>
        </pc:spChg>
        <pc:spChg chg="add 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4" creationId="{958D8F70-673E-4244-829F-FA09D7C6051A}"/>
          </ac:spMkLst>
        </pc:spChg>
        <pc:spChg chg="add mod">
          <ac:chgData name="한 수미" userId="3d091dd9cbd79fe5" providerId="LiveId" clId="{6F078DCE-51A6-4AE5-9485-023BBA4ED4CE}" dt="2021-08-18T05:30:10.935" v="1650"/>
          <ac:spMkLst>
            <pc:docMk/>
            <pc:sldMk cId="4237684816" sldId="263"/>
            <ac:spMk id="15" creationId="{576A1610-C836-43DB-87AF-B88FCCD971E0}"/>
          </ac:spMkLst>
        </pc:spChg>
        <pc:spChg chg="del mod">
          <ac:chgData name="한 수미" userId="3d091dd9cbd79fe5" providerId="LiveId" clId="{6F078DCE-51A6-4AE5-9485-023BBA4ED4CE}" dt="2021-08-13T06:14:00.467" v="724" actId="478"/>
          <ac:spMkLst>
            <pc:docMk/>
            <pc:sldMk cId="4237684816" sldId="263"/>
            <ac:spMk id="109" creationId="{A62017D3-119E-4543-8926-8DFF36AB4EE7}"/>
          </ac:spMkLst>
        </pc:spChg>
        <pc:spChg chg="mod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13" creationId="{4AD89931-D40B-424E-804A-9B73105DA281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16" creationId="{5EBF5097-349F-4521-B3EB-7E1DFF02AE3B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17" creationId="{95AC35E7-42BA-499D-8FEE-D2B4CFD634D4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23" creationId="{7E2A4382-2954-409E-AC6A-EEC0E5A9A65D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25" creationId="{FE7E0F80-1FE4-4838-8AF2-BD577A12F83F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26" creationId="{8227C382-9A6A-472D-9EE1-B04A8D9A4194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27" creationId="{BCA9D6ED-FFF6-4D71-9592-53B93143B652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29" creationId="{D69A4346-42F2-40A4-8B18-2E9315ACF16E}"/>
          </ac:spMkLst>
        </pc:spChg>
        <pc:spChg chg="mod topLvl">
          <ac:chgData name="한 수미" userId="3d091dd9cbd79fe5" providerId="LiveId" clId="{6F078DCE-51A6-4AE5-9485-023BBA4ED4CE}" dt="2021-08-11T10:06:23.963" v="478" actId="207"/>
          <ac:spMkLst>
            <pc:docMk/>
            <pc:sldMk cId="4237684816" sldId="263"/>
            <ac:spMk id="130" creationId="{8EF05C79-C76D-4937-AE56-FEBC411C624E}"/>
          </ac:spMkLst>
        </pc:spChg>
        <pc:grpChg chg="del">
          <ac:chgData name="한 수미" userId="3d091dd9cbd79fe5" providerId="LiveId" clId="{6F078DCE-51A6-4AE5-9485-023BBA4ED4CE}" dt="2021-08-10T19:38:04.734" v="372" actId="165"/>
          <ac:grpSpMkLst>
            <pc:docMk/>
            <pc:sldMk cId="4237684816" sldId="263"/>
            <ac:grpSpMk id="131" creationId="{9982DBEE-0993-4844-B1D1-9AC0F5B70137}"/>
          </ac:grpSpMkLst>
        </pc:grpChg>
        <pc:picChg chg="add del mod">
          <ac:chgData name="한 수미" userId="3d091dd9cbd79fe5" providerId="LiveId" clId="{6F078DCE-51A6-4AE5-9485-023BBA4ED4CE}" dt="2021-08-09T14:11:52.797" v="47" actId="478"/>
          <ac:picMkLst>
            <pc:docMk/>
            <pc:sldMk cId="4237684816" sldId="263"/>
            <ac:picMk id="6" creationId="{FDB2C218-8AC1-44EB-A30B-B5129D689259}"/>
          </ac:picMkLst>
        </pc:picChg>
        <pc:cxnChg chg="mod topLvl">
          <ac:chgData name="한 수미" userId="3d091dd9cbd79fe5" providerId="LiveId" clId="{6F078DCE-51A6-4AE5-9485-023BBA4ED4CE}" dt="2021-08-10T19:38:04.734" v="372" actId="165"/>
          <ac:cxnSpMkLst>
            <pc:docMk/>
            <pc:sldMk cId="4237684816" sldId="263"/>
            <ac:cxnSpMk id="112" creationId="{73E25856-0C67-4B26-89CF-AD23E06A951D}"/>
          </ac:cxnSpMkLst>
        </pc:cxnChg>
        <pc:cxnChg chg="mod topLvl">
          <ac:chgData name="한 수미" userId="3d091dd9cbd79fe5" providerId="LiveId" clId="{6F078DCE-51A6-4AE5-9485-023BBA4ED4CE}" dt="2021-08-10T19:38:04.734" v="372" actId="165"/>
          <ac:cxnSpMkLst>
            <pc:docMk/>
            <pc:sldMk cId="4237684816" sldId="263"/>
            <ac:cxnSpMk id="124" creationId="{846A9C7B-8ED9-4AB0-A396-36B4BD4A0B5B}"/>
          </ac:cxnSpMkLst>
        </pc:cxnChg>
        <pc:cxnChg chg="mod topLvl">
          <ac:chgData name="한 수미" userId="3d091dd9cbd79fe5" providerId="LiveId" clId="{6F078DCE-51A6-4AE5-9485-023BBA4ED4CE}" dt="2021-08-10T19:38:04.734" v="372" actId="165"/>
          <ac:cxnSpMkLst>
            <pc:docMk/>
            <pc:sldMk cId="4237684816" sldId="263"/>
            <ac:cxnSpMk id="128" creationId="{8807B45B-D2A2-474F-A26B-D14E7916CFDB}"/>
          </ac:cxnSpMkLst>
        </pc:cxnChg>
      </pc:sldChg>
      <pc:sldChg chg="addSp delSp modSp add mod">
        <pc:chgData name="한 수미" userId="3d091dd9cbd79fe5" providerId="LiveId" clId="{6F078DCE-51A6-4AE5-9485-023BBA4ED4CE}" dt="2021-08-18T05:30:13.871" v="1653"/>
        <pc:sldMkLst>
          <pc:docMk/>
          <pc:sldMk cId="3058146151" sldId="264"/>
        </pc:sldMkLst>
        <pc:spChg chg="add del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2" creationId="{69688C57-1D99-4BC1-B23B-C65754B30E1D}"/>
          </ac:spMkLst>
        </pc:spChg>
        <pc:spChg chg="add mod">
          <ac:chgData name="한 수미" userId="3d091dd9cbd79fe5" providerId="LiveId" clId="{6F078DCE-51A6-4AE5-9485-023BBA4ED4CE}" dt="2021-08-09T14:12:29.905" v="53" actId="14100"/>
          <ac:spMkLst>
            <pc:docMk/>
            <pc:sldMk cId="3058146151" sldId="264"/>
            <ac:spMk id="3" creationId="{10B8FF9A-E300-45B6-9223-A8C5EA824009}"/>
          </ac:spMkLst>
        </pc:spChg>
        <pc:spChg chg="del">
          <ac:chgData name="한 수미" userId="3d091dd9cbd79fe5" providerId="LiveId" clId="{6F078DCE-51A6-4AE5-9485-023BBA4ED4CE}" dt="2021-08-09T14:12:04.627" v="49" actId="478"/>
          <ac:spMkLst>
            <pc:docMk/>
            <pc:sldMk cId="3058146151" sldId="264"/>
            <ac:spMk id="4" creationId="{958D8F70-673E-4244-829F-FA09D7C6051A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" creationId="{69C15E77-F333-45F1-9D2B-7788499564CD}"/>
          </ac:spMkLst>
        </pc:spChg>
        <pc:spChg chg="add mod">
          <ac:chgData name="한 수미" userId="3d091dd9cbd79fe5" providerId="LiveId" clId="{6F078DCE-51A6-4AE5-9485-023BBA4ED4CE}" dt="2021-08-11T10:07:50.846" v="491" actId="207"/>
          <ac:spMkLst>
            <pc:docMk/>
            <pc:sldMk cId="3058146151" sldId="264"/>
            <ac:spMk id="27" creationId="{A39B3C9C-0104-4F2F-A8B5-F9C8CE795A1E}"/>
          </ac:spMkLst>
        </pc:spChg>
        <pc:spChg chg="add mod">
          <ac:chgData name="한 수미" userId="3d091dd9cbd79fe5" providerId="LiveId" clId="{6F078DCE-51A6-4AE5-9485-023BBA4ED4CE}" dt="2021-08-11T10:07:45.799" v="490" actId="207"/>
          <ac:spMkLst>
            <pc:docMk/>
            <pc:sldMk cId="3058146151" sldId="264"/>
            <ac:spMk id="28" creationId="{9E151B0C-BAC1-439D-B27A-C046850AD7F7}"/>
          </ac:spMkLst>
        </pc:spChg>
        <pc:spChg chg="add mod">
          <ac:chgData name="한 수미" userId="3d091dd9cbd79fe5" providerId="LiveId" clId="{6F078DCE-51A6-4AE5-9485-023BBA4ED4CE}" dt="2021-08-11T10:07:45.799" v="490" actId="207"/>
          <ac:spMkLst>
            <pc:docMk/>
            <pc:sldMk cId="3058146151" sldId="264"/>
            <ac:spMk id="29" creationId="{9EF814CC-CF41-490F-9FEC-9100356CE3B6}"/>
          </ac:spMkLst>
        </pc:spChg>
        <pc:spChg chg="add mod">
          <ac:chgData name="한 수미" userId="3d091dd9cbd79fe5" providerId="LiveId" clId="{6F078DCE-51A6-4AE5-9485-023BBA4ED4CE}" dt="2021-08-11T10:07:45.799" v="490" actId="207"/>
          <ac:spMkLst>
            <pc:docMk/>
            <pc:sldMk cId="3058146151" sldId="264"/>
            <ac:spMk id="30" creationId="{2E70921D-DCDD-4C5A-A541-146D9979211D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1" creationId="{2131BC82-1CE9-4D5E-BCC2-42BDCAFBEB56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2" creationId="{AA53BFB8-7FEC-4A3E-B3AB-0CEE76055FF8}"/>
          </ac:spMkLst>
        </pc:spChg>
        <pc:spChg chg="add del mod topLvl">
          <ac:chgData name="한 수미" userId="3d091dd9cbd79fe5" providerId="LiveId" clId="{6F078DCE-51A6-4AE5-9485-023BBA4ED4CE}" dt="2021-08-11T10:13:56.130" v="594" actId="1037"/>
          <ac:spMkLst>
            <pc:docMk/>
            <pc:sldMk cId="3058146151" sldId="264"/>
            <ac:spMk id="33" creationId="{34EDD44C-E7E4-454E-A6BA-465A8CD68B26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4" creationId="{FC287269-9AD2-4AEC-B3D3-3CF0803BD7E9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5" creationId="{415F186E-AC24-4433-BD0D-E2728CD9464B}"/>
          </ac:spMkLst>
        </pc:spChg>
        <pc:spChg chg="add del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6" creationId="{CCCB6F29-79AF-48D0-8061-2C05E2373893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7" creationId="{5FE10CEF-5875-46F2-8653-561E45839288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8" creationId="{C480E7BA-BF52-4FCF-AE76-16759D799522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39" creationId="{ADFBC1C8-5392-4715-8F47-F7B3911FAA66}"/>
          </ac:spMkLst>
        </pc:spChg>
        <pc:spChg chg="mod topLvl">
          <ac:chgData name="한 수미" userId="3d091dd9cbd79fe5" providerId="LiveId" clId="{6F078DCE-51A6-4AE5-9485-023BBA4ED4CE}" dt="2021-08-11T10:13:56.130" v="594" actId="1037"/>
          <ac:spMkLst>
            <pc:docMk/>
            <pc:sldMk cId="3058146151" sldId="264"/>
            <ac:spMk id="40" creationId="{9879DB84-74C5-4EBD-AB6A-730BEEB9D4A8}"/>
          </ac:spMkLst>
        </pc:spChg>
        <pc:spChg chg="mod topLvl">
          <ac:chgData name="한 수미" userId="3d091dd9cbd79fe5" providerId="LiveId" clId="{6F078DCE-51A6-4AE5-9485-023BBA4ED4CE}" dt="2021-08-11T10:13:56.130" v="594" actId="1037"/>
          <ac:spMkLst>
            <pc:docMk/>
            <pc:sldMk cId="3058146151" sldId="264"/>
            <ac:spMk id="41" creationId="{4648F96E-6328-4580-A70E-BB980BDA85EF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2" creationId="{B9DDABC1-3645-4E78-8377-2B55C304CAA7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3" creationId="{56572E87-A513-4EFA-8995-24B28A1B9FD6}"/>
          </ac:spMkLst>
        </pc:spChg>
        <pc:spChg chg="add del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4" creationId="{660DD68D-D178-4932-9829-9F1C912B0FE6}"/>
          </ac:spMkLst>
        </pc:spChg>
        <pc:spChg chg="add del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5" creationId="{22F72EAC-FDED-424D-9ED4-EC6E79BD0699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6" creationId="{70E9693B-9B82-482D-9856-53DC10CEEAAB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7" creationId="{30269922-B045-445A-A76A-CA69A2126A8A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8" creationId="{5DD5C182-084B-4867-ACC2-31B4BD57D389}"/>
          </ac:spMkLst>
        </pc:spChg>
        <pc:spChg chg="add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49" creationId="{9A134B01-3C5A-4363-8BC4-BA24A9787792}"/>
          </ac:spMkLst>
        </pc:spChg>
        <pc:spChg chg="add mod">
          <ac:chgData name="한 수미" userId="3d091dd9cbd79fe5" providerId="LiveId" clId="{6F078DCE-51A6-4AE5-9485-023BBA4ED4CE}" dt="2021-08-18T05:30:13.871" v="1653"/>
          <ac:spMkLst>
            <pc:docMk/>
            <pc:sldMk cId="3058146151" sldId="264"/>
            <ac:spMk id="50" creationId="{3EB31BEA-5B46-4EFF-BC6B-66B3258EAAE3}"/>
          </ac:spMkLst>
        </pc:spChg>
        <pc:spChg chg="add mod">
          <ac:chgData name="한 수미" userId="3d091dd9cbd79fe5" providerId="LiveId" clId="{6F078DCE-51A6-4AE5-9485-023BBA4ED4CE}" dt="2021-08-11T10:13:47.235" v="590" actId="571"/>
          <ac:spMkLst>
            <pc:docMk/>
            <pc:sldMk cId="3058146151" sldId="264"/>
            <ac:spMk id="50" creationId="{6632642D-0286-42D4-B374-FCAE1ACAE388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1" creationId="{3738F8A6-CEEC-4D18-AFE3-205BB9FDE21E}"/>
          </ac:spMkLst>
        </pc:spChg>
        <pc:spChg chg="mod topLvl">
          <ac:chgData name="한 수미" userId="3d091dd9cbd79fe5" providerId="LiveId" clId="{6F078DCE-51A6-4AE5-9485-023BBA4ED4CE}" dt="2021-08-11T10:13:56.130" v="594" actId="1037"/>
          <ac:spMkLst>
            <pc:docMk/>
            <pc:sldMk cId="3058146151" sldId="264"/>
            <ac:spMk id="52" creationId="{C973123A-9B42-4ABB-82AA-47FFADD60FD0}"/>
          </ac:spMkLst>
        </pc:spChg>
        <pc:spChg chg="mod topLvl">
          <ac:chgData name="한 수미" userId="3d091dd9cbd79fe5" providerId="LiveId" clId="{6F078DCE-51A6-4AE5-9485-023BBA4ED4CE}" dt="2021-08-11T10:13:56.130" v="594" actId="1037"/>
          <ac:spMkLst>
            <pc:docMk/>
            <pc:sldMk cId="3058146151" sldId="264"/>
            <ac:spMk id="53" creationId="{E3F4D158-D06F-4D5B-BCD8-E4DFAB282B4A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4" creationId="{B3BE2A1B-82BE-4933-A3EC-D8EE7BFA2373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5" creationId="{75DE53D2-A609-40AF-8ABF-7F09288C1C87}"/>
          </ac:spMkLst>
        </pc:spChg>
        <pc:spChg chg="add del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6" creationId="{E3169050-79DB-43B9-882E-9D2D47F7441D}"/>
          </ac:spMkLst>
        </pc:spChg>
        <pc:spChg chg="add del 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7" creationId="{E87285B4-9636-4D62-8333-AECF5423D646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8" creationId="{C1486AC7-711C-4C8C-8343-02C7F6DED5B0}"/>
          </ac:spMkLst>
        </pc:spChg>
        <pc:spChg chg="mod topLvl">
          <ac:chgData name="한 수미" userId="3d091dd9cbd79fe5" providerId="LiveId" clId="{6F078DCE-51A6-4AE5-9485-023BBA4ED4CE}" dt="2021-08-11T10:13:35.564" v="586" actId="1076"/>
          <ac:spMkLst>
            <pc:docMk/>
            <pc:sldMk cId="3058146151" sldId="264"/>
            <ac:spMk id="59" creationId="{680760DC-5210-4EFA-9979-874B32F00C30}"/>
          </ac:spMkLst>
        </pc:spChg>
        <pc:spChg chg="add mod">
          <ac:chgData name="한 수미" userId="3d091dd9cbd79fe5" providerId="LiveId" clId="{6F078DCE-51A6-4AE5-9485-023BBA4ED4CE}" dt="2021-08-11T10:13:47.235" v="590" actId="571"/>
          <ac:spMkLst>
            <pc:docMk/>
            <pc:sldMk cId="3058146151" sldId="264"/>
            <ac:spMk id="60" creationId="{06F33A06-94AC-43EA-A8E0-805549D5439F}"/>
          </ac:spMkLst>
        </pc:spChg>
        <pc:spChg chg="add mod">
          <ac:chgData name="한 수미" userId="3d091dd9cbd79fe5" providerId="LiveId" clId="{6F078DCE-51A6-4AE5-9485-023BBA4ED4CE}" dt="2021-08-11T10:13:47.235" v="590" actId="571"/>
          <ac:spMkLst>
            <pc:docMk/>
            <pc:sldMk cId="3058146151" sldId="264"/>
            <ac:spMk id="61" creationId="{AA3F2DE8-B3F0-4575-AB43-9F491C573211}"/>
          </ac:spMkLst>
        </pc:spChg>
        <pc:spChg chg="add mod">
          <ac:chgData name="한 수미" userId="3d091dd9cbd79fe5" providerId="LiveId" clId="{6F078DCE-51A6-4AE5-9485-023BBA4ED4CE}" dt="2021-08-11T10:13:47.235" v="590" actId="571"/>
          <ac:spMkLst>
            <pc:docMk/>
            <pc:sldMk cId="3058146151" sldId="264"/>
            <ac:spMk id="62" creationId="{B502CD67-7B93-4179-84EA-D87A475CADBB}"/>
          </ac:spMkLst>
        </pc:spChg>
        <pc:spChg chg="add mod">
          <ac:chgData name="한 수미" userId="3d091dd9cbd79fe5" providerId="LiveId" clId="{6F078DCE-51A6-4AE5-9485-023BBA4ED4CE}" dt="2021-08-11T10:13:47.235" v="590" actId="571"/>
          <ac:spMkLst>
            <pc:docMk/>
            <pc:sldMk cId="3058146151" sldId="264"/>
            <ac:spMk id="63" creationId="{B7A70D6E-60E8-4D8F-8764-0C5D4B2A4F0D}"/>
          </ac:spMkLst>
        </pc:spChg>
        <pc:spChg chg="del">
          <ac:chgData name="한 수미" userId="3d091dd9cbd79fe5" providerId="LiveId" clId="{6F078DCE-51A6-4AE5-9485-023BBA4ED4CE}" dt="2021-08-10T19:39:15.283" v="382" actId="478"/>
          <ac:spMkLst>
            <pc:docMk/>
            <pc:sldMk cId="3058146151" sldId="264"/>
            <ac:spMk id="76" creationId="{A41E52C4-1476-4AC6-8F36-4CE0C1739401}"/>
          </ac:spMkLst>
        </pc:spChg>
        <pc:spChg chg="del">
          <ac:chgData name="한 수미" userId="3d091dd9cbd79fe5" providerId="LiveId" clId="{6F078DCE-51A6-4AE5-9485-023BBA4ED4CE}" dt="2021-08-10T19:39:15.283" v="382" actId="478"/>
          <ac:spMkLst>
            <pc:docMk/>
            <pc:sldMk cId="3058146151" sldId="264"/>
            <ac:spMk id="77" creationId="{A074A803-9322-49BD-B0E0-C07C4A240EB2}"/>
          </ac:spMkLst>
        </pc:spChg>
        <pc:spChg chg="del">
          <ac:chgData name="한 수미" userId="3d091dd9cbd79fe5" providerId="LiveId" clId="{6F078DCE-51A6-4AE5-9485-023BBA4ED4CE}" dt="2021-08-10T19:39:15.283" v="382" actId="478"/>
          <ac:spMkLst>
            <pc:docMk/>
            <pc:sldMk cId="3058146151" sldId="264"/>
            <ac:spMk id="78" creationId="{E80F43CC-552A-4904-ABE9-B0B8AA3C08EC}"/>
          </ac:spMkLst>
        </pc:spChg>
        <pc:spChg chg="del">
          <ac:chgData name="한 수미" userId="3d091dd9cbd79fe5" providerId="LiveId" clId="{6F078DCE-51A6-4AE5-9485-023BBA4ED4CE}" dt="2021-08-10T19:39:15.283" v="382" actId="478"/>
          <ac:spMkLst>
            <pc:docMk/>
            <pc:sldMk cId="3058146151" sldId="264"/>
            <ac:spMk id="79" creationId="{3A030ECD-DDB5-47FA-80F3-E47AC8FBD6A5}"/>
          </ac:spMkLst>
        </pc:spChg>
        <pc:grpChg chg="add del mod">
          <ac:chgData name="한 수미" userId="3d091dd9cbd79fe5" providerId="LiveId" clId="{6F078DCE-51A6-4AE5-9485-023BBA4ED4CE}" dt="2021-08-11T10:10:52.358" v="536" actId="165"/>
          <ac:grpSpMkLst>
            <pc:docMk/>
            <pc:sldMk cId="3058146151" sldId="264"/>
            <ac:grpSpMk id="3" creationId="{912B0162-47EB-4CF2-8884-CAC655BFFAAF}"/>
          </ac:grpSpMkLst>
        </pc:grpChg>
        <pc:grpChg chg="add del mod">
          <ac:chgData name="한 수미" userId="3d091dd9cbd79fe5" providerId="LiveId" clId="{6F078DCE-51A6-4AE5-9485-023BBA4ED4CE}" dt="2021-08-11T10:11:09.174" v="541" actId="165"/>
          <ac:grpSpMkLst>
            <pc:docMk/>
            <pc:sldMk cId="3058146151" sldId="264"/>
            <ac:grpSpMk id="4" creationId="{09584382-243D-42ED-9ACB-77F77AB9483F}"/>
          </ac:grpSpMkLst>
        </pc:grpChg>
        <pc:grpChg chg="add del mod">
          <ac:chgData name="한 수미" userId="3d091dd9cbd79fe5" providerId="LiveId" clId="{6F078DCE-51A6-4AE5-9485-023BBA4ED4CE}" dt="2021-08-11T10:11:21.779" v="543" actId="165"/>
          <ac:grpSpMkLst>
            <pc:docMk/>
            <pc:sldMk cId="3058146151" sldId="264"/>
            <ac:grpSpMk id="6" creationId="{E0156FB1-33F9-45CA-A99E-FACB9CEEFD1B}"/>
          </ac:grpSpMkLst>
        </pc:grpChg>
        <pc:cxnChg chg="mod topLvl">
          <ac:chgData name="한 수미" userId="3d091dd9cbd79fe5" providerId="LiveId" clId="{6F078DCE-51A6-4AE5-9485-023BBA4ED4CE}" dt="2021-08-16T05:34:38.531" v="1631" actId="1582"/>
          <ac:cxnSpMkLst>
            <pc:docMk/>
            <pc:sldMk cId="3058146151" sldId="264"/>
            <ac:cxnSpMk id="67" creationId="{3348329D-4499-4408-BF87-7961BB3F1716}"/>
          </ac:cxnSpMkLst>
        </pc:cxnChg>
      </pc:sldChg>
      <pc:sldChg chg="addSp modSp mod">
        <pc:chgData name="한 수미" userId="3d091dd9cbd79fe5" providerId="LiveId" clId="{6F078DCE-51A6-4AE5-9485-023BBA4ED4CE}" dt="2021-08-18T05:30:11.654" v="1651"/>
        <pc:sldMkLst>
          <pc:docMk/>
          <pc:sldMk cId="3057839469" sldId="265"/>
        </pc:sldMkLst>
        <pc:spChg chg="add mod">
          <ac:chgData name="한 수미" userId="3d091dd9cbd79fe5" providerId="LiveId" clId="{6F078DCE-51A6-4AE5-9485-023BBA4ED4CE}" dt="2021-08-18T05:30:11.654" v="1651"/>
          <ac:spMkLst>
            <pc:docMk/>
            <pc:sldMk cId="3057839469" sldId="265"/>
            <ac:spMk id="6" creationId="{F971E573-48B7-4BAE-9A09-A7344038D7F1}"/>
          </ac:spMkLst>
        </pc:spChg>
        <pc:spChg chg="mod">
          <ac:chgData name="한 수미" userId="3d091dd9cbd79fe5" providerId="LiveId" clId="{6F078DCE-51A6-4AE5-9485-023BBA4ED4CE}" dt="2021-08-11T10:06:30.053" v="479" actId="207"/>
          <ac:spMkLst>
            <pc:docMk/>
            <pc:sldMk cId="3057839469" sldId="265"/>
            <ac:spMk id="35" creationId="{73F4E395-D679-4EF5-A6D3-80FA4BB274C5}"/>
          </ac:spMkLst>
        </pc:spChg>
        <pc:spChg chg="mod">
          <ac:chgData name="한 수미" userId="3d091dd9cbd79fe5" providerId="LiveId" clId="{6F078DCE-51A6-4AE5-9485-023BBA4ED4CE}" dt="2021-08-11T10:06:30.053" v="479" actId="207"/>
          <ac:spMkLst>
            <pc:docMk/>
            <pc:sldMk cId="3057839469" sldId="265"/>
            <ac:spMk id="37" creationId="{5721DE91-787C-4781-8148-FFF50B50A33D}"/>
          </ac:spMkLst>
        </pc:spChg>
        <pc:spChg chg="mod">
          <ac:chgData name="한 수미" userId="3d091dd9cbd79fe5" providerId="LiveId" clId="{6F078DCE-51A6-4AE5-9485-023BBA4ED4CE}" dt="2021-08-11T10:06:30.053" v="479" actId="207"/>
          <ac:spMkLst>
            <pc:docMk/>
            <pc:sldMk cId="3057839469" sldId="265"/>
            <ac:spMk id="38" creationId="{67D5AE84-FEE6-4298-B99B-C2AD5BC2C124}"/>
          </ac:spMkLst>
        </pc:spChg>
        <pc:cxnChg chg="mod">
          <ac:chgData name="한 수미" userId="3d091dd9cbd79fe5" providerId="LiveId" clId="{6F078DCE-51A6-4AE5-9485-023BBA4ED4CE}" dt="2021-08-10T19:38:16.193" v="374" actId="208"/>
          <ac:cxnSpMkLst>
            <pc:docMk/>
            <pc:sldMk cId="3057839469" sldId="265"/>
            <ac:cxnSpMk id="9" creationId="{D487351E-E9E3-4CA5-9F9A-68211728F757}"/>
          </ac:cxnSpMkLst>
        </pc:cxnChg>
      </pc:sldChg>
      <pc:sldChg chg="addSp delSp modSp mod">
        <pc:chgData name="한 수미" userId="3d091dd9cbd79fe5" providerId="LiveId" clId="{6F078DCE-51A6-4AE5-9485-023BBA4ED4CE}" dt="2021-08-18T05:30:19.373" v="1655"/>
        <pc:sldMkLst>
          <pc:docMk/>
          <pc:sldMk cId="3773811418" sldId="266"/>
        </pc:sldMkLst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2" creationId="{53E0D202-A4C1-40BC-BE25-89839AAF58EF}"/>
          </ac:spMkLst>
        </pc:spChg>
        <pc:spChg chg="add del mod">
          <ac:chgData name="한 수미" userId="3d091dd9cbd79fe5" providerId="LiveId" clId="{6F078DCE-51A6-4AE5-9485-023BBA4ED4CE}" dt="2021-08-11T10:19:44.355" v="636" actId="478"/>
          <ac:spMkLst>
            <pc:docMk/>
            <pc:sldMk cId="3773811418" sldId="266"/>
            <ac:spMk id="26" creationId="{DD76914C-05FA-49DD-B1E7-006925A3F3BA}"/>
          </ac:spMkLst>
        </pc:spChg>
        <pc:spChg chg="add mod">
          <ac:chgData name="한 수미" userId="3d091dd9cbd79fe5" providerId="LiveId" clId="{6F078DCE-51A6-4AE5-9485-023BBA4ED4CE}" dt="2021-08-18T05:30:19.373" v="1655"/>
          <ac:spMkLst>
            <pc:docMk/>
            <pc:sldMk cId="3773811418" sldId="266"/>
            <ac:spMk id="27" creationId="{5A9EA750-A9BD-411C-9BDC-C0C547F738CE}"/>
          </ac:spMkLst>
        </pc:spChg>
        <pc:spChg chg="add del mod">
          <ac:chgData name="한 수미" userId="3d091dd9cbd79fe5" providerId="LiveId" clId="{6F078DCE-51A6-4AE5-9485-023BBA4ED4CE}" dt="2021-08-11T10:19:44.355" v="636" actId="478"/>
          <ac:spMkLst>
            <pc:docMk/>
            <pc:sldMk cId="3773811418" sldId="266"/>
            <ac:spMk id="27" creationId="{A3A05624-6E4F-412E-ABC7-D0CC27EB0E4D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28" creationId="{2CF5FE6C-B823-468B-B71C-34931398427E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29" creationId="{EF698A68-7AA5-4408-B8C8-567D2CF1C03C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30" creationId="{31BF58B7-18F2-407C-ADA8-24D3187F7BCD}"/>
          </ac:spMkLst>
        </pc:spChg>
        <pc:spChg chg="add del mod">
          <ac:chgData name="한 수미" userId="3d091dd9cbd79fe5" providerId="LiveId" clId="{6F078DCE-51A6-4AE5-9485-023BBA4ED4CE}" dt="2021-08-11T10:19:44.355" v="636" actId="478"/>
          <ac:spMkLst>
            <pc:docMk/>
            <pc:sldMk cId="3773811418" sldId="266"/>
            <ac:spMk id="31" creationId="{056F1783-E974-44AC-9B7F-60C3D136FBA1}"/>
          </ac:spMkLst>
        </pc:spChg>
        <pc:spChg chg="add del mod">
          <ac:chgData name="한 수미" userId="3d091dd9cbd79fe5" providerId="LiveId" clId="{6F078DCE-51A6-4AE5-9485-023BBA4ED4CE}" dt="2021-08-11T10:19:44.355" v="636" actId="478"/>
          <ac:spMkLst>
            <pc:docMk/>
            <pc:sldMk cId="3773811418" sldId="266"/>
            <ac:spMk id="32" creationId="{0051337A-B702-4AA2-B553-11F7DDF337E2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33" creationId="{579DA97B-5E1C-45C3-B175-F00932A7968A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34" creationId="{658DDAFB-422A-4F9F-AC29-32831668F13F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35" creationId="{D0ADD060-2B84-4007-88C7-A1DC04BB66F5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36" creationId="{B042BEB0-9511-431D-B4A9-36A72E373A6C}"/>
          </ac:spMkLst>
        </pc:spChg>
        <pc:spChg chg="add mod">
          <ac:chgData name="한 수미" userId="3d091dd9cbd79fe5" providerId="LiveId" clId="{6F078DCE-51A6-4AE5-9485-023BBA4ED4CE}" dt="2021-08-11T10:20:01.753" v="638" actId="207"/>
          <ac:spMkLst>
            <pc:docMk/>
            <pc:sldMk cId="3773811418" sldId="266"/>
            <ac:spMk id="37" creationId="{A62846FD-0B59-4451-85CD-D3497662EC05}"/>
          </ac:spMkLst>
        </pc:spChg>
        <pc:spChg chg="add mod">
          <ac:chgData name="한 수미" userId="3d091dd9cbd79fe5" providerId="LiveId" clId="{6F078DCE-51A6-4AE5-9485-023BBA4ED4CE}" dt="2021-08-11T10:19:44.645" v="637"/>
          <ac:spMkLst>
            <pc:docMk/>
            <pc:sldMk cId="3773811418" sldId="266"/>
            <ac:spMk id="38" creationId="{5C945D9E-6E5B-4D16-8F09-A7EE1149DAEF}"/>
          </ac:spMkLst>
        </pc:spChg>
        <pc:spChg chg="add mod">
          <ac:chgData name="한 수미" userId="3d091dd9cbd79fe5" providerId="LiveId" clId="{6F078DCE-51A6-4AE5-9485-023BBA4ED4CE}" dt="2021-08-11T10:19:44.645" v="637"/>
          <ac:spMkLst>
            <pc:docMk/>
            <pc:sldMk cId="3773811418" sldId="266"/>
            <ac:spMk id="39" creationId="{7E864209-1078-4AE8-899C-80D61A271D51}"/>
          </ac:spMkLst>
        </pc:spChg>
        <pc:spChg chg="add mod">
          <ac:chgData name="한 수미" userId="3d091dd9cbd79fe5" providerId="LiveId" clId="{6F078DCE-51A6-4AE5-9485-023BBA4ED4CE}" dt="2021-08-11T10:19:44.645" v="637"/>
          <ac:spMkLst>
            <pc:docMk/>
            <pc:sldMk cId="3773811418" sldId="266"/>
            <ac:spMk id="40" creationId="{4290E9A7-1183-415F-935C-3B75BD4AF265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49" creationId="{3D48AFB2-E764-4580-B58C-DE03CA90E1A1}"/>
          </ac:spMkLst>
        </pc:spChg>
        <pc:spChg chg="mod">
          <ac:chgData name="한 수미" userId="3d091dd9cbd79fe5" providerId="LiveId" clId="{6F078DCE-51A6-4AE5-9485-023BBA4ED4CE}" dt="2021-08-13T06:15:45.660" v="753" actId="20577"/>
          <ac:spMkLst>
            <pc:docMk/>
            <pc:sldMk cId="3773811418" sldId="266"/>
            <ac:spMk id="60" creationId="{FC294508-CEFA-487F-AD6B-B990D8497FAB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63" creationId="{8AE799CD-DF12-4560-933E-05D0E1F38EB6}"/>
          </ac:spMkLst>
        </pc:spChg>
        <pc:spChg chg="mod">
          <ac:chgData name="한 수미" userId="3d091dd9cbd79fe5" providerId="LiveId" clId="{6F078DCE-51A6-4AE5-9485-023BBA4ED4CE}" dt="2021-08-13T06:15:46.833" v="754" actId="20577"/>
          <ac:spMkLst>
            <pc:docMk/>
            <pc:sldMk cId="3773811418" sldId="266"/>
            <ac:spMk id="64" creationId="{0EBB9098-FA2A-46D0-894B-A5775D2CB4F6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65" creationId="{02BE22E2-0C89-44E6-A432-14E419A05354}"/>
          </ac:spMkLst>
        </pc:spChg>
        <pc:spChg chg="mod">
          <ac:chgData name="한 수미" userId="3d091dd9cbd79fe5" providerId="LiveId" clId="{6F078DCE-51A6-4AE5-9485-023BBA4ED4CE}" dt="2021-08-13T06:15:48.202" v="755" actId="20577"/>
          <ac:spMkLst>
            <pc:docMk/>
            <pc:sldMk cId="3773811418" sldId="266"/>
            <ac:spMk id="66" creationId="{ED6DC71E-AD30-4EB8-86A0-3B655672212C}"/>
          </ac:spMkLst>
        </pc:spChg>
        <pc:spChg chg="mod">
          <ac:chgData name="한 수미" userId="3d091dd9cbd79fe5" providerId="LiveId" clId="{6F078DCE-51A6-4AE5-9485-023BBA4ED4CE}" dt="2021-08-13T06:15:34.562" v="750" actId="164"/>
          <ac:spMkLst>
            <pc:docMk/>
            <pc:sldMk cId="3773811418" sldId="266"/>
            <ac:spMk id="68" creationId="{DDA695FE-2A97-4B64-9AEE-7948E2B8DF5A}"/>
          </ac:spMkLst>
        </pc:spChg>
        <pc:spChg chg="mod">
          <ac:chgData name="한 수미" userId="3d091dd9cbd79fe5" providerId="LiveId" clId="{6F078DCE-51A6-4AE5-9485-023BBA4ED4CE}" dt="2021-08-13T06:15:49.584" v="756" actId="20577"/>
          <ac:spMkLst>
            <pc:docMk/>
            <pc:sldMk cId="3773811418" sldId="266"/>
            <ac:spMk id="69" creationId="{5FB2FD7B-DFAE-4A24-9957-2D0B4EDCEB4B}"/>
          </ac:spMkLst>
        </pc:spChg>
        <pc:spChg chg="del">
          <ac:chgData name="한 수미" userId="3d091dd9cbd79fe5" providerId="LiveId" clId="{6F078DCE-51A6-4AE5-9485-023BBA4ED4CE}" dt="2021-08-10T19:39:22.463" v="386" actId="478"/>
          <ac:spMkLst>
            <pc:docMk/>
            <pc:sldMk cId="3773811418" sldId="266"/>
            <ac:spMk id="70" creationId="{341A854C-BE82-4E38-9AFF-54858726EF9E}"/>
          </ac:spMkLst>
        </pc:spChg>
        <pc:spChg chg="del">
          <ac:chgData name="한 수미" userId="3d091dd9cbd79fe5" providerId="LiveId" clId="{6F078DCE-51A6-4AE5-9485-023BBA4ED4CE}" dt="2021-08-10T19:39:22.463" v="386" actId="478"/>
          <ac:spMkLst>
            <pc:docMk/>
            <pc:sldMk cId="3773811418" sldId="266"/>
            <ac:spMk id="71" creationId="{38D6DF29-6D30-4AAE-B28A-CC68222420C5}"/>
          </ac:spMkLst>
        </pc:spChg>
        <pc:spChg chg="del">
          <ac:chgData name="한 수미" userId="3d091dd9cbd79fe5" providerId="LiveId" clId="{6F078DCE-51A6-4AE5-9485-023BBA4ED4CE}" dt="2021-08-10T19:39:22.463" v="386" actId="478"/>
          <ac:spMkLst>
            <pc:docMk/>
            <pc:sldMk cId="3773811418" sldId="266"/>
            <ac:spMk id="72" creationId="{968B0676-02B8-4CB8-9A0B-4966A0568DD3}"/>
          </ac:spMkLst>
        </pc:spChg>
        <pc:spChg chg="del">
          <ac:chgData name="한 수미" userId="3d091dd9cbd79fe5" providerId="LiveId" clId="{6F078DCE-51A6-4AE5-9485-023BBA4ED4CE}" dt="2021-08-10T19:39:22.463" v="386" actId="478"/>
          <ac:spMkLst>
            <pc:docMk/>
            <pc:sldMk cId="3773811418" sldId="266"/>
            <ac:spMk id="73" creationId="{B69FF292-02DE-4465-A777-EE7B9D2FC2EF}"/>
          </ac:spMkLst>
        </pc:spChg>
        <pc:grpChg chg="add mod">
          <ac:chgData name="한 수미" userId="3d091dd9cbd79fe5" providerId="LiveId" clId="{6F078DCE-51A6-4AE5-9485-023BBA4ED4CE}" dt="2021-08-13T06:15:56.449" v="757" actId="1076"/>
          <ac:grpSpMkLst>
            <pc:docMk/>
            <pc:sldMk cId="3773811418" sldId="266"/>
            <ac:grpSpMk id="3" creationId="{47DD10B1-BA17-44C4-926E-227F180E8EB4}"/>
          </ac:grpSpMkLst>
        </pc:grpChg>
        <pc:picChg chg="mod">
          <ac:chgData name="한 수미" userId="3d091dd9cbd79fe5" providerId="LiveId" clId="{6F078DCE-51A6-4AE5-9485-023BBA4ED4CE}" dt="2021-08-13T06:15:34.562" v="750" actId="164"/>
          <ac:picMkLst>
            <pc:docMk/>
            <pc:sldMk cId="3773811418" sldId="266"/>
            <ac:picMk id="11" creationId="{2DAE5AD2-D7E7-48E0-BAEA-82045435A9C0}"/>
          </ac:picMkLst>
        </pc:picChg>
        <pc:picChg chg="mod">
          <ac:chgData name="한 수미" userId="3d091dd9cbd79fe5" providerId="LiveId" clId="{6F078DCE-51A6-4AE5-9485-023BBA4ED4CE}" dt="2021-08-13T06:15:34.562" v="750" actId="164"/>
          <ac:picMkLst>
            <pc:docMk/>
            <pc:sldMk cId="3773811418" sldId="266"/>
            <ac:picMk id="13" creationId="{7A8D0CF8-5750-4450-9BFD-182FE05BF6F1}"/>
          </ac:picMkLst>
        </pc:picChg>
        <pc:picChg chg="mod">
          <ac:chgData name="한 수미" userId="3d091dd9cbd79fe5" providerId="LiveId" clId="{6F078DCE-51A6-4AE5-9485-023BBA4ED4CE}" dt="2021-08-13T06:15:34.562" v="750" actId="164"/>
          <ac:picMkLst>
            <pc:docMk/>
            <pc:sldMk cId="3773811418" sldId="266"/>
            <ac:picMk id="17" creationId="{3C3260F7-A8E3-45B8-B41E-23042211DC03}"/>
          </ac:picMkLst>
        </pc:picChg>
        <pc:picChg chg="mod">
          <ac:chgData name="한 수미" userId="3d091dd9cbd79fe5" providerId="LiveId" clId="{6F078DCE-51A6-4AE5-9485-023BBA4ED4CE}" dt="2021-08-13T06:15:34.562" v="750" actId="164"/>
          <ac:picMkLst>
            <pc:docMk/>
            <pc:sldMk cId="3773811418" sldId="266"/>
            <ac:picMk id="19" creationId="{F757D88F-7E4E-470D-BEC7-D10B53DB741E}"/>
          </ac:picMkLst>
        </pc:picChg>
      </pc:sldChg>
      <pc:sldChg chg="addSp delSp modSp mod">
        <pc:chgData name="한 수미" userId="3d091dd9cbd79fe5" providerId="LiveId" clId="{6F078DCE-51A6-4AE5-9485-023BBA4ED4CE}" dt="2021-08-18T05:30:17.885" v="1654"/>
        <pc:sldMkLst>
          <pc:docMk/>
          <pc:sldMk cId="4138664644" sldId="268"/>
        </pc:sldMkLst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" creationId="{E41187DE-32BA-4DDB-B6E2-341B7576D69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" creationId="{637AFDD2-1568-4D61-8437-131AD82B9C0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8" creationId="{8CA67403-AEDA-4B07-A5FE-6A8EB65EA82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9" creationId="{05ADF0D8-AC65-47A0-B0A2-647D4AAF5DD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0" creationId="{E07DB8A2-69E1-4A09-A0D6-E1B21137E00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1" creationId="{A5DE675B-9857-4849-B871-64A74E52EB5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2" creationId="{956F3720-91D0-4461-A8E3-29F51681C6D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3" creationId="{168B5AD9-6028-4B8F-9772-8E685168F7B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4" creationId="{F9277FE5-F8D6-4FFC-8338-D69841E067C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5" creationId="{63C7917A-D836-478A-839B-061851ED79B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6" creationId="{A0E78A75-01CE-417E-9FA6-D385B88004D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7" creationId="{49BA01A7-C635-4E23-9FC5-34146E96293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48" creationId="{54A1C3A9-6617-4658-9278-A1CBB6B8432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1" creationId="{629932BB-55F9-4408-96CE-0529A622D85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2" creationId="{EDB3A337-59D8-428A-A945-DFFFB042470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3" creationId="{F217BBE2-04B3-4FA5-AA46-048CB343563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4" creationId="{E6102CD4-EDE2-4F0B-A99D-7B0CC48CD9C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5" creationId="{53EA1E0E-0A49-4D3C-91D4-70BCA440EC9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6" creationId="{DF0D9AFD-B5FC-4FE8-8C4D-B2BC9E6FDF0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7" creationId="{B0517C01-BBBE-4A16-83A8-7EB502DA46E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8" creationId="{60BC590D-74E0-4DD8-B668-526AB16378E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59" creationId="{22A0D79A-E157-494C-8E26-2C5BEF9DC31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61" creationId="{D605F75C-46EC-4631-98B0-449B176A0DD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62" creationId="{33521C5E-C7D7-431A-A5FB-7B3544A491D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67" creationId="{26B9D5B8-2E5F-40A1-8816-EA6F76F8B88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70" creationId="{AD166C44-0F6A-4CF9-94AC-5EB3EA2C62F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71" creationId="{8054438C-A0E9-4045-9645-8F15285EEC2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72" creationId="{F5F51715-9DF2-4EDF-8C4C-6DBF6903DE3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73" creationId="{35B1A0AD-69CC-4922-8D31-2384DD2A2D0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74" creationId="{C697F24B-0A43-4C45-9617-F945C1D3338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05" creationId="{39EB787C-786A-4D20-B961-7B87A3BC16D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06" creationId="{8BE501CF-7264-44A0-BA3A-A12396F93EB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07" creationId="{D151521A-2541-4A1A-A0C2-3271498081A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08" creationId="{18CAF776-4A90-45CD-A968-144B2674BFC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09" creationId="{42831C74-2053-45E1-A619-9C380CF022F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0" creationId="{C5C259A9-1650-47D4-8755-B95FCFF465D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1" creationId="{2000069A-941B-468F-9A81-17788DC0A1D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2" creationId="{20F36054-479E-4AAE-96E9-0B61424ACEC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3" creationId="{165AD738-2F3E-4661-82E0-542F7D20281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4" creationId="{26CFE6BB-EECA-4A5C-B6EA-473F5827304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5" creationId="{6C055DC3-5DCD-4DCC-8BA0-98C5C27340C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6" creationId="{121DA44E-D9F6-43DF-B91D-1F3DA3F2330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7" creationId="{0C33BE96-9A19-4FA7-A35E-F8241FFCF40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8" creationId="{DD29CB38-20F3-40AB-8997-0E12B41F50D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19" creationId="{6D40C026-CD05-46BB-AA30-F139BB8F02D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0" creationId="{47209587-FBE7-450D-81E6-2EBDE822465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1" creationId="{83D23E85-F67B-4B2C-8259-02FB42B087E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2" creationId="{52871CCC-9578-486D-A49B-1E82D3A6653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3" creationId="{3FCBBC8E-977B-4145-8EEF-F6AB9848112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4" creationId="{B3DDD684-1BE8-4F8B-84A2-DD58F8064F4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5" creationId="{16F7BF9B-6D3B-4B98-A2FB-75AC9D2F69E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6" creationId="{848839D5-24A1-4FD4-988B-6A4093343F0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7" creationId="{C13295FC-1D78-4DBE-8839-030A359F774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8" creationId="{162F30E5-602B-4663-868C-267E627C35C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29" creationId="{DAEBC54D-215F-4067-B503-293A97E5A79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0" creationId="{D3D87986-09EA-424D-9AAE-A56FA610B7B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1" creationId="{9875F770-413D-424B-B47D-E76AFC4E035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2" creationId="{58AC06E8-64B2-4B68-B050-4B61008A6A9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3" creationId="{37652090-DF91-4BAB-978E-9A106D9A42A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4" creationId="{4166EAD8-2B16-4BED-A8AC-DD983AC2128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5" creationId="{60265155-0200-449C-964F-D4C7AD8B267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6" creationId="{155D33E7-853B-4BE6-BF1E-CA1FC46C631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7" creationId="{A61FFC85-8CC2-42CE-8CFD-3A5B8458940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8" creationId="{19D9770E-A960-498E-BAC3-AE8801D7EBB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39" creationId="{5DCBAE38-EF0D-4BC4-A1D9-2DC8AC15DE2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0" creationId="{A295A442-9E09-4AD7-8CFE-B16EC92E229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1" creationId="{7A2264DE-52A9-45B8-B3BE-918DBC865B8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2" creationId="{93713599-9F35-42B6-AAAB-E093D0515E8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3" creationId="{BB2BF9C3-91D4-4965-B43B-55555F9051A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4" creationId="{8F76DFF6-2F1A-4A4E-B02B-D44108FF673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5" creationId="{8F21D7B1-3F3F-435C-B3CD-D4F220DE8C4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6" creationId="{3319013F-12C1-42E1-9831-43CA67934F0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7" creationId="{B6621A10-A234-4AF7-BC70-BA109BEA269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8" creationId="{FB739EEB-8456-4622-8A98-8C145971E56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49" creationId="{0951F28D-1AEE-46D7-B7FB-2A5834D3332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0" creationId="{BE8E75FC-D4AF-4C3C-8114-95A0FEEC5F7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1" creationId="{423062D0-EE79-448B-B4A6-0957211BB3D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2" creationId="{624AD10D-C424-41E8-8E2A-20A7F07496C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3" creationId="{4808A105-74D7-40F4-8C38-E5F3B50DD30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4" creationId="{DA100065-D4DA-405A-A11C-D34A43AB273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5" creationId="{44CB3D26-D657-4334-A2A8-6C59DFACAAE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6" creationId="{2A0C5F96-623C-4CE9-B3FC-F1C48E7378D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7" creationId="{9EF3ECD9-435B-4BC3-BB4F-485DFC9AAA7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8" creationId="{BE9358CF-B5CB-4CB6-A146-46AE299F53D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59" creationId="{D58D3C85-FCDB-43ED-B7B1-87B58F4057F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0" creationId="{D42A4F03-C35A-4D94-A3D8-4864CE96F70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1" creationId="{1BE50FAD-CD4D-4949-B4AA-DE9468C9D5D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2" creationId="{0C792246-0CBE-4858-A8A6-0388267D4FF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3" creationId="{FCE6FEBB-D9D7-4679-A5DA-75252B12249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4" creationId="{A674D68F-7BEF-4A03-B898-DFB76F3F9DF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5" creationId="{B860F5CF-0E4A-48CF-8E67-AE351E34262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6" creationId="{FDA1B40D-C282-4E4A-9D51-760C1105F64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7" creationId="{02987F42-6B15-49C9-BB61-32A06F12476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8" creationId="{6792497E-5C49-487B-AF6B-2900C555931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69" creationId="{49B758EE-B7F5-41BE-9235-704A3ACC15C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0" creationId="{FCF9D9B1-E988-408C-9EF9-60654930642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1" creationId="{6F6999D3-579F-485B-9FCD-A74DDC61140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2" creationId="{55E10EF5-B4CC-48E1-B11E-E3116993F6D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3" creationId="{4BE707CB-F340-4ADB-A82F-8E63D0DBA72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4" creationId="{C7F2C976-ED90-46A3-8204-40AC536CF09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5" creationId="{44CB01E5-FC49-4031-8C93-72EA9A5FC40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6" creationId="{8C76566F-08C2-4B86-AD9B-3795D8EECAA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7" creationId="{6B5076BA-9EA8-4C10-B432-F2E626008C4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8" creationId="{DC8BD1AB-149F-4C65-BE2D-A77F3A4FCF5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79" creationId="{932E4DD0-6BDB-4E59-9BB9-535C4ACFC33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0" creationId="{D83C8A40-C7FC-4F64-9CBD-D14EB09EC49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1" creationId="{2B366D30-C75E-42A5-B95E-F32434F2AAF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2" creationId="{E151DD5D-1ED2-4524-9FC6-17F2351E7C6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3" creationId="{E91E4BAC-398B-498B-9DC4-EEE10F86909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4" creationId="{AFD5DEEF-7278-44EA-A6E2-B57C6093498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5" creationId="{18ED6098-F3C4-4186-9C91-E5A18C14D2C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6" creationId="{EF34D3CB-F7B4-4480-98A3-B2690686AEE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7" creationId="{6BD02644-E3BF-409C-85C6-8F82D5C3E3D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8" creationId="{259D5B85-02E8-4A6B-8F32-FC9E54D673F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89" creationId="{57E263E0-C9FF-477B-BFA1-51DC630D77B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0" creationId="{2E40D576-7858-43A0-BEF7-739DD709608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1" creationId="{4CA4F598-CFFF-4465-B5C3-D60E4BF8FA6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2" creationId="{0076FB8F-B5EB-4DF9-AEA1-17730E60B40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3" creationId="{06D8719D-EA82-44C7-B509-4B5E0F05704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4" creationId="{4505DF4D-5613-43B0-8CF6-BFDB10CA13C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5" creationId="{7CCF184B-A551-4A52-8482-EA028FF1DCF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6" creationId="{B939E79B-3FE3-4096-BC79-D705F96DB66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7" creationId="{B9D33B6F-E561-4D48-82AF-95DE5878532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8" creationId="{149F5123-E2B7-43C9-A0A3-FB41509C139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199" creationId="{AAD64705-DAF3-4CFE-B698-08DB6EA5424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0" creationId="{77914A1B-EACB-41CB-B010-1D96F64B874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1" creationId="{0B07C025-D6C2-4A90-AB35-556C39BBAF1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2" creationId="{489CE2FB-45EE-4747-808C-61864F2AA59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3" creationId="{2FA3B39F-57DF-4D70-A1A3-50833CB7539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4" creationId="{667B157B-CAE0-4545-B3D0-9F7203B200B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5" creationId="{1566B6FD-AC53-48E5-894E-25C48C75EA9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6" creationId="{12455650-182C-4AC4-9D82-CC92A3BB5DA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7" creationId="{31717503-294F-45C6-8121-36931F60CAD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8" creationId="{4EEB38C0-947D-4986-825A-0342A165E43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09" creationId="{9358102E-01D1-4B07-A223-1924BA72359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0" creationId="{C518C5D8-A2CB-4EF6-94B3-D49E203B31E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1" creationId="{2C8A6B41-8672-4237-B545-4F66CA5E26C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2" creationId="{8129B1F8-6D75-4DB2-8605-68D555CBB72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3" creationId="{BBDAA58F-74CA-490B-8287-74A939D74B5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4" creationId="{A00EC8C5-28CC-4AD9-96AC-E6833C3369B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5" creationId="{37A7405F-B882-4A83-80F4-1574F30EF4E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6" creationId="{DEBD6C18-1CBD-475B-92BB-925A79E6C5F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7" creationId="{C711CCC9-0F76-491E-BA45-DB9FEE438EB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8" creationId="{DD5BC93E-C1E2-483D-A535-BCA596F2EBA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19" creationId="{015BE58E-F97A-4992-B061-86336C2A81E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0" creationId="{192AA9BF-36DB-4346-894C-81A1F04DB24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1" creationId="{F97B8F0E-3E9F-4063-AE05-0CB56630BE0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2" creationId="{8501DF63-BE15-478B-BC62-E7269CD71AC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3" creationId="{37142E60-68E6-4753-82D7-6C846590772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4" creationId="{87BDA614-E5C7-452C-9926-C59E1913B84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5" creationId="{73634901-9BE1-4867-8A36-D260525BE82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6" creationId="{D7C26406-B3C7-4870-BD0D-AE3512B30D4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7" creationId="{CE6D15A3-93C6-42CF-AE4B-8C072976C75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8" creationId="{09FDE42B-5AF1-4F3F-970D-A23659F8C8A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29" creationId="{E38616E1-CCAC-48EA-9984-3D8F82105D2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0" creationId="{D45306E4-39AA-4EAF-961E-A62B33F90B9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1" creationId="{6FB899E0-6D63-4A00-A06F-97C2DE1E1B2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2" creationId="{C8410571-5BE1-4617-A069-EA4AA67AD77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3" creationId="{A069664B-4549-46D5-866E-2C5CAE1BE70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4" creationId="{C4FF891D-7174-4F80-AED6-4B86D30E319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5" creationId="{8617BDA3-742C-40F5-8209-B0F0D2DB317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6" creationId="{52CAB3DF-4B60-4F3E-8605-513E25B31BC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7" creationId="{9A43729D-7B53-4B79-B1B2-CE631A51EE6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8" creationId="{404A2B9C-D3D9-452B-9848-DE5E7EF57DB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39" creationId="{8CA80EF1-1F5B-4669-A802-9BAEB1D2F60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0" creationId="{FC2F9ADF-DEEB-4811-9009-4DEF42BE1B8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1" creationId="{F98FDDBD-E58A-474E-B8BE-54449D8BC1F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2" creationId="{C6B3BC94-F029-4BC4-A761-65F9FDAADB6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3" creationId="{94478AA9-9E2C-4694-9451-54CDB826A2A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4" creationId="{05225B6E-D27D-4096-9DCC-BCCD330B0E9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5" creationId="{ED6321C8-5677-4309-8C39-F6E1B4CC459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6" creationId="{DD431CED-DAA1-4955-9167-9707ACE0BB7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7" creationId="{07B9DC1F-EAF8-4D6C-B379-B2BF2E4E584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8" creationId="{B3B9F0E8-E15E-47BC-9C6A-9541F9980F2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49" creationId="{2AE046BE-BD4F-4E17-B33F-41840F50C40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0" creationId="{E102616F-56CF-458C-8147-CE47A4CD6B4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1" creationId="{108DB916-EB46-4DFF-8BFD-1C162DF7D18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2" creationId="{6FECAC84-8D89-4154-B3C6-FB8C0669B41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3" creationId="{EEBB74DE-3AD5-43EF-9905-719F8195DFC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4" creationId="{77EB508B-0313-4185-A6DA-7B9FF75908C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5" creationId="{3E1E7030-D5F7-472F-8E4A-277B8ED2398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6" creationId="{831E2DAB-8436-4BD6-B81F-7ADAC724E6A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7" creationId="{E36F54DC-5B05-449D-843D-E11DDE0F6EA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8" creationId="{205B9410-A60F-4D07-B428-2114C67EA1A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59" creationId="{D13D62B7-74D2-4143-B719-6DE1B17CA4A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0" creationId="{ED9AF873-AF67-41E2-8D73-618F324BA52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1" creationId="{1C27F2CC-9280-4154-9C23-D940CD3EFE9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2" creationId="{22027DB6-3C2F-4B7F-A2C5-A91E52DEB75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3" creationId="{BA3BA694-2147-4726-BF3E-AB48E626DF0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4" creationId="{31B7D765-A703-4121-B4EE-2351523AB7C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5" creationId="{A544D66A-61B6-4351-8789-0DE2081B785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6" creationId="{5F79DB1A-F466-41B7-B486-02EE37B0CF5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7" creationId="{A6E2CA89-EE8F-432F-8CCE-034F6C44A9A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8" creationId="{59701B73-D997-41DB-9579-B449B7360B7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69" creationId="{1E67E28B-8C55-4992-A624-B238EC87AC0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0" creationId="{EE7DB0AD-5C63-4E47-B031-EFC69D16D32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1" creationId="{232CE330-53FB-4BD3-B0A6-272B62720B2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2" creationId="{7B3FF423-51D2-4265-9B19-BB95B99FD11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3" creationId="{AC1F0D15-5483-48EF-B44E-678ECC2BFC2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4" creationId="{A109B34F-41B7-4B29-BB5A-FB0D7E2BCF8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5" creationId="{C6FE2774-76F8-4E47-867F-A2426084558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6" creationId="{C481EEBB-3B88-4804-85B9-2AFE77919DD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7" creationId="{1E9D18C1-1EDE-48A8-BB20-3005F9587FA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8" creationId="{BA7C6C89-41CB-42A7-A271-35DB8E79FA4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79" creationId="{70B9CE30-82FC-44C9-8A3D-9478E0EFC7A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0" creationId="{B12B0622-EBAD-4FC7-953D-BB17DD7EFE9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1" creationId="{110F1DA0-A33C-419D-8B77-C5685E3588C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2" creationId="{8B7E2464-CCCC-4613-A449-912661F9354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3" creationId="{B4ED1F02-C3F2-402C-9644-35063507D03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4" creationId="{3FC2DDAF-DC17-42A8-AAAF-F2F94C3046B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5" creationId="{5BCE5AFD-71E1-4B16-ABE6-BBB7A9DF81C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6" creationId="{42DCDDF3-652B-4A61-8ACB-F8F39BFD99E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7" creationId="{D8FAAA47-34AF-4E86-9BC6-72D53BD6A5E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8" creationId="{41867ED2-D968-4399-8851-7B197C7DF74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89" creationId="{16ABF814-A23B-433D-856C-BFDE9842370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0" creationId="{4ACB3CEB-7FD7-440D-B006-6AF54ED0E37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1" creationId="{CE6747D3-CAC7-4B2B-8B0C-146A657D38A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2" creationId="{4FA6A9EF-426C-4950-84AC-2A8535A7411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3" creationId="{7FCEF067-28E8-4D56-9C9F-ADF8FA26FA6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4" creationId="{B892E285-CBC7-4F9E-8ABC-93D04DA991E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5" creationId="{C5AF9E9F-F306-42FF-B84F-EABD4C31B7A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6" creationId="{4FB43E9C-C21D-4685-AA93-D3FAF63F141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7" creationId="{AC77C2FC-AF75-42E5-8BE3-15DFE396300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8" creationId="{23DF897D-6E00-4569-9647-9314D20EA53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299" creationId="{925E6AD2-4C87-4F86-B490-ECE3AD4FCA0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0" creationId="{67FC575A-D578-42C4-903D-F791EF45C96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1" creationId="{E8D4CF65-3ED7-49D0-A76F-5D8FBE7F969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2" creationId="{20694598-DA33-4B94-BE7A-B0B05B5AB31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3" creationId="{F99AC6EF-E02C-4A9F-8F3C-AD3580B2599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4" creationId="{01134AC9-7C5B-4A59-B45F-41CACD94EEA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5" creationId="{A5DA9CB7-B163-4370-A7B8-269756868E1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6" creationId="{AA7170C5-8CDE-4B96-92FA-19C80EADC34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7" creationId="{4ED91098-AB2B-4B73-A485-E9B31151302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8" creationId="{61D92CA7-71AE-4DA0-BF2B-D848DEECB64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09" creationId="{78F3CDA6-FD6E-4CA1-96A4-C165441EF62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0" creationId="{096CE670-7665-4587-81BC-9EB27EEE27C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1" creationId="{F59DE6AC-A245-4FEC-8BD6-2D376C90E63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2" creationId="{6EC43AE8-6423-4A61-878A-B8A99039EBD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3" creationId="{096D4141-8DDC-4F8F-A9DF-6D57EC519E3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4" creationId="{FE3CE61B-2F94-4457-AA44-6EF29966BC8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5" creationId="{CA7654AD-52B7-45DA-95A3-BEDACFF1E95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6" creationId="{FBDDE1E4-19D1-4589-9AE2-4FA16D391FC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7" creationId="{77008C93-A039-4CA2-80EA-F75C702D9C3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8" creationId="{CC62059F-AF85-4EC2-A0CF-54D763D6C41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19" creationId="{67AB4F46-D0B6-40E0-A9D5-6189B7D50E3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0" creationId="{FD8ABB3C-87D8-4A6C-A1B9-18EFDF38DE1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1" creationId="{08E469B4-2920-4290-861C-180BAA583F6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2" creationId="{EE6B2FE7-BD6E-4136-84BB-E93E2651D7D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3" creationId="{FF9F2EFF-89EB-4DCD-821D-F90246A2A1A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4" creationId="{CAF75E3B-10FF-4D0F-BA74-1CDA00A4B15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5" creationId="{DC723B2E-D16F-4D2B-B259-9797AD46F1B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6" creationId="{4FB17D81-F7AD-4F16-89C0-464F22C7789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7" creationId="{3920AC33-BA60-41CA-A02B-45232C492B4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8" creationId="{19F97DE1-0BA6-49C7-9D85-7B4A6D89089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29" creationId="{C33C6DF2-56B3-4CA3-80F8-D3088FB4480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0" creationId="{D5F3AB7D-7D81-4849-A507-71E1FA180B7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1" creationId="{D0CF1E81-1649-4D45-8136-11505B9957A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2" creationId="{9C094B28-5C93-4844-8064-7AE119F65C8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3" creationId="{45DF41F9-209D-425D-BCBE-F668C324F07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4" creationId="{AB3209F5-78AC-44AF-9B9B-4D222AE51B0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5" creationId="{37A7A3EC-0D84-4C88-BB2F-116E7DFF474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6" creationId="{B16D89FF-85B2-4650-AF99-DBFCE4C4BB6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7" creationId="{22E1E115-8B19-44BF-A1C4-5AA759927AA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8" creationId="{E9ECD2D2-3E8E-4D90-8BC3-06EB6A6F051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39" creationId="{3DC66DD5-E311-4999-909D-83DB6CB597F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0" creationId="{14EBAC01-8DB3-414D-9C7C-A9C66D1D7BB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1" creationId="{7D8FE88D-CF83-4708-90B7-3164D67B89A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2" creationId="{32E69018-6615-46D7-84F3-B1E03E04791F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3" creationId="{B63C3ED3-D943-4FF1-923D-FC7421F6F8C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4" creationId="{F327CF8A-8A12-44FE-B101-E75F7A54478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5" creationId="{0C9F9AC0-5004-4E45-A2F9-4B0EEF8962A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6" creationId="{0A639A84-1E2A-4E59-A0AD-00DF33B324A0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7" creationId="{FF06FFEB-A85F-4F10-BC48-675860710F0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8" creationId="{B0F4699A-68F8-4431-8673-9087C52D6EC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49" creationId="{74CF5F4D-9FB7-4C06-A080-9271E324192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0" creationId="{66022F0E-AEC8-4D51-ABBA-6D5BD71AE2BA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1" creationId="{0752280A-E5CC-43D5-9B47-D48944B1428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2" creationId="{550B088F-6489-4917-860A-0387C3E86542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3" creationId="{B3683E4E-9946-48AF-9B65-D0E1E6BA843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4" creationId="{A87FB73A-E27F-4620-9DA0-919F59CC0B8E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5" creationId="{9A89C3B1-A7AE-449C-9042-AC1F751E0DB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6" creationId="{42DD2018-9C55-420A-9BB4-6556D54514E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7" creationId="{704DFEBF-148D-47E2-A0DC-9A5841699D4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8" creationId="{5994808D-954C-45CF-88AD-9DB63016D29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59" creationId="{2BFA796F-35E1-40D9-BCA0-C67F32A5504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0" creationId="{A7057F16-AA57-4A53-9463-81DDC2F2849D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1" creationId="{DC020F34-B0A3-48CD-9A20-A573393708C3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2" creationId="{0B1E4C1A-6CA1-4FCB-88D3-40630A561CA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3" creationId="{61B40E40-AC93-4284-8155-0D15CA64D38B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4" creationId="{B4385E2A-3BC4-483A-9F04-49D53B491D3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5" creationId="{DD505BF4-57BD-4C25-8CD0-8388DDCACE9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6" creationId="{41B28C22-0F9E-4DDC-82EA-7AD872645054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7" creationId="{26B81746-E832-41F6-B771-585B71A36F5C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8" creationId="{C14CAAC3-DBAF-41B3-B09B-76228726DAF1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69" creationId="{3E1FE9DC-98CC-44AC-9456-40BE4A8BDB16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70" creationId="{090D4A6E-55F0-42A7-BB79-513FBCDAC8A7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71" creationId="{BA5F4480-4B08-4DE6-84C0-ABF596F427E9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72" creationId="{DC45C49F-6E1A-47AF-B2E1-4C385E97AF28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73" creationId="{BF3096B5-669D-4B67-8042-2A234CADB705}"/>
          </ac:spMkLst>
        </pc:spChg>
        <pc:spChg chg="mod topLvl">
          <ac:chgData name="한 수미" userId="3d091dd9cbd79fe5" providerId="LiveId" clId="{6F078DCE-51A6-4AE5-9485-023BBA4ED4CE}" dt="2021-08-16T05:35:04.466" v="1634" actId="1582"/>
          <ac:spMkLst>
            <pc:docMk/>
            <pc:sldMk cId="4138664644" sldId="268"/>
            <ac:spMk id="374" creationId="{8C8A3EAE-E356-40A0-8BA5-198E1DEE8711}"/>
          </ac:spMkLst>
        </pc:spChg>
        <pc:spChg chg="mod topLvl">
          <ac:chgData name="한 수미" userId="3d091dd9cbd79fe5" providerId="LiveId" clId="{6F078DCE-51A6-4AE5-9485-023BBA4ED4CE}" dt="2021-08-13T06:15:25.502" v="749" actId="165"/>
          <ac:spMkLst>
            <pc:docMk/>
            <pc:sldMk cId="4138664644" sldId="268"/>
            <ac:spMk id="375" creationId="{36EB55DF-0BC2-4FB5-99A9-7E5AEE9FB1A4}"/>
          </ac:spMkLst>
        </pc:spChg>
        <pc:spChg chg="mod topLvl">
          <ac:chgData name="한 수미" userId="3d091dd9cbd79fe5" providerId="LiveId" clId="{6F078DCE-51A6-4AE5-9485-023BBA4ED4CE}" dt="2021-08-16T05:34:49.287" v="1632" actId="165"/>
          <ac:spMkLst>
            <pc:docMk/>
            <pc:sldMk cId="4138664644" sldId="268"/>
            <ac:spMk id="376" creationId="{E219E74E-E989-4C7B-8C3E-F5035F65C615}"/>
          </ac:spMkLst>
        </pc:spChg>
        <pc:spChg chg="mod topLvl">
          <ac:chgData name="한 수미" userId="3d091dd9cbd79fe5" providerId="LiveId" clId="{6F078DCE-51A6-4AE5-9485-023BBA4ED4CE}" dt="2021-08-13T06:15:25.502" v="749" actId="165"/>
          <ac:spMkLst>
            <pc:docMk/>
            <pc:sldMk cId="4138664644" sldId="268"/>
            <ac:spMk id="377" creationId="{B9741140-5170-48AB-85F2-1FDDF4007263}"/>
          </ac:spMkLst>
        </pc:spChg>
        <pc:spChg chg="add del mod">
          <ac:chgData name="한 수미" userId="3d091dd9cbd79fe5" providerId="LiveId" clId="{6F078DCE-51A6-4AE5-9485-023BBA4ED4CE}" dt="2021-08-11T10:15:23.221" v="604" actId="478"/>
          <ac:spMkLst>
            <pc:docMk/>
            <pc:sldMk cId="4138664644" sldId="268"/>
            <ac:spMk id="378" creationId="{596418B4-0A90-4311-BF8E-F78EEAB15E97}"/>
          </ac:spMkLst>
        </pc:spChg>
        <pc:spChg chg="add mod">
          <ac:chgData name="한 수미" userId="3d091dd9cbd79fe5" providerId="LiveId" clId="{6F078DCE-51A6-4AE5-9485-023BBA4ED4CE}" dt="2021-08-18T05:30:17.885" v="1654"/>
          <ac:spMkLst>
            <pc:docMk/>
            <pc:sldMk cId="4138664644" sldId="268"/>
            <ac:spMk id="378" creationId="{AAFA4122-FAB3-4B77-A66F-FFAC496B8682}"/>
          </ac:spMkLst>
        </pc:spChg>
        <pc:spChg chg="add del mod">
          <ac:chgData name="한 수미" userId="3d091dd9cbd79fe5" providerId="LiveId" clId="{6F078DCE-51A6-4AE5-9485-023BBA4ED4CE}" dt="2021-08-11T10:15:23.221" v="604" actId="478"/>
          <ac:spMkLst>
            <pc:docMk/>
            <pc:sldMk cId="4138664644" sldId="268"/>
            <ac:spMk id="379" creationId="{743F87AD-4F94-48F3-B1C8-1F0F4663C2B6}"/>
          </ac:spMkLst>
        </pc:spChg>
        <pc:spChg chg="add del mod">
          <ac:chgData name="한 수미" userId="3d091dd9cbd79fe5" providerId="LiveId" clId="{6F078DCE-51A6-4AE5-9485-023BBA4ED4CE}" dt="2021-08-11T10:15:23.221" v="604" actId="478"/>
          <ac:spMkLst>
            <pc:docMk/>
            <pc:sldMk cId="4138664644" sldId="268"/>
            <ac:spMk id="380" creationId="{762F3FA2-D2AD-4403-8A4A-0ABA5EDDB8FE}"/>
          </ac:spMkLst>
        </pc:spChg>
        <pc:spChg chg="add del mod">
          <ac:chgData name="한 수미" userId="3d091dd9cbd79fe5" providerId="LiveId" clId="{6F078DCE-51A6-4AE5-9485-023BBA4ED4CE}" dt="2021-08-11T10:15:23.221" v="604" actId="478"/>
          <ac:spMkLst>
            <pc:docMk/>
            <pc:sldMk cId="4138664644" sldId="268"/>
            <ac:spMk id="381" creationId="{57398F5E-0E4E-4064-88A1-6E24EDF9508D}"/>
          </ac:spMkLst>
        </pc:spChg>
        <pc:spChg chg="mod topLvl">
          <ac:chgData name="한 수미" userId="3d091dd9cbd79fe5" providerId="LiveId" clId="{6F078DCE-51A6-4AE5-9485-023BBA4ED4CE}" dt="2021-08-13T06:15:25.502" v="749" actId="165"/>
          <ac:spMkLst>
            <pc:docMk/>
            <pc:sldMk cId="4138664644" sldId="268"/>
            <ac:spMk id="382" creationId="{5E71BDE5-4ABC-41E1-BEFC-6D28B285E9BA}"/>
          </ac:spMkLst>
        </pc:spChg>
        <pc:spChg chg="mod topLvl">
          <ac:chgData name="한 수미" userId="3d091dd9cbd79fe5" providerId="LiveId" clId="{6F078DCE-51A6-4AE5-9485-023BBA4ED4CE}" dt="2021-08-13T06:15:25.502" v="749" actId="165"/>
          <ac:spMkLst>
            <pc:docMk/>
            <pc:sldMk cId="4138664644" sldId="268"/>
            <ac:spMk id="383" creationId="{A5DDEB79-1FCA-4102-BA1C-E72423792C61}"/>
          </ac:spMkLst>
        </pc:spChg>
        <pc:spChg chg="mod topLvl">
          <ac:chgData name="한 수미" userId="3d091dd9cbd79fe5" providerId="LiveId" clId="{6F078DCE-51A6-4AE5-9485-023BBA4ED4CE}" dt="2021-08-13T06:15:25.502" v="749" actId="165"/>
          <ac:spMkLst>
            <pc:docMk/>
            <pc:sldMk cId="4138664644" sldId="268"/>
            <ac:spMk id="384" creationId="{B43497BD-F704-446C-8410-E9C1522F0210}"/>
          </ac:spMkLst>
        </pc:spChg>
        <pc:spChg chg="mod topLvl">
          <ac:chgData name="한 수미" userId="3d091dd9cbd79fe5" providerId="LiveId" clId="{6F078DCE-51A6-4AE5-9485-023BBA4ED4CE}" dt="2021-08-13T06:15:25.502" v="749" actId="165"/>
          <ac:spMkLst>
            <pc:docMk/>
            <pc:sldMk cId="4138664644" sldId="268"/>
            <ac:spMk id="385" creationId="{A9147CAF-0A17-4C93-861E-619C928D09EE}"/>
          </ac:spMkLst>
        </pc:spChg>
        <pc:spChg chg="mod topLvl">
          <ac:chgData name="한 수미" userId="3d091dd9cbd79fe5" providerId="LiveId" clId="{6F078DCE-51A6-4AE5-9485-023BBA4ED4CE}" dt="2021-08-16T05:34:49.287" v="1632" actId="165"/>
          <ac:spMkLst>
            <pc:docMk/>
            <pc:sldMk cId="4138664644" sldId="268"/>
            <ac:spMk id="386" creationId="{6C37843A-4ECA-4514-A61D-8EFF6D6E437F}"/>
          </ac:spMkLst>
        </pc:spChg>
        <pc:spChg chg="mod topLvl">
          <ac:chgData name="한 수미" userId="3d091dd9cbd79fe5" providerId="LiveId" clId="{6F078DCE-51A6-4AE5-9485-023BBA4ED4CE}" dt="2021-08-16T05:34:49.287" v="1632" actId="165"/>
          <ac:spMkLst>
            <pc:docMk/>
            <pc:sldMk cId="4138664644" sldId="268"/>
            <ac:spMk id="387" creationId="{9E1CFB9A-F458-45CE-A45C-EAC4ED6166E5}"/>
          </ac:spMkLst>
        </pc:spChg>
        <pc:spChg chg="add mod">
          <ac:chgData name="한 수미" userId="3d091dd9cbd79fe5" providerId="LiveId" clId="{6F078DCE-51A6-4AE5-9485-023BBA4ED4CE}" dt="2021-08-11T10:15:23.541" v="605"/>
          <ac:spMkLst>
            <pc:docMk/>
            <pc:sldMk cId="4138664644" sldId="268"/>
            <ac:spMk id="388" creationId="{A9618551-A6AB-459C-9046-6396426128E6}"/>
          </ac:spMkLst>
        </pc:spChg>
        <pc:spChg chg="del">
          <ac:chgData name="한 수미" userId="3d091dd9cbd79fe5" providerId="LiveId" clId="{6F078DCE-51A6-4AE5-9485-023BBA4ED4CE}" dt="2021-08-10T19:39:19.176" v="384" actId="478"/>
          <ac:spMkLst>
            <pc:docMk/>
            <pc:sldMk cId="4138664644" sldId="268"/>
            <ac:spMk id="388" creationId="{F109A87C-A397-4BB1-B91C-23842934561B}"/>
          </ac:spMkLst>
        </pc:spChg>
        <pc:spChg chg="add mod">
          <ac:chgData name="한 수미" userId="3d091dd9cbd79fe5" providerId="LiveId" clId="{6F078DCE-51A6-4AE5-9485-023BBA4ED4CE}" dt="2021-08-11T10:15:23.541" v="605"/>
          <ac:spMkLst>
            <pc:docMk/>
            <pc:sldMk cId="4138664644" sldId="268"/>
            <ac:spMk id="389" creationId="{CFF1C7D0-5598-41A4-9DE7-2E174D260995}"/>
          </ac:spMkLst>
        </pc:spChg>
        <pc:spChg chg="del">
          <ac:chgData name="한 수미" userId="3d091dd9cbd79fe5" providerId="LiveId" clId="{6F078DCE-51A6-4AE5-9485-023BBA4ED4CE}" dt="2021-08-10T19:39:19.176" v="384" actId="478"/>
          <ac:spMkLst>
            <pc:docMk/>
            <pc:sldMk cId="4138664644" sldId="268"/>
            <ac:spMk id="389" creationId="{FE49D00F-7D3D-46C9-A20D-D42B7C20B143}"/>
          </ac:spMkLst>
        </pc:spChg>
        <pc:spChg chg="add mod">
          <ac:chgData name="한 수미" userId="3d091dd9cbd79fe5" providerId="LiveId" clId="{6F078DCE-51A6-4AE5-9485-023BBA4ED4CE}" dt="2021-08-11T10:15:23.541" v="605"/>
          <ac:spMkLst>
            <pc:docMk/>
            <pc:sldMk cId="4138664644" sldId="268"/>
            <ac:spMk id="390" creationId="{3F127988-116A-4B46-BDFA-B389F68B04E2}"/>
          </ac:spMkLst>
        </pc:spChg>
        <pc:spChg chg="del">
          <ac:chgData name="한 수미" userId="3d091dd9cbd79fe5" providerId="LiveId" clId="{6F078DCE-51A6-4AE5-9485-023BBA4ED4CE}" dt="2021-08-10T19:39:19.176" v="384" actId="478"/>
          <ac:spMkLst>
            <pc:docMk/>
            <pc:sldMk cId="4138664644" sldId="268"/>
            <ac:spMk id="390" creationId="{93A27DAF-FFCA-4750-92F8-7D414AD612D1}"/>
          </ac:spMkLst>
        </pc:spChg>
        <pc:spChg chg="add mod">
          <ac:chgData name="한 수미" userId="3d091dd9cbd79fe5" providerId="LiveId" clId="{6F078DCE-51A6-4AE5-9485-023BBA4ED4CE}" dt="2021-08-11T10:15:23.541" v="605"/>
          <ac:spMkLst>
            <pc:docMk/>
            <pc:sldMk cId="4138664644" sldId="268"/>
            <ac:spMk id="391" creationId="{AFB31116-B2CA-443F-BE70-E57ED53A8A06}"/>
          </ac:spMkLst>
        </pc:spChg>
        <pc:spChg chg="del">
          <ac:chgData name="한 수미" userId="3d091dd9cbd79fe5" providerId="LiveId" clId="{6F078DCE-51A6-4AE5-9485-023BBA4ED4CE}" dt="2021-08-10T19:39:19.176" v="384" actId="478"/>
          <ac:spMkLst>
            <pc:docMk/>
            <pc:sldMk cId="4138664644" sldId="268"/>
            <ac:spMk id="391" creationId="{F574F9C5-EE81-4906-8B75-BF24A0819E38}"/>
          </ac:spMkLst>
        </pc:spChg>
        <pc:grpChg chg="add del mod">
          <ac:chgData name="한 수미" userId="3d091dd9cbd79fe5" providerId="LiveId" clId="{6F078DCE-51A6-4AE5-9485-023BBA4ED4CE}" dt="2021-08-13T06:14:46.881" v="730" actId="165"/>
          <ac:grpSpMkLst>
            <pc:docMk/>
            <pc:sldMk cId="4138664644" sldId="268"/>
            <ac:grpSpMk id="2" creationId="{3DBB5E37-EBBC-498C-8476-9F455E025CAF}"/>
          </ac:grpSpMkLst>
        </pc:grpChg>
        <pc:grpChg chg="add del mod">
          <ac:chgData name="한 수미" userId="3d091dd9cbd79fe5" providerId="LiveId" clId="{6F078DCE-51A6-4AE5-9485-023BBA4ED4CE}" dt="2021-08-10T19:46:40.359" v="462" actId="165"/>
          <ac:grpSpMkLst>
            <pc:docMk/>
            <pc:sldMk cId="4138664644" sldId="268"/>
            <ac:grpSpMk id="2" creationId="{79A5A09A-D81C-45D7-B597-01FB8224978D}"/>
          </ac:grpSpMkLst>
        </pc:grpChg>
        <pc:grpChg chg="add del mod">
          <ac:chgData name="한 수미" userId="3d091dd9cbd79fe5" providerId="LiveId" clId="{6F078DCE-51A6-4AE5-9485-023BBA4ED4CE}" dt="2021-08-10T19:46:57.667" v="472" actId="165"/>
          <ac:grpSpMkLst>
            <pc:docMk/>
            <pc:sldMk cId="4138664644" sldId="268"/>
            <ac:grpSpMk id="4" creationId="{50E20DA3-2D38-41D5-90C4-E3D3196C12E2}"/>
          </ac:grpSpMkLst>
        </pc:grpChg>
        <pc:grpChg chg="add del mod topLvl">
          <ac:chgData name="한 수미" userId="3d091dd9cbd79fe5" providerId="LiveId" clId="{6F078DCE-51A6-4AE5-9485-023BBA4ED4CE}" dt="2021-08-16T05:34:49.287" v="1632" actId="165"/>
          <ac:grpSpMkLst>
            <pc:docMk/>
            <pc:sldMk cId="4138664644" sldId="268"/>
            <ac:grpSpMk id="4" creationId="{D7BECD02-9DD6-4462-BD30-B4C9B86F6B70}"/>
          </ac:grpSpMkLst>
        </pc:grpChg>
        <pc:grpChg chg="add del mod topLvl">
          <ac:chgData name="한 수미" userId="3d091dd9cbd79fe5" providerId="LiveId" clId="{6F078DCE-51A6-4AE5-9485-023BBA4ED4CE}" dt="2021-08-16T05:34:49.287" v="1632" actId="165"/>
          <ac:grpSpMkLst>
            <pc:docMk/>
            <pc:sldMk cId="4138664644" sldId="268"/>
            <ac:grpSpMk id="5" creationId="{2551CD15-9E56-48AA-BD79-51EB0A5EBD6C}"/>
          </ac:grpSpMkLst>
        </pc:grpChg>
        <pc:grpChg chg="add del mod topLvl">
          <ac:chgData name="한 수미" userId="3d091dd9cbd79fe5" providerId="LiveId" clId="{6F078DCE-51A6-4AE5-9485-023BBA4ED4CE}" dt="2021-08-16T05:34:49.287" v="1632" actId="165"/>
          <ac:grpSpMkLst>
            <pc:docMk/>
            <pc:sldMk cId="4138664644" sldId="268"/>
            <ac:grpSpMk id="6" creationId="{BCA339A2-3728-474F-B114-30BB6347F97E}"/>
          </ac:grpSpMkLst>
        </pc:grpChg>
        <pc:grpChg chg="add del mod">
          <ac:chgData name="한 수미" userId="3d091dd9cbd79fe5" providerId="LiveId" clId="{6F078DCE-51A6-4AE5-9485-023BBA4ED4CE}" dt="2021-08-13T06:15:25.502" v="749" actId="165"/>
          <ac:grpSpMkLst>
            <pc:docMk/>
            <pc:sldMk cId="4138664644" sldId="268"/>
            <ac:grpSpMk id="7" creationId="{259CBD81-BFBC-4211-9C06-F09F90F6B386}"/>
          </ac:grpSpMkLst>
        </pc:grpChg>
        <pc:grpChg chg="del mod topLvl">
          <ac:chgData name="한 수미" userId="3d091dd9cbd79fe5" providerId="LiveId" clId="{6F078DCE-51A6-4AE5-9485-023BBA4ED4CE}" dt="2021-08-11T10:16:10.822" v="615" actId="165"/>
          <ac:grpSpMkLst>
            <pc:docMk/>
            <pc:sldMk cId="4138664644" sldId="268"/>
            <ac:grpSpMk id="16" creationId="{88E67420-5C44-4443-B96B-6F49B3DB58F7}"/>
          </ac:grpSpMkLst>
        </pc:grpChg>
        <pc:grpChg chg="del mod topLvl">
          <ac:chgData name="한 수미" userId="3d091dd9cbd79fe5" providerId="LiveId" clId="{6F078DCE-51A6-4AE5-9485-023BBA4ED4CE}" dt="2021-08-11T10:15:45.486" v="608" actId="165"/>
          <ac:grpSpMkLst>
            <pc:docMk/>
            <pc:sldMk cId="4138664644" sldId="268"/>
            <ac:grpSpMk id="18" creationId="{6016357E-C056-4C46-8587-ED4A94A59ECF}"/>
          </ac:grpSpMkLst>
        </pc:grpChg>
        <pc:grpChg chg="del mod topLvl">
          <ac:chgData name="한 수미" userId="3d091dd9cbd79fe5" providerId="LiveId" clId="{6F078DCE-51A6-4AE5-9485-023BBA4ED4CE}" dt="2021-08-11T10:14:44.880" v="599" actId="165"/>
          <ac:grpSpMkLst>
            <pc:docMk/>
            <pc:sldMk cId="4138664644" sldId="268"/>
            <ac:grpSpMk id="20" creationId="{4AD071D6-FA4F-4CA1-AF29-EB5FBC034BC6}"/>
          </ac:grpSpMkLst>
        </pc:grpChg>
      </pc:sldChg>
      <pc:sldChg chg="addSp delSp modSp mod">
        <pc:chgData name="한 수미" userId="3d091dd9cbd79fe5" providerId="LiveId" clId="{6F078DCE-51A6-4AE5-9485-023BBA4ED4CE}" dt="2021-08-18T05:31:43.295" v="1683"/>
        <pc:sldMkLst>
          <pc:docMk/>
          <pc:sldMk cId="3532909411" sldId="269"/>
        </pc:sldMkLst>
        <pc:spChg chg="add mod">
          <ac:chgData name="한 수미" userId="3d091dd9cbd79fe5" providerId="LiveId" clId="{6F078DCE-51A6-4AE5-9485-023BBA4ED4CE}" dt="2021-08-10T19:39:34.407" v="391"/>
          <ac:spMkLst>
            <pc:docMk/>
            <pc:sldMk cId="3532909411" sldId="269"/>
            <ac:spMk id="10" creationId="{B516B3D5-7646-4A1F-A3EE-E52E8DAFCA0B}"/>
          </ac:spMkLst>
        </pc:spChg>
        <pc:spChg chg="add mod">
          <ac:chgData name="한 수미" userId="3d091dd9cbd79fe5" providerId="LiveId" clId="{6F078DCE-51A6-4AE5-9485-023BBA4ED4CE}" dt="2021-08-10T19:39:34.407" v="391"/>
          <ac:spMkLst>
            <pc:docMk/>
            <pc:sldMk cId="3532909411" sldId="269"/>
            <ac:spMk id="11" creationId="{E8A4F9C1-B41C-4D08-95D2-860CE2E02BC5}"/>
          </ac:spMkLst>
        </pc:spChg>
        <pc:spChg chg="add mod">
          <ac:chgData name="한 수미" userId="3d091dd9cbd79fe5" providerId="LiveId" clId="{6F078DCE-51A6-4AE5-9485-023BBA4ED4CE}" dt="2021-08-10T19:44:01.545" v="438" actId="1076"/>
          <ac:spMkLst>
            <pc:docMk/>
            <pc:sldMk cId="3532909411" sldId="269"/>
            <ac:spMk id="12" creationId="{5DFA0F17-7365-40BF-A0DF-201611ABFDFA}"/>
          </ac:spMkLst>
        </pc:spChg>
        <pc:spChg chg="add mod">
          <ac:chgData name="한 수미" userId="3d091dd9cbd79fe5" providerId="LiveId" clId="{6F078DCE-51A6-4AE5-9485-023BBA4ED4CE}" dt="2021-08-10T19:39:34.407" v="391"/>
          <ac:spMkLst>
            <pc:docMk/>
            <pc:sldMk cId="3532909411" sldId="269"/>
            <ac:spMk id="13" creationId="{4A8F9130-E69D-4CDF-AE25-FFB667AEFB79}"/>
          </ac:spMkLst>
        </pc:spChg>
        <pc:spChg chg="add mod">
          <ac:chgData name="한 수미" userId="3d091dd9cbd79fe5" providerId="LiveId" clId="{6F078DCE-51A6-4AE5-9485-023BBA4ED4CE}" dt="2021-08-18T05:31:43.295" v="1683"/>
          <ac:spMkLst>
            <pc:docMk/>
            <pc:sldMk cId="3532909411" sldId="269"/>
            <ac:spMk id="14" creationId="{F526E6CD-9C45-4723-91F4-25D34B68BE54}"/>
          </ac:spMkLst>
        </pc:spChg>
        <pc:spChg chg="mod">
          <ac:chgData name="한 수미" userId="3d091dd9cbd79fe5" providerId="LiveId" clId="{6F078DCE-51A6-4AE5-9485-023BBA4ED4CE}" dt="2021-08-10T19:44:04.403" v="439" actId="207"/>
          <ac:spMkLst>
            <pc:docMk/>
            <pc:sldMk cId="3532909411" sldId="269"/>
            <ac:spMk id="31" creationId="{C8CFC5DA-9EC5-4D34-B3AC-F349ADAD157C}"/>
          </ac:spMkLst>
        </pc:spChg>
        <pc:spChg chg="mod">
          <ac:chgData name="한 수미" userId="3d091dd9cbd79fe5" providerId="LiveId" clId="{6F078DCE-51A6-4AE5-9485-023BBA4ED4CE}" dt="2021-08-10T19:44:04.403" v="439" actId="207"/>
          <ac:spMkLst>
            <pc:docMk/>
            <pc:sldMk cId="3532909411" sldId="269"/>
            <ac:spMk id="32" creationId="{A80CEE49-3A24-44FA-9408-94642B8B6689}"/>
          </ac:spMkLst>
        </pc:spChg>
        <pc:spChg chg="del">
          <ac:chgData name="한 수미" userId="3d091dd9cbd79fe5" providerId="LiveId" clId="{6F078DCE-51A6-4AE5-9485-023BBA4ED4CE}" dt="2021-08-10T19:39:34.138" v="390" actId="478"/>
          <ac:spMkLst>
            <pc:docMk/>
            <pc:sldMk cId="3532909411" sldId="269"/>
            <ac:spMk id="37" creationId="{214A7A7F-7B3A-4B6E-B263-D0D607E37B05}"/>
          </ac:spMkLst>
        </pc:spChg>
        <pc:spChg chg="del">
          <ac:chgData name="한 수미" userId="3d091dd9cbd79fe5" providerId="LiveId" clId="{6F078DCE-51A6-4AE5-9485-023BBA4ED4CE}" dt="2021-08-10T19:39:34.138" v="390" actId="478"/>
          <ac:spMkLst>
            <pc:docMk/>
            <pc:sldMk cId="3532909411" sldId="269"/>
            <ac:spMk id="38" creationId="{44308F3A-BACE-4A07-B3B0-EA8D9A38EB79}"/>
          </ac:spMkLst>
        </pc:spChg>
        <pc:spChg chg="del">
          <ac:chgData name="한 수미" userId="3d091dd9cbd79fe5" providerId="LiveId" clId="{6F078DCE-51A6-4AE5-9485-023BBA4ED4CE}" dt="2021-08-10T19:39:34.138" v="390" actId="478"/>
          <ac:spMkLst>
            <pc:docMk/>
            <pc:sldMk cId="3532909411" sldId="269"/>
            <ac:spMk id="39" creationId="{E1FF0751-5F38-427A-98C6-D40782E4078B}"/>
          </ac:spMkLst>
        </pc:spChg>
        <pc:spChg chg="del">
          <ac:chgData name="한 수미" userId="3d091dd9cbd79fe5" providerId="LiveId" clId="{6F078DCE-51A6-4AE5-9485-023BBA4ED4CE}" dt="2021-08-10T19:39:34.138" v="390" actId="478"/>
          <ac:spMkLst>
            <pc:docMk/>
            <pc:sldMk cId="3532909411" sldId="269"/>
            <ac:spMk id="40" creationId="{A3AB2B95-6179-4FAB-A62C-2611958A28FF}"/>
          </ac:spMkLst>
        </pc:spChg>
        <pc:cxnChg chg="mod">
          <ac:chgData name="한 수미" userId="3d091dd9cbd79fe5" providerId="LiveId" clId="{6F078DCE-51A6-4AE5-9485-023BBA4ED4CE}" dt="2021-08-10T19:44:09.443" v="440" actId="208"/>
          <ac:cxnSpMkLst>
            <pc:docMk/>
            <pc:sldMk cId="3532909411" sldId="269"/>
            <ac:cxnSpMk id="9" creationId="{9A1D4291-D217-4DE1-AF0A-ADEAD1D2D48A}"/>
          </ac:cxnSpMkLst>
        </pc:cxnChg>
      </pc:sldChg>
      <pc:sldChg chg="addSp delSp modSp mod">
        <pc:chgData name="한 수미" userId="3d091dd9cbd79fe5" providerId="LiveId" clId="{6F078DCE-51A6-4AE5-9485-023BBA4ED4CE}" dt="2021-08-18T05:31:44.423" v="1684"/>
        <pc:sldMkLst>
          <pc:docMk/>
          <pc:sldMk cId="4193748095" sldId="270"/>
        </pc:sldMkLst>
        <pc:spChg chg="mod">
          <ac:chgData name="한 수미" userId="3d091dd9cbd79fe5" providerId="LiveId" clId="{6F078DCE-51A6-4AE5-9485-023BBA4ED4CE}" dt="2021-08-10T19:43:52.996" v="436" actId="207"/>
          <ac:spMkLst>
            <pc:docMk/>
            <pc:sldMk cId="4193748095" sldId="270"/>
            <ac:spMk id="2" creationId="{6FE99528-52E6-42B7-89DF-86FA8994EC51}"/>
          </ac:spMkLst>
        </pc:spChg>
        <pc:spChg chg="mod">
          <ac:chgData name="한 수미" userId="3d091dd9cbd79fe5" providerId="LiveId" clId="{6F078DCE-51A6-4AE5-9485-023BBA4ED4CE}" dt="2021-08-11T10:18:32.215" v="630" actId="207"/>
          <ac:spMkLst>
            <pc:docMk/>
            <pc:sldMk cId="4193748095" sldId="270"/>
            <ac:spMk id="11" creationId="{B8A39795-4EAA-4DA6-A198-22AAB33C677D}"/>
          </ac:spMkLst>
        </pc:spChg>
        <pc:spChg chg="mod">
          <ac:chgData name="한 수미" userId="3d091dd9cbd79fe5" providerId="LiveId" clId="{6F078DCE-51A6-4AE5-9485-023BBA4ED4CE}" dt="2021-08-11T10:18:12.613" v="628" actId="207"/>
          <ac:spMkLst>
            <pc:docMk/>
            <pc:sldMk cId="4193748095" sldId="270"/>
            <ac:spMk id="13" creationId="{52109C0E-D362-4F9B-9C36-5C1F6502EDBE}"/>
          </ac:spMkLst>
        </pc:spChg>
        <pc:spChg chg="mod">
          <ac:chgData name="한 수미" userId="3d091dd9cbd79fe5" providerId="LiveId" clId="{6F078DCE-51A6-4AE5-9485-023BBA4ED4CE}" dt="2021-08-10T19:43:52.996" v="436" actId="207"/>
          <ac:spMkLst>
            <pc:docMk/>
            <pc:sldMk cId="4193748095" sldId="270"/>
            <ac:spMk id="14" creationId="{225F42CA-CB61-4FB6-9602-93856C896771}"/>
          </ac:spMkLst>
        </pc:spChg>
        <pc:spChg chg="mod">
          <ac:chgData name="한 수미" userId="3d091dd9cbd79fe5" providerId="LiveId" clId="{6F078DCE-51A6-4AE5-9485-023BBA4ED4CE}" dt="2021-08-11T10:18:48.793" v="631" actId="207"/>
          <ac:spMkLst>
            <pc:docMk/>
            <pc:sldMk cId="4193748095" sldId="270"/>
            <ac:spMk id="15" creationId="{D1852DD9-2330-4DA0-851D-3E197216DE99}"/>
          </ac:spMkLst>
        </pc:spChg>
        <pc:spChg chg="add mod">
          <ac:chgData name="한 수미" userId="3d091dd9cbd79fe5" providerId="LiveId" clId="{6F078DCE-51A6-4AE5-9485-023BBA4ED4CE}" dt="2021-08-10T19:39:37.980" v="393"/>
          <ac:spMkLst>
            <pc:docMk/>
            <pc:sldMk cId="4193748095" sldId="270"/>
            <ac:spMk id="22" creationId="{3793CFFD-CFAC-4960-A46F-C7EB5AC1CAB9}"/>
          </ac:spMkLst>
        </pc:spChg>
        <pc:spChg chg="add mod">
          <ac:chgData name="한 수미" userId="3d091dd9cbd79fe5" providerId="LiveId" clId="{6F078DCE-51A6-4AE5-9485-023BBA4ED4CE}" dt="2021-08-10T19:39:37.980" v="393"/>
          <ac:spMkLst>
            <pc:docMk/>
            <pc:sldMk cId="4193748095" sldId="270"/>
            <ac:spMk id="24" creationId="{46E396B6-3669-49B5-B54A-31A18556FE6A}"/>
          </ac:spMkLst>
        </pc:spChg>
        <pc:spChg chg="add mod">
          <ac:chgData name="한 수미" userId="3d091dd9cbd79fe5" providerId="LiveId" clId="{6F078DCE-51A6-4AE5-9485-023BBA4ED4CE}" dt="2021-08-10T19:39:37.980" v="393"/>
          <ac:spMkLst>
            <pc:docMk/>
            <pc:sldMk cId="4193748095" sldId="270"/>
            <ac:spMk id="25" creationId="{45B88F25-CA8F-43B2-9B78-434F6F99E8DE}"/>
          </ac:spMkLst>
        </pc:spChg>
        <pc:spChg chg="add mod">
          <ac:chgData name="한 수미" userId="3d091dd9cbd79fe5" providerId="LiveId" clId="{6F078DCE-51A6-4AE5-9485-023BBA4ED4CE}" dt="2021-08-10T19:39:37.980" v="393"/>
          <ac:spMkLst>
            <pc:docMk/>
            <pc:sldMk cId="4193748095" sldId="270"/>
            <ac:spMk id="26" creationId="{98022D7D-C3AF-418E-A8B8-65F6DF92A9F0}"/>
          </ac:spMkLst>
        </pc:spChg>
        <pc:spChg chg="mod">
          <ac:chgData name="한 수미" userId="3d091dd9cbd79fe5" providerId="LiveId" clId="{6F078DCE-51A6-4AE5-9485-023BBA4ED4CE}" dt="2021-08-10T19:43:52.996" v="436" actId="207"/>
          <ac:spMkLst>
            <pc:docMk/>
            <pc:sldMk cId="4193748095" sldId="270"/>
            <ac:spMk id="27" creationId="{D824F851-3877-4524-B094-057F036C90C0}"/>
          </ac:spMkLst>
        </pc:spChg>
        <pc:spChg chg="mod">
          <ac:chgData name="한 수미" userId="3d091dd9cbd79fe5" providerId="LiveId" clId="{6F078DCE-51A6-4AE5-9485-023BBA4ED4CE}" dt="2021-08-10T19:43:52.996" v="436" actId="207"/>
          <ac:spMkLst>
            <pc:docMk/>
            <pc:sldMk cId="4193748095" sldId="270"/>
            <ac:spMk id="28" creationId="{AD762EE4-8CC0-4F87-A610-753A68372987}"/>
          </ac:spMkLst>
        </pc:spChg>
        <pc:spChg chg="add mod">
          <ac:chgData name="한 수미" userId="3d091dd9cbd79fe5" providerId="LiveId" clId="{6F078DCE-51A6-4AE5-9485-023BBA4ED4CE}" dt="2021-08-18T05:31:44.423" v="1684"/>
          <ac:spMkLst>
            <pc:docMk/>
            <pc:sldMk cId="4193748095" sldId="270"/>
            <ac:spMk id="29" creationId="{D488F572-A3D1-4531-BA07-809B80027E64}"/>
          </ac:spMkLst>
        </pc:spChg>
        <pc:spChg chg="mod">
          <ac:chgData name="한 수미" userId="3d091dd9cbd79fe5" providerId="LiveId" clId="{6F078DCE-51A6-4AE5-9485-023BBA4ED4CE}" dt="2021-08-10T19:43:52.996" v="436" actId="207"/>
          <ac:spMkLst>
            <pc:docMk/>
            <pc:sldMk cId="4193748095" sldId="270"/>
            <ac:spMk id="30" creationId="{90CCB41C-A0E3-4BAD-9AB0-AFC64D55C429}"/>
          </ac:spMkLst>
        </pc:spChg>
        <pc:spChg chg="mod">
          <ac:chgData name="한 수미" userId="3d091dd9cbd79fe5" providerId="LiveId" clId="{6F078DCE-51A6-4AE5-9485-023BBA4ED4CE}" dt="2021-08-10T19:43:52.996" v="436" actId="207"/>
          <ac:spMkLst>
            <pc:docMk/>
            <pc:sldMk cId="4193748095" sldId="270"/>
            <ac:spMk id="33" creationId="{5579A220-E14C-4FF2-AF1D-4EF35A3F2099}"/>
          </ac:spMkLst>
        </pc:spChg>
        <pc:spChg chg="mod">
          <ac:chgData name="한 수미" userId="3d091dd9cbd79fe5" providerId="LiveId" clId="{6F078DCE-51A6-4AE5-9485-023BBA4ED4CE}" dt="2021-08-10T19:43:52.996" v="436" actId="207"/>
          <ac:spMkLst>
            <pc:docMk/>
            <pc:sldMk cId="4193748095" sldId="270"/>
            <ac:spMk id="34" creationId="{6E26DCA2-0743-4D90-9814-A4D883EECFB9}"/>
          </ac:spMkLst>
        </pc:spChg>
        <pc:spChg chg="del">
          <ac:chgData name="한 수미" userId="3d091dd9cbd79fe5" providerId="LiveId" clId="{6F078DCE-51A6-4AE5-9485-023BBA4ED4CE}" dt="2021-08-10T19:39:37.726" v="392" actId="478"/>
          <ac:spMkLst>
            <pc:docMk/>
            <pc:sldMk cId="4193748095" sldId="270"/>
            <ac:spMk id="35" creationId="{47C836C5-64C8-4355-B748-DC1A0305B414}"/>
          </ac:spMkLst>
        </pc:spChg>
        <pc:spChg chg="del">
          <ac:chgData name="한 수미" userId="3d091dd9cbd79fe5" providerId="LiveId" clId="{6F078DCE-51A6-4AE5-9485-023BBA4ED4CE}" dt="2021-08-10T19:39:37.726" v="392" actId="478"/>
          <ac:spMkLst>
            <pc:docMk/>
            <pc:sldMk cId="4193748095" sldId="270"/>
            <ac:spMk id="36" creationId="{6B066E46-87D2-4A10-A2AC-AA8B36B15471}"/>
          </ac:spMkLst>
        </pc:spChg>
        <pc:spChg chg="del">
          <ac:chgData name="한 수미" userId="3d091dd9cbd79fe5" providerId="LiveId" clId="{6F078DCE-51A6-4AE5-9485-023BBA4ED4CE}" dt="2021-08-10T19:39:37.726" v="392" actId="478"/>
          <ac:spMkLst>
            <pc:docMk/>
            <pc:sldMk cId="4193748095" sldId="270"/>
            <ac:spMk id="37" creationId="{B4A8DEFC-2CFA-418A-A637-C6968F2CE132}"/>
          </ac:spMkLst>
        </pc:spChg>
        <pc:spChg chg="del">
          <ac:chgData name="한 수미" userId="3d091dd9cbd79fe5" providerId="LiveId" clId="{6F078DCE-51A6-4AE5-9485-023BBA4ED4CE}" dt="2021-08-10T19:39:37.726" v="392" actId="478"/>
          <ac:spMkLst>
            <pc:docMk/>
            <pc:sldMk cId="4193748095" sldId="270"/>
            <ac:spMk id="38" creationId="{E6214945-C038-4E66-B54D-CAD934E00273}"/>
          </ac:spMkLst>
        </pc:spChg>
      </pc:sldChg>
      <pc:sldChg chg="addSp delSp modSp mod">
        <pc:chgData name="한 수미" userId="3d091dd9cbd79fe5" providerId="LiveId" clId="{6F078DCE-51A6-4AE5-9485-023BBA4ED4CE}" dt="2021-08-18T05:31:38.873" v="1682" actId="207"/>
        <pc:sldMkLst>
          <pc:docMk/>
          <pc:sldMk cId="3639593852" sldId="271"/>
        </pc:sldMkLst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8" creationId="{2061B9CF-338B-4901-ADEC-C8FB16C11592}"/>
          </ac:spMkLst>
        </pc:spChg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9" creationId="{818A98EC-EB20-45A8-A248-936B50F836CA}"/>
          </ac:spMkLst>
        </pc:spChg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10" creationId="{8BF6AB37-0B7C-4CDB-8DE0-BD3241E8BA3F}"/>
          </ac:spMkLst>
        </pc:spChg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11" creationId="{C20A237D-DBCF-4D16-94EC-763115FF6907}"/>
          </ac:spMkLst>
        </pc:spChg>
        <pc:spChg chg="mod">
          <ac:chgData name="한 수미" userId="3d091dd9cbd79fe5" providerId="LiveId" clId="{6F078DCE-51A6-4AE5-9485-023BBA4ED4CE}" dt="2021-08-10T19:45:01.003" v="448" actId="208"/>
          <ac:spMkLst>
            <pc:docMk/>
            <pc:sldMk cId="3639593852" sldId="271"/>
            <ac:spMk id="13" creationId="{27BD6E24-DA25-43A1-A024-62451416A9D3}"/>
          </ac:spMkLst>
        </pc:spChg>
        <pc:spChg chg="mod">
          <ac:chgData name="한 수미" userId="3d091dd9cbd79fe5" providerId="LiveId" clId="{6F078DCE-51A6-4AE5-9485-023BBA4ED4CE}" dt="2021-08-10T19:45:19.962" v="452" actId="208"/>
          <ac:spMkLst>
            <pc:docMk/>
            <pc:sldMk cId="3639593852" sldId="271"/>
            <ac:spMk id="15" creationId="{E33A4C57-26C1-4B35-A9DC-749202295178}"/>
          </ac:spMkLst>
        </pc:spChg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16" creationId="{94E3846D-A8E7-4B0F-A0BC-69F570E43E56}"/>
          </ac:spMkLst>
        </pc:spChg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17" creationId="{F0541831-043E-43E3-92B9-4F9A8A1BBD6B}"/>
          </ac:spMkLst>
        </pc:spChg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18" creationId="{20D33F8B-698C-4B19-94B7-5A179040DEFA}"/>
          </ac:spMkLst>
        </pc:spChg>
        <pc:spChg chg="mod">
          <ac:chgData name="한 수미" userId="3d091dd9cbd79fe5" providerId="LiveId" clId="{6F078DCE-51A6-4AE5-9485-023BBA4ED4CE}" dt="2021-08-10T19:44:18.210" v="441" actId="207"/>
          <ac:spMkLst>
            <pc:docMk/>
            <pc:sldMk cId="3639593852" sldId="271"/>
            <ac:spMk id="19" creationId="{0C4C8414-FADC-4909-87B3-B824CACF9014}"/>
          </ac:spMkLst>
        </pc:spChg>
        <pc:spChg chg="mod">
          <ac:chgData name="한 수미" userId="3d091dd9cbd79fe5" providerId="LiveId" clId="{6F078DCE-51A6-4AE5-9485-023BBA4ED4CE}" dt="2021-08-18T05:31:19.782" v="1675" actId="207"/>
          <ac:spMkLst>
            <pc:docMk/>
            <pc:sldMk cId="3639593852" sldId="271"/>
            <ac:spMk id="21" creationId="{446E88E0-6F7F-423D-8B51-E6B05CCE0E38}"/>
          </ac:spMkLst>
        </pc:spChg>
        <pc:spChg chg="mod">
          <ac:chgData name="한 수미" userId="3d091dd9cbd79fe5" providerId="LiveId" clId="{6F078DCE-51A6-4AE5-9485-023BBA4ED4CE}" dt="2021-08-18T05:31:19.782" v="1675" actId="207"/>
          <ac:spMkLst>
            <pc:docMk/>
            <pc:sldMk cId="3639593852" sldId="271"/>
            <ac:spMk id="22" creationId="{61B9D5F8-0D5C-4A5A-95DA-48E5759AB366}"/>
          </ac:spMkLst>
        </pc:spChg>
        <pc:spChg chg="mod">
          <ac:chgData name="한 수미" userId="3d091dd9cbd79fe5" providerId="LiveId" clId="{6F078DCE-51A6-4AE5-9485-023BBA4ED4CE}" dt="2021-08-18T05:31:30.403" v="1679" actId="207"/>
          <ac:spMkLst>
            <pc:docMk/>
            <pc:sldMk cId="3639593852" sldId="271"/>
            <ac:spMk id="24" creationId="{090F6E4B-490B-4E50-80A2-7983291BBA65}"/>
          </ac:spMkLst>
        </pc:spChg>
        <pc:spChg chg="mod">
          <ac:chgData name="한 수미" userId="3d091dd9cbd79fe5" providerId="LiveId" clId="{6F078DCE-51A6-4AE5-9485-023BBA4ED4CE}" dt="2021-08-18T05:31:30.403" v="1679" actId="207"/>
          <ac:spMkLst>
            <pc:docMk/>
            <pc:sldMk cId="3639593852" sldId="271"/>
            <ac:spMk id="25" creationId="{0D750B60-42DC-4831-9737-CFEF88CD2FF0}"/>
          </ac:spMkLst>
        </pc:spChg>
        <pc:spChg chg="mod">
          <ac:chgData name="한 수미" userId="3d091dd9cbd79fe5" providerId="LiveId" clId="{6F078DCE-51A6-4AE5-9485-023BBA4ED4CE}" dt="2021-08-18T05:31:35.441" v="1681" actId="207"/>
          <ac:spMkLst>
            <pc:docMk/>
            <pc:sldMk cId="3639593852" sldId="271"/>
            <ac:spMk id="27" creationId="{8AF7D13D-36B7-45E4-9A96-6EB07BCAD413}"/>
          </ac:spMkLst>
        </pc:spChg>
        <pc:spChg chg="mod">
          <ac:chgData name="한 수미" userId="3d091dd9cbd79fe5" providerId="LiveId" clId="{6F078DCE-51A6-4AE5-9485-023BBA4ED4CE}" dt="2021-08-18T05:31:35.441" v="1681" actId="207"/>
          <ac:spMkLst>
            <pc:docMk/>
            <pc:sldMk cId="3639593852" sldId="271"/>
            <ac:spMk id="28" creationId="{B146090D-8C52-47E2-A89B-40D094E0C148}"/>
          </ac:spMkLst>
        </pc:spChg>
        <pc:spChg chg="mod">
          <ac:chgData name="한 수미" userId="3d091dd9cbd79fe5" providerId="LiveId" clId="{6F078DCE-51A6-4AE5-9485-023BBA4ED4CE}" dt="2021-08-18T05:31:38.873" v="1682" actId="207"/>
          <ac:spMkLst>
            <pc:docMk/>
            <pc:sldMk cId="3639593852" sldId="271"/>
            <ac:spMk id="30" creationId="{35D9B8C1-FAA5-4C87-BD63-F072D3084323}"/>
          </ac:spMkLst>
        </pc:spChg>
        <pc:spChg chg="mod">
          <ac:chgData name="한 수미" userId="3d091dd9cbd79fe5" providerId="LiveId" clId="{6F078DCE-51A6-4AE5-9485-023BBA4ED4CE}" dt="2021-08-18T05:31:38.873" v="1682" actId="207"/>
          <ac:spMkLst>
            <pc:docMk/>
            <pc:sldMk cId="3639593852" sldId="271"/>
            <ac:spMk id="31" creationId="{891C3CC4-F9F6-48A2-B4A2-E697A9307849}"/>
          </ac:spMkLst>
        </pc:spChg>
        <pc:spChg chg="mod">
          <ac:chgData name="한 수미" userId="3d091dd9cbd79fe5" providerId="LiveId" clId="{6F078DCE-51A6-4AE5-9485-023BBA4ED4CE}" dt="2021-08-18T05:31:23.169" v="1676" actId="207"/>
          <ac:spMkLst>
            <pc:docMk/>
            <pc:sldMk cId="3639593852" sldId="271"/>
            <ac:spMk id="32" creationId="{359173D8-1143-409E-A2C7-366945960492}"/>
          </ac:spMkLst>
        </pc:spChg>
        <pc:spChg chg="mod">
          <ac:chgData name="한 수미" userId="3d091dd9cbd79fe5" providerId="LiveId" clId="{6F078DCE-51A6-4AE5-9485-023BBA4ED4CE}" dt="2021-08-18T05:31:17.193" v="1674" actId="207"/>
          <ac:spMkLst>
            <pc:docMk/>
            <pc:sldMk cId="3639593852" sldId="271"/>
            <ac:spMk id="33" creationId="{7E7303C3-8D3A-49B4-9A2E-0483D40E9297}"/>
          </ac:spMkLst>
        </pc:spChg>
        <pc:spChg chg="mod">
          <ac:chgData name="한 수미" userId="3d091dd9cbd79fe5" providerId="LiveId" clId="{6F078DCE-51A6-4AE5-9485-023BBA4ED4CE}" dt="2021-08-18T05:30:40.969" v="1659" actId="207"/>
          <ac:spMkLst>
            <pc:docMk/>
            <pc:sldMk cId="3639593852" sldId="271"/>
            <ac:spMk id="34" creationId="{87B3DCE6-81AE-4E39-B4E3-B34220E3A4B7}"/>
          </ac:spMkLst>
        </pc:spChg>
        <pc:spChg chg="mod">
          <ac:chgData name="한 수미" userId="3d091dd9cbd79fe5" providerId="LiveId" clId="{6F078DCE-51A6-4AE5-9485-023BBA4ED4CE}" dt="2021-08-18T05:30:57.842" v="1666" actId="207"/>
          <ac:spMkLst>
            <pc:docMk/>
            <pc:sldMk cId="3639593852" sldId="271"/>
            <ac:spMk id="35" creationId="{22A00381-6F62-4948-A283-62AEC8A1F72F}"/>
          </ac:spMkLst>
        </pc:spChg>
        <pc:spChg chg="add mod">
          <ac:chgData name="한 수미" userId="3d091dd9cbd79fe5" providerId="LiveId" clId="{6F078DCE-51A6-4AE5-9485-023BBA4ED4CE}" dt="2021-08-11T10:20:17.854" v="641" actId="207"/>
          <ac:spMkLst>
            <pc:docMk/>
            <pc:sldMk cId="3639593852" sldId="271"/>
            <ac:spMk id="36" creationId="{AFFA1567-152C-49AC-B790-DD83F33CB5E5}"/>
          </ac:spMkLst>
        </pc:spChg>
        <pc:spChg chg="add mod">
          <ac:chgData name="한 수미" userId="3d091dd9cbd79fe5" providerId="LiveId" clId="{6F078DCE-51A6-4AE5-9485-023BBA4ED4CE}" dt="2021-08-11T10:20:14.171" v="640" actId="207"/>
          <ac:spMkLst>
            <pc:docMk/>
            <pc:sldMk cId="3639593852" sldId="271"/>
            <ac:spMk id="37" creationId="{EBDE107E-AE9C-4BF6-BA77-15C5088FB552}"/>
          </ac:spMkLst>
        </pc:spChg>
        <pc:spChg chg="add mod">
          <ac:chgData name="한 수미" userId="3d091dd9cbd79fe5" providerId="LiveId" clId="{6F078DCE-51A6-4AE5-9485-023BBA4ED4CE}" dt="2021-08-11T10:20:14.171" v="640" actId="207"/>
          <ac:spMkLst>
            <pc:docMk/>
            <pc:sldMk cId="3639593852" sldId="271"/>
            <ac:spMk id="38" creationId="{FB2FB1BA-ECDC-4761-9A1D-DF3DDC8F8407}"/>
          </ac:spMkLst>
        </pc:spChg>
        <pc:spChg chg="add mod">
          <ac:chgData name="한 수미" userId="3d091dd9cbd79fe5" providerId="LiveId" clId="{6F078DCE-51A6-4AE5-9485-023BBA4ED4CE}" dt="2021-08-18T05:30:25.614" v="1657"/>
          <ac:spMkLst>
            <pc:docMk/>
            <pc:sldMk cId="3639593852" sldId="271"/>
            <ac:spMk id="39" creationId="{972E7EA4-6DAD-441A-B370-EF89F5685CB7}"/>
          </ac:spMkLst>
        </pc:spChg>
        <pc:spChg chg="del">
          <ac:chgData name="한 수미" userId="3d091dd9cbd79fe5" providerId="LiveId" clId="{6F078DCE-51A6-4AE5-9485-023BBA4ED4CE}" dt="2021-08-10T19:39:30.445" v="388" actId="478"/>
          <ac:spMkLst>
            <pc:docMk/>
            <pc:sldMk cId="3639593852" sldId="271"/>
            <ac:spMk id="39" creationId="{E10499B4-7801-474E-9DAF-C71AD2026E5D}"/>
          </ac:spMkLst>
        </pc:spChg>
        <pc:spChg chg="del">
          <ac:chgData name="한 수미" userId="3d091dd9cbd79fe5" providerId="LiveId" clId="{6F078DCE-51A6-4AE5-9485-023BBA4ED4CE}" dt="2021-08-10T19:39:30.445" v="388" actId="478"/>
          <ac:spMkLst>
            <pc:docMk/>
            <pc:sldMk cId="3639593852" sldId="271"/>
            <ac:spMk id="40" creationId="{AED45AB9-1CD1-4846-AA13-9E36A6E2FAA6}"/>
          </ac:spMkLst>
        </pc:spChg>
        <pc:spChg chg="del">
          <ac:chgData name="한 수미" userId="3d091dd9cbd79fe5" providerId="LiveId" clId="{6F078DCE-51A6-4AE5-9485-023BBA4ED4CE}" dt="2021-08-10T19:39:30.445" v="388" actId="478"/>
          <ac:spMkLst>
            <pc:docMk/>
            <pc:sldMk cId="3639593852" sldId="271"/>
            <ac:spMk id="41" creationId="{73F7853D-081E-41E9-8BB9-526027067FE0}"/>
          </ac:spMkLst>
        </pc:spChg>
        <pc:spChg chg="del">
          <ac:chgData name="한 수미" userId="3d091dd9cbd79fe5" providerId="LiveId" clId="{6F078DCE-51A6-4AE5-9485-023BBA4ED4CE}" dt="2021-08-10T19:39:30.445" v="388" actId="478"/>
          <ac:spMkLst>
            <pc:docMk/>
            <pc:sldMk cId="3639593852" sldId="271"/>
            <ac:spMk id="42" creationId="{B2CA801B-DE53-49FC-B040-2ED9ADD56492}"/>
          </ac:spMkLst>
        </pc:spChg>
        <pc:spChg chg="add mod">
          <ac:chgData name="한 수미" userId="3d091dd9cbd79fe5" providerId="LiveId" clId="{6F078DCE-51A6-4AE5-9485-023BBA4ED4CE}" dt="2021-08-11T10:20:14.171" v="640" actId="207"/>
          <ac:spMkLst>
            <pc:docMk/>
            <pc:sldMk cId="3639593852" sldId="271"/>
            <ac:spMk id="43" creationId="{401DDDB6-FA24-42B7-ACFB-F137F0CD2280}"/>
          </ac:spMkLst>
        </pc:spChg>
        <pc:grpChg chg="mod">
          <ac:chgData name="한 수미" userId="3d091dd9cbd79fe5" providerId="LiveId" clId="{6F078DCE-51A6-4AE5-9485-023BBA4ED4CE}" dt="2021-08-18T05:31:19.782" v="1675" actId="207"/>
          <ac:grpSpMkLst>
            <pc:docMk/>
            <pc:sldMk cId="3639593852" sldId="271"/>
            <ac:grpSpMk id="20" creationId="{227E1DE4-14B4-4F1D-B47A-38CD3DB82AB1}"/>
          </ac:grpSpMkLst>
        </pc:grpChg>
        <pc:grpChg chg="mod">
          <ac:chgData name="한 수미" userId="3d091dd9cbd79fe5" providerId="LiveId" clId="{6F078DCE-51A6-4AE5-9485-023BBA4ED4CE}" dt="2021-08-18T05:31:30.403" v="1679" actId="207"/>
          <ac:grpSpMkLst>
            <pc:docMk/>
            <pc:sldMk cId="3639593852" sldId="271"/>
            <ac:grpSpMk id="23" creationId="{96A4CD42-4832-46EB-A099-DB8C0489C30F}"/>
          </ac:grpSpMkLst>
        </pc:grpChg>
        <pc:grpChg chg="mod">
          <ac:chgData name="한 수미" userId="3d091dd9cbd79fe5" providerId="LiveId" clId="{6F078DCE-51A6-4AE5-9485-023BBA4ED4CE}" dt="2021-08-18T05:31:35.441" v="1681" actId="207"/>
          <ac:grpSpMkLst>
            <pc:docMk/>
            <pc:sldMk cId="3639593852" sldId="271"/>
            <ac:grpSpMk id="26" creationId="{60B6ABB8-FE8D-41B7-946D-2F8093567060}"/>
          </ac:grpSpMkLst>
        </pc:grpChg>
        <pc:grpChg chg="mod">
          <ac:chgData name="한 수미" userId="3d091dd9cbd79fe5" providerId="LiveId" clId="{6F078DCE-51A6-4AE5-9485-023BBA4ED4CE}" dt="2021-08-18T05:31:38.873" v="1682" actId="207"/>
          <ac:grpSpMkLst>
            <pc:docMk/>
            <pc:sldMk cId="3639593852" sldId="271"/>
            <ac:grpSpMk id="29" creationId="{158B33AE-9676-452B-90AA-9694ED9CD7D7}"/>
          </ac:grpSpMkLst>
        </pc:grpChg>
      </pc:sldChg>
      <pc:sldChg chg="addSp delSp modSp mod">
        <pc:chgData name="한 수미" userId="3d091dd9cbd79fe5" providerId="LiveId" clId="{6F078DCE-51A6-4AE5-9485-023BBA4ED4CE}" dt="2021-08-18T05:31:46.355" v="1685"/>
        <pc:sldMkLst>
          <pc:docMk/>
          <pc:sldMk cId="2852089478" sldId="272"/>
        </pc:sldMkLst>
        <pc:spChg chg="mod">
          <ac:chgData name="한 수미" userId="3d091dd9cbd79fe5" providerId="LiveId" clId="{6F078DCE-51A6-4AE5-9485-023BBA4ED4CE}" dt="2021-08-11T10:19:32.126" v="635" actId="207"/>
          <ac:spMkLst>
            <pc:docMk/>
            <pc:sldMk cId="2852089478" sldId="272"/>
            <ac:spMk id="2" creationId="{F531B724-A4E3-4F89-BE82-4CFA016C877D}"/>
          </ac:spMkLst>
        </pc:spChg>
        <pc:spChg chg="del">
          <ac:chgData name="한 수미" userId="3d091dd9cbd79fe5" providerId="LiveId" clId="{6F078DCE-51A6-4AE5-9485-023BBA4ED4CE}" dt="2021-08-10T19:39:42.401" v="394" actId="478"/>
          <ac:spMkLst>
            <pc:docMk/>
            <pc:sldMk cId="2852089478" sldId="272"/>
            <ac:spMk id="4" creationId="{A99EDADE-9F00-4720-BD3A-2A2F25DDB804}"/>
          </ac:spMkLst>
        </pc:spChg>
        <pc:spChg chg="del">
          <ac:chgData name="한 수미" userId="3d091dd9cbd79fe5" providerId="LiveId" clId="{6F078DCE-51A6-4AE5-9485-023BBA4ED4CE}" dt="2021-08-10T19:39:42.401" v="394" actId="478"/>
          <ac:spMkLst>
            <pc:docMk/>
            <pc:sldMk cId="2852089478" sldId="272"/>
            <ac:spMk id="6" creationId="{9641F892-C84F-4AE3-8C11-21250464651C}"/>
          </ac:spMkLst>
        </pc:spChg>
        <pc:spChg chg="del">
          <ac:chgData name="한 수미" userId="3d091dd9cbd79fe5" providerId="LiveId" clId="{6F078DCE-51A6-4AE5-9485-023BBA4ED4CE}" dt="2021-08-10T19:39:42.401" v="394" actId="478"/>
          <ac:spMkLst>
            <pc:docMk/>
            <pc:sldMk cId="2852089478" sldId="272"/>
            <ac:spMk id="7" creationId="{11B8498E-7EC1-4BA7-B493-E8B662B0E7C8}"/>
          </ac:spMkLst>
        </pc:spChg>
        <pc:spChg chg="mod">
          <ac:chgData name="한 수미" userId="3d091dd9cbd79fe5" providerId="LiveId" clId="{6F078DCE-51A6-4AE5-9485-023BBA4ED4CE}" dt="2021-08-11T10:19:24.335" v="634" actId="207"/>
          <ac:spMkLst>
            <pc:docMk/>
            <pc:sldMk cId="2852089478" sldId="272"/>
            <ac:spMk id="8" creationId="{B476A2B7-DCC8-447B-90E6-3CD374E94F04}"/>
          </ac:spMkLst>
        </pc:spChg>
        <pc:spChg chg="mod">
          <ac:chgData name="한 수미" userId="3d091dd9cbd79fe5" providerId="LiveId" clId="{6F078DCE-51A6-4AE5-9485-023BBA4ED4CE}" dt="2021-08-11T10:19:16.521" v="633" actId="207"/>
          <ac:spMkLst>
            <pc:docMk/>
            <pc:sldMk cId="2852089478" sldId="272"/>
            <ac:spMk id="10" creationId="{CAB3E5ED-52DA-4604-8BD5-8DA257A77404}"/>
          </ac:spMkLst>
        </pc:spChg>
        <pc:spChg chg="mod">
          <ac:chgData name="한 수미" userId="3d091dd9cbd79fe5" providerId="LiveId" clId="{6F078DCE-51A6-4AE5-9485-023BBA4ED4CE}" dt="2021-08-10T19:43:25.279" v="431" actId="208"/>
          <ac:spMkLst>
            <pc:docMk/>
            <pc:sldMk cId="2852089478" sldId="272"/>
            <ac:spMk id="12" creationId="{2F3FC92C-D5F1-48EB-899A-8A535E42871D}"/>
          </ac:spMkLst>
        </pc:spChg>
        <pc:spChg chg="mod">
          <ac:chgData name="한 수미" userId="3d091dd9cbd79fe5" providerId="LiveId" clId="{6F078DCE-51A6-4AE5-9485-023BBA4ED4CE}" dt="2021-08-10T19:43:28.395" v="432" actId="208"/>
          <ac:spMkLst>
            <pc:docMk/>
            <pc:sldMk cId="2852089478" sldId="272"/>
            <ac:spMk id="15" creationId="{01AA2A74-F7E6-4836-A547-444B7E5B8357}"/>
          </ac:spMkLst>
        </pc:spChg>
        <pc:spChg chg="mod">
          <ac:chgData name="한 수미" userId="3d091dd9cbd79fe5" providerId="LiveId" clId="{6F078DCE-51A6-4AE5-9485-023BBA4ED4CE}" dt="2021-08-10T19:43:33.609" v="433" actId="208"/>
          <ac:spMkLst>
            <pc:docMk/>
            <pc:sldMk cId="2852089478" sldId="272"/>
            <ac:spMk id="16" creationId="{262BBDB1-EB63-4500-A3DF-762B966298FE}"/>
          </ac:spMkLst>
        </pc:spChg>
        <pc:spChg chg="add del mod">
          <ac:chgData name="한 수미" userId="3d091dd9cbd79fe5" providerId="LiveId" clId="{6F078DCE-51A6-4AE5-9485-023BBA4ED4CE}" dt="2021-08-11T10:20:32.665" v="643" actId="478"/>
          <ac:spMkLst>
            <pc:docMk/>
            <pc:sldMk cId="2852089478" sldId="272"/>
            <ac:spMk id="21" creationId="{1CA47C9F-E24D-41AC-851C-A6BAD7E2E4A1}"/>
          </ac:spMkLst>
        </pc:spChg>
        <pc:spChg chg="add mod">
          <ac:chgData name="한 수미" userId="3d091dd9cbd79fe5" providerId="LiveId" clId="{6F078DCE-51A6-4AE5-9485-023BBA4ED4CE}" dt="2021-08-18T05:31:46.355" v="1685"/>
          <ac:spMkLst>
            <pc:docMk/>
            <pc:sldMk cId="2852089478" sldId="272"/>
            <ac:spMk id="21" creationId="{DD73D4B7-1B42-4EEB-82E7-A66860586C4A}"/>
          </ac:spMkLst>
        </pc:spChg>
        <pc:spChg chg="add del mod">
          <ac:chgData name="한 수미" userId="3d091dd9cbd79fe5" providerId="LiveId" clId="{6F078DCE-51A6-4AE5-9485-023BBA4ED4CE}" dt="2021-08-11T10:20:32.665" v="643" actId="478"/>
          <ac:spMkLst>
            <pc:docMk/>
            <pc:sldMk cId="2852089478" sldId="272"/>
            <ac:spMk id="23" creationId="{242AD379-76E2-4792-8813-1EED9CC98611}"/>
          </ac:spMkLst>
        </pc:spChg>
        <pc:spChg chg="mod">
          <ac:chgData name="한 수미" userId="3d091dd9cbd79fe5" providerId="LiveId" clId="{6F078DCE-51A6-4AE5-9485-023BBA4ED4CE}" dt="2021-08-10T19:43:10.433" v="429" actId="207"/>
          <ac:spMkLst>
            <pc:docMk/>
            <pc:sldMk cId="2852089478" sldId="272"/>
            <ac:spMk id="27" creationId="{C2BDE52B-1125-4508-BA67-1380E525C81A}"/>
          </ac:spMkLst>
        </pc:spChg>
        <pc:spChg chg="mod">
          <ac:chgData name="한 수미" userId="3d091dd9cbd79fe5" providerId="LiveId" clId="{6F078DCE-51A6-4AE5-9485-023BBA4ED4CE}" dt="2021-08-10T19:43:10.433" v="429" actId="207"/>
          <ac:spMkLst>
            <pc:docMk/>
            <pc:sldMk cId="2852089478" sldId="272"/>
            <ac:spMk id="28" creationId="{7C55F006-F931-40DC-B007-35BAB00AB0F4}"/>
          </ac:spMkLst>
        </pc:spChg>
        <pc:spChg chg="mod">
          <ac:chgData name="한 수미" userId="3d091dd9cbd79fe5" providerId="LiveId" clId="{6F078DCE-51A6-4AE5-9485-023BBA4ED4CE}" dt="2021-08-10T19:43:10.433" v="429" actId="207"/>
          <ac:spMkLst>
            <pc:docMk/>
            <pc:sldMk cId="2852089478" sldId="272"/>
            <ac:spMk id="29" creationId="{59633D13-CFAF-40B1-A5B2-D9ED668E3C38}"/>
          </ac:spMkLst>
        </pc:spChg>
        <pc:spChg chg="add del mod">
          <ac:chgData name="한 수미" userId="3d091dd9cbd79fe5" providerId="LiveId" clId="{6F078DCE-51A6-4AE5-9485-023BBA4ED4CE}" dt="2021-08-11T10:20:32.665" v="643" actId="478"/>
          <ac:spMkLst>
            <pc:docMk/>
            <pc:sldMk cId="2852089478" sldId="272"/>
            <ac:spMk id="30" creationId="{8F1A0D8B-F8A3-4949-B09D-60DDF4C3FDD4}"/>
          </ac:spMkLst>
        </pc:spChg>
        <pc:spChg chg="add del mod">
          <ac:chgData name="한 수미" userId="3d091dd9cbd79fe5" providerId="LiveId" clId="{6F078DCE-51A6-4AE5-9485-023BBA4ED4CE}" dt="2021-08-11T10:20:32.665" v="643" actId="478"/>
          <ac:spMkLst>
            <pc:docMk/>
            <pc:sldMk cId="2852089478" sldId="272"/>
            <ac:spMk id="31" creationId="{95651E6E-1BC9-4E8A-947A-EA2DF9FA6F35}"/>
          </ac:spMkLst>
        </pc:spChg>
        <pc:spChg chg="add mod">
          <ac:chgData name="한 수미" userId="3d091dd9cbd79fe5" providerId="LiveId" clId="{6F078DCE-51A6-4AE5-9485-023BBA4ED4CE}" dt="2021-08-11T10:20:32.948" v="644"/>
          <ac:spMkLst>
            <pc:docMk/>
            <pc:sldMk cId="2852089478" sldId="272"/>
            <ac:spMk id="32" creationId="{D55F20E8-A324-40D1-A384-456A8C0A65CC}"/>
          </ac:spMkLst>
        </pc:spChg>
        <pc:spChg chg="add mod">
          <ac:chgData name="한 수미" userId="3d091dd9cbd79fe5" providerId="LiveId" clId="{6F078DCE-51A6-4AE5-9485-023BBA4ED4CE}" dt="2021-08-11T10:20:32.948" v="644"/>
          <ac:spMkLst>
            <pc:docMk/>
            <pc:sldMk cId="2852089478" sldId="272"/>
            <ac:spMk id="33" creationId="{B214C8EA-182F-41F0-B697-C3687B7F7D37}"/>
          </ac:spMkLst>
        </pc:spChg>
        <pc:spChg chg="add mod">
          <ac:chgData name="한 수미" userId="3d091dd9cbd79fe5" providerId="LiveId" clId="{6F078DCE-51A6-4AE5-9485-023BBA4ED4CE}" dt="2021-08-11T10:20:32.948" v="644"/>
          <ac:spMkLst>
            <pc:docMk/>
            <pc:sldMk cId="2852089478" sldId="272"/>
            <ac:spMk id="34" creationId="{5ECC2E4D-E2D8-4F41-9F01-FCFFD983720A}"/>
          </ac:spMkLst>
        </pc:spChg>
        <pc:spChg chg="add mod">
          <ac:chgData name="한 수미" userId="3d091dd9cbd79fe5" providerId="LiveId" clId="{6F078DCE-51A6-4AE5-9485-023BBA4ED4CE}" dt="2021-08-11T10:20:32.948" v="644"/>
          <ac:spMkLst>
            <pc:docMk/>
            <pc:sldMk cId="2852089478" sldId="272"/>
            <ac:spMk id="35" creationId="{A5EFAF15-D716-493B-B52B-AEB17CA8760D}"/>
          </ac:spMkLst>
        </pc:spChg>
        <pc:spChg chg="del">
          <ac:chgData name="한 수미" userId="3d091dd9cbd79fe5" providerId="LiveId" clId="{6F078DCE-51A6-4AE5-9485-023BBA4ED4CE}" dt="2021-08-10T19:39:42.401" v="394" actId="478"/>
          <ac:spMkLst>
            <pc:docMk/>
            <pc:sldMk cId="2852089478" sldId="272"/>
            <ac:spMk id="50" creationId="{E23F80D3-82BE-4E2D-B713-49AC1A1E58B3}"/>
          </ac:spMkLst>
        </pc:spChg>
        <pc:cxnChg chg="mod">
          <ac:chgData name="한 수미" userId="3d091dd9cbd79fe5" providerId="LiveId" clId="{6F078DCE-51A6-4AE5-9485-023BBA4ED4CE}" dt="2021-08-10T19:43:19.675" v="430" actId="208"/>
          <ac:cxnSpMkLst>
            <pc:docMk/>
            <pc:sldMk cId="2852089478" sldId="272"/>
            <ac:cxnSpMk id="11" creationId="{50498D4A-A483-4488-AEE0-5CDDBDAD36E0}"/>
          </ac:cxnSpMkLst>
        </pc:cxnChg>
        <pc:cxnChg chg="mod">
          <ac:chgData name="한 수미" userId="3d091dd9cbd79fe5" providerId="LiveId" clId="{6F078DCE-51A6-4AE5-9485-023BBA4ED4CE}" dt="2021-08-10T19:43:19.675" v="430" actId="208"/>
          <ac:cxnSpMkLst>
            <pc:docMk/>
            <pc:sldMk cId="2852089478" sldId="272"/>
            <ac:cxnSpMk id="18" creationId="{66D7A98D-D379-4A9A-A72D-E40C67071C46}"/>
          </ac:cxnSpMkLst>
        </pc:cxnChg>
        <pc:cxnChg chg="mod">
          <ac:chgData name="한 수미" userId="3d091dd9cbd79fe5" providerId="LiveId" clId="{6F078DCE-51A6-4AE5-9485-023BBA4ED4CE}" dt="2021-08-10T19:43:19.675" v="430" actId="208"/>
          <ac:cxnSpMkLst>
            <pc:docMk/>
            <pc:sldMk cId="2852089478" sldId="272"/>
            <ac:cxnSpMk id="22" creationId="{CC8075CB-E971-425D-9430-A01470FB6D1B}"/>
          </ac:cxnSpMkLst>
        </pc:cxnChg>
      </pc:sldChg>
      <pc:sldChg chg="addSp modSp mod">
        <pc:chgData name="한 수미" userId="3d091dd9cbd79fe5" providerId="LiveId" clId="{6F078DCE-51A6-4AE5-9485-023BBA4ED4CE}" dt="2021-08-18T05:30:20.762" v="1656"/>
        <pc:sldMkLst>
          <pc:docMk/>
          <pc:sldMk cId="3830886752" sldId="273"/>
        </pc:sldMkLst>
        <pc:spChg chg="add mod">
          <ac:chgData name="한 수미" userId="3d091dd9cbd79fe5" providerId="LiveId" clId="{6F078DCE-51A6-4AE5-9485-023BBA4ED4CE}" dt="2021-08-18T05:30:20.762" v="1656"/>
          <ac:spMkLst>
            <pc:docMk/>
            <pc:sldMk cId="3830886752" sldId="273"/>
            <ac:spMk id="6" creationId="{01DA746B-630F-4598-84F8-DE55D75A6C0F}"/>
          </ac:spMkLst>
        </pc:spChg>
        <pc:spChg chg="mod">
          <ac:chgData name="한 수미" userId="3d091dd9cbd79fe5" providerId="LiveId" clId="{6F078DCE-51A6-4AE5-9485-023BBA4ED4CE}" dt="2021-08-11T10:20:07.996" v="639" actId="207"/>
          <ac:spMkLst>
            <pc:docMk/>
            <pc:sldMk cId="3830886752" sldId="273"/>
            <ac:spMk id="35" creationId="{73F4E395-D679-4EF5-A6D3-80FA4BB274C5}"/>
          </ac:spMkLst>
        </pc:spChg>
        <pc:spChg chg="mod">
          <ac:chgData name="한 수미" userId="3d091dd9cbd79fe5" providerId="LiveId" clId="{6F078DCE-51A6-4AE5-9485-023BBA4ED4CE}" dt="2021-08-11T10:20:07.996" v="639" actId="207"/>
          <ac:spMkLst>
            <pc:docMk/>
            <pc:sldMk cId="3830886752" sldId="273"/>
            <ac:spMk id="37" creationId="{5721DE91-787C-4781-8148-FFF50B50A33D}"/>
          </ac:spMkLst>
        </pc:spChg>
        <pc:spChg chg="mod">
          <ac:chgData name="한 수미" userId="3d091dd9cbd79fe5" providerId="LiveId" clId="{6F078DCE-51A6-4AE5-9485-023BBA4ED4CE}" dt="2021-08-11T10:20:07.996" v="639" actId="207"/>
          <ac:spMkLst>
            <pc:docMk/>
            <pc:sldMk cId="3830886752" sldId="273"/>
            <ac:spMk id="38" creationId="{67D5AE84-FEE6-4298-B99B-C2AD5BC2C124}"/>
          </ac:spMkLst>
        </pc:spChg>
        <pc:cxnChg chg="mod">
          <ac:chgData name="한 수미" userId="3d091dd9cbd79fe5" providerId="LiveId" clId="{6F078DCE-51A6-4AE5-9485-023BBA4ED4CE}" dt="2021-08-10T19:45:33.017" v="455" actId="208"/>
          <ac:cxnSpMkLst>
            <pc:docMk/>
            <pc:sldMk cId="3830886752" sldId="273"/>
            <ac:cxnSpMk id="9" creationId="{D487351E-E9E3-4CA5-9F9A-68211728F757}"/>
          </ac:cxnSpMkLst>
        </pc:cxnChg>
      </pc:sldChg>
      <pc:sldChg chg="addSp modSp mod">
        <pc:chgData name="한 수미" userId="3d091dd9cbd79fe5" providerId="LiveId" clId="{6F078DCE-51A6-4AE5-9485-023BBA4ED4CE}" dt="2021-08-18T05:30:12.640" v="1652"/>
        <pc:sldMkLst>
          <pc:docMk/>
          <pc:sldMk cId="2113811223" sldId="274"/>
        </pc:sldMkLst>
        <pc:spChg chg="mod">
          <ac:chgData name="한 수미" userId="3d091dd9cbd79fe5" providerId="LiveId" clId="{6F078DCE-51A6-4AE5-9485-023BBA4ED4CE}" dt="2021-08-11T10:06:41.570" v="481" actId="207"/>
          <ac:spMkLst>
            <pc:docMk/>
            <pc:sldMk cId="2113811223" sldId="274"/>
            <ac:spMk id="4" creationId="{A99EDADE-9F00-4720-BD3A-2A2F25DDB804}"/>
          </ac:spMkLst>
        </pc:spChg>
        <pc:spChg chg="mod">
          <ac:chgData name="한 수미" userId="3d091dd9cbd79fe5" providerId="LiveId" clId="{6F078DCE-51A6-4AE5-9485-023BBA4ED4CE}" dt="2021-08-11T10:06:38.770" v="480" actId="207"/>
          <ac:spMkLst>
            <pc:docMk/>
            <pc:sldMk cId="2113811223" sldId="274"/>
            <ac:spMk id="6" creationId="{9641F892-C84F-4AE3-8C11-21250464651C}"/>
          </ac:spMkLst>
        </pc:spChg>
        <pc:spChg chg="mod">
          <ac:chgData name="한 수미" userId="3d091dd9cbd79fe5" providerId="LiveId" clId="{6F078DCE-51A6-4AE5-9485-023BBA4ED4CE}" dt="2021-08-11T10:06:38.770" v="480" actId="207"/>
          <ac:spMkLst>
            <pc:docMk/>
            <pc:sldMk cId="2113811223" sldId="274"/>
            <ac:spMk id="7" creationId="{11B8498E-7EC1-4BA7-B493-E8B662B0E7C8}"/>
          </ac:spMkLst>
        </pc:spChg>
        <pc:spChg chg="add mod">
          <ac:chgData name="한 수미" userId="3d091dd9cbd79fe5" providerId="LiveId" clId="{6F078DCE-51A6-4AE5-9485-023BBA4ED4CE}" dt="2021-08-18T05:30:12.640" v="1652"/>
          <ac:spMkLst>
            <pc:docMk/>
            <pc:sldMk cId="2113811223" sldId="274"/>
            <ac:spMk id="8" creationId="{183DAC21-CA7B-4E7B-8C3C-C42D35BB72CF}"/>
          </ac:spMkLst>
        </pc:spChg>
        <pc:spChg chg="mod">
          <ac:chgData name="한 수미" userId="3d091dd9cbd79fe5" providerId="LiveId" clId="{6F078DCE-51A6-4AE5-9485-023BBA4ED4CE}" dt="2021-08-11T10:06:38.770" v="480" actId="207"/>
          <ac:spMkLst>
            <pc:docMk/>
            <pc:sldMk cId="2113811223" sldId="274"/>
            <ac:spMk id="50" creationId="{E23F80D3-82BE-4E2D-B713-49AC1A1E58B3}"/>
          </ac:spMkLst>
        </pc:spChg>
        <pc:graphicFrameChg chg="mod">
          <ac:chgData name="한 수미" userId="3d091dd9cbd79fe5" providerId="LiveId" clId="{6F078DCE-51A6-4AE5-9485-023BBA4ED4CE}" dt="2021-08-13T06:14:21.100" v="726" actId="1076"/>
          <ac:graphicFrameMkLst>
            <pc:docMk/>
            <pc:sldMk cId="2113811223" sldId="274"/>
            <ac:graphicFrameMk id="9" creationId="{471DA236-DD50-4E43-A60F-9790A1CCD483}"/>
          </ac:graphicFrameMkLst>
        </pc:graphicFrameChg>
      </pc:sldChg>
      <pc:sldChg chg="addSp modSp mod">
        <pc:chgData name="한 수미" userId="3d091dd9cbd79fe5" providerId="LiveId" clId="{6F078DCE-51A6-4AE5-9485-023BBA4ED4CE}" dt="2021-08-18T05:31:48.728" v="1686"/>
        <pc:sldMkLst>
          <pc:docMk/>
          <pc:sldMk cId="3044487733" sldId="275"/>
        </pc:sldMkLst>
        <pc:spChg chg="add mod">
          <ac:chgData name="한 수미" userId="3d091dd9cbd79fe5" providerId="LiveId" clId="{6F078DCE-51A6-4AE5-9485-023BBA4ED4CE}" dt="2021-08-18T05:31:48.728" v="1686"/>
          <ac:spMkLst>
            <pc:docMk/>
            <pc:sldMk cId="3044487733" sldId="275"/>
            <ac:spMk id="6" creationId="{ED579961-D618-4AF6-9EC4-F5C15CD0557B}"/>
          </ac:spMkLst>
        </pc:spChg>
        <pc:spChg chg="mod">
          <ac:chgData name="한 수미" userId="3d091dd9cbd79fe5" providerId="LiveId" clId="{6F078DCE-51A6-4AE5-9485-023BBA4ED4CE}" dt="2021-08-11T10:20:28.639" v="642" actId="207"/>
          <ac:spMkLst>
            <pc:docMk/>
            <pc:sldMk cId="3044487733" sldId="275"/>
            <ac:spMk id="35" creationId="{73F4E395-D679-4EF5-A6D3-80FA4BB274C5}"/>
          </ac:spMkLst>
        </pc:spChg>
        <pc:spChg chg="mod">
          <ac:chgData name="한 수미" userId="3d091dd9cbd79fe5" providerId="LiveId" clId="{6F078DCE-51A6-4AE5-9485-023BBA4ED4CE}" dt="2021-08-11T10:20:28.639" v="642" actId="207"/>
          <ac:spMkLst>
            <pc:docMk/>
            <pc:sldMk cId="3044487733" sldId="275"/>
            <ac:spMk id="37" creationId="{5721DE91-787C-4781-8148-FFF50B50A33D}"/>
          </ac:spMkLst>
        </pc:spChg>
        <pc:spChg chg="mod">
          <ac:chgData name="한 수미" userId="3d091dd9cbd79fe5" providerId="LiveId" clId="{6F078DCE-51A6-4AE5-9485-023BBA4ED4CE}" dt="2021-08-11T10:20:28.639" v="642" actId="207"/>
          <ac:spMkLst>
            <pc:docMk/>
            <pc:sldMk cId="3044487733" sldId="275"/>
            <ac:spMk id="38" creationId="{67D5AE84-FEE6-4298-B99B-C2AD5BC2C124}"/>
          </ac:spMkLst>
        </pc:spChg>
        <pc:cxnChg chg="mod">
          <ac:chgData name="한 수미" userId="3d091dd9cbd79fe5" providerId="LiveId" clId="{6F078DCE-51A6-4AE5-9485-023BBA4ED4CE}" dt="2021-08-10T19:43:46.870" v="435" actId="208"/>
          <ac:cxnSpMkLst>
            <pc:docMk/>
            <pc:sldMk cId="3044487733" sldId="275"/>
            <ac:cxnSpMk id="9" creationId="{D487351E-E9E3-4CA5-9F9A-68211728F757}"/>
          </ac:cxnSpMkLst>
        </pc:cxnChg>
      </pc:sldChg>
      <pc:sldChg chg="addSp delSp modSp mod">
        <pc:chgData name="한 수미" userId="3d091dd9cbd79fe5" providerId="LiveId" clId="{6F078DCE-51A6-4AE5-9485-023BBA4ED4CE}" dt="2021-08-18T05:31:49.611" v="1687"/>
        <pc:sldMkLst>
          <pc:docMk/>
          <pc:sldMk cId="1684287080" sldId="276"/>
        </pc:sldMkLst>
        <pc:spChg chg="mod">
          <ac:chgData name="한 수미" userId="3d091dd9cbd79fe5" providerId="LiveId" clId="{6F078DCE-51A6-4AE5-9485-023BBA4ED4CE}" dt="2021-08-10T19:42:22.209" v="422" actId="208"/>
          <ac:spMkLst>
            <pc:docMk/>
            <pc:sldMk cId="1684287080" sldId="276"/>
            <ac:spMk id="3" creationId="{AAE79FE7-A59D-42C7-B69C-78C0E76AF3E2}"/>
          </ac:spMkLst>
        </pc:spChg>
        <pc:spChg chg="del">
          <ac:chgData name="한 수미" userId="3d091dd9cbd79fe5" providerId="LiveId" clId="{6F078DCE-51A6-4AE5-9485-023BBA4ED4CE}" dt="2021-08-10T19:39:48.159" v="396" actId="478"/>
          <ac:spMkLst>
            <pc:docMk/>
            <pc:sldMk cId="1684287080" sldId="276"/>
            <ac:spMk id="4" creationId="{A99EDADE-9F00-4720-BD3A-2A2F25DDB804}"/>
          </ac:spMkLst>
        </pc:spChg>
        <pc:spChg chg="del">
          <ac:chgData name="한 수미" userId="3d091dd9cbd79fe5" providerId="LiveId" clId="{6F078DCE-51A6-4AE5-9485-023BBA4ED4CE}" dt="2021-08-10T19:39:48.159" v="396" actId="478"/>
          <ac:spMkLst>
            <pc:docMk/>
            <pc:sldMk cId="1684287080" sldId="276"/>
            <ac:spMk id="6" creationId="{9641F892-C84F-4AE3-8C11-21250464651C}"/>
          </ac:spMkLst>
        </pc:spChg>
        <pc:spChg chg="del">
          <ac:chgData name="한 수미" userId="3d091dd9cbd79fe5" providerId="LiveId" clId="{6F078DCE-51A6-4AE5-9485-023BBA4ED4CE}" dt="2021-08-10T19:39:48.159" v="396" actId="478"/>
          <ac:spMkLst>
            <pc:docMk/>
            <pc:sldMk cId="1684287080" sldId="276"/>
            <ac:spMk id="7" creationId="{11B8498E-7EC1-4BA7-B493-E8B662B0E7C8}"/>
          </ac:spMkLst>
        </pc:spChg>
        <pc:spChg chg="add mod">
          <ac:chgData name="한 수미" userId="3d091dd9cbd79fe5" providerId="LiveId" clId="{6F078DCE-51A6-4AE5-9485-023BBA4ED4CE}" dt="2021-08-10T19:39:48.366" v="397"/>
          <ac:spMkLst>
            <pc:docMk/>
            <pc:sldMk cId="1684287080" sldId="276"/>
            <ac:spMk id="20" creationId="{10284438-9242-4281-BBF4-D4BAB205203D}"/>
          </ac:spMkLst>
        </pc:spChg>
        <pc:spChg chg="add mod">
          <ac:chgData name="한 수미" userId="3d091dd9cbd79fe5" providerId="LiveId" clId="{6F078DCE-51A6-4AE5-9485-023BBA4ED4CE}" dt="2021-08-10T19:39:48.366" v="397"/>
          <ac:spMkLst>
            <pc:docMk/>
            <pc:sldMk cId="1684287080" sldId="276"/>
            <ac:spMk id="22" creationId="{CFD601DF-D511-4110-BEC4-4A3FB6F4C2A0}"/>
          </ac:spMkLst>
        </pc:spChg>
        <pc:spChg chg="mod">
          <ac:chgData name="한 수미" userId="3d091dd9cbd79fe5" providerId="LiveId" clId="{6F078DCE-51A6-4AE5-9485-023BBA4ED4CE}" dt="2021-08-10T19:42:22.209" v="422" actId="208"/>
          <ac:spMkLst>
            <pc:docMk/>
            <pc:sldMk cId="1684287080" sldId="276"/>
            <ac:spMk id="23" creationId="{F45332CB-5195-4A99-847B-47899AB9C44E}"/>
          </ac:spMkLst>
        </pc:spChg>
        <pc:spChg chg="add mod">
          <ac:chgData name="한 수미" userId="3d091dd9cbd79fe5" providerId="LiveId" clId="{6F078DCE-51A6-4AE5-9485-023BBA4ED4CE}" dt="2021-08-10T19:39:48.366" v="397"/>
          <ac:spMkLst>
            <pc:docMk/>
            <pc:sldMk cId="1684287080" sldId="276"/>
            <ac:spMk id="24" creationId="{C629F683-1946-481C-A57C-25D8B664087A}"/>
          </ac:spMkLst>
        </pc:spChg>
        <pc:spChg chg="add mod">
          <ac:chgData name="한 수미" userId="3d091dd9cbd79fe5" providerId="LiveId" clId="{6F078DCE-51A6-4AE5-9485-023BBA4ED4CE}" dt="2021-08-10T19:39:48.366" v="397"/>
          <ac:spMkLst>
            <pc:docMk/>
            <pc:sldMk cId="1684287080" sldId="276"/>
            <ac:spMk id="25" creationId="{18139844-68FD-470D-882B-3AAF78B0DBE3}"/>
          </ac:spMkLst>
        </pc:spChg>
        <pc:spChg chg="add mod">
          <ac:chgData name="한 수미" userId="3d091dd9cbd79fe5" providerId="LiveId" clId="{6F078DCE-51A6-4AE5-9485-023BBA4ED4CE}" dt="2021-08-18T05:31:49.611" v="1687"/>
          <ac:spMkLst>
            <pc:docMk/>
            <pc:sldMk cId="1684287080" sldId="276"/>
            <ac:spMk id="26" creationId="{9703DE86-21E5-4FDA-A5DF-ADFAA7F34AF1}"/>
          </ac:spMkLst>
        </pc:spChg>
        <pc:spChg chg="mod">
          <ac:chgData name="한 수미" userId="3d091dd9cbd79fe5" providerId="LiveId" clId="{6F078DCE-51A6-4AE5-9485-023BBA4ED4CE}" dt="2021-08-10T19:42:30.833" v="423" actId="207"/>
          <ac:spMkLst>
            <pc:docMk/>
            <pc:sldMk cId="1684287080" sldId="276"/>
            <ac:spMk id="30" creationId="{90E0EB83-6B74-43F1-9EDB-E261362606BC}"/>
          </ac:spMkLst>
        </pc:spChg>
        <pc:spChg chg="mod">
          <ac:chgData name="한 수미" userId="3d091dd9cbd79fe5" providerId="LiveId" clId="{6F078DCE-51A6-4AE5-9485-023BBA4ED4CE}" dt="2021-08-10T19:41:04.683" v="416" actId="207"/>
          <ac:spMkLst>
            <pc:docMk/>
            <pc:sldMk cId="1684287080" sldId="276"/>
            <ac:spMk id="35" creationId="{B61D3C56-4845-40E9-A545-3B435149A633}"/>
          </ac:spMkLst>
        </pc:spChg>
        <pc:spChg chg="mod">
          <ac:chgData name="한 수미" userId="3d091dd9cbd79fe5" providerId="LiveId" clId="{6F078DCE-51A6-4AE5-9485-023BBA4ED4CE}" dt="2021-08-10T19:41:04.683" v="416" actId="207"/>
          <ac:spMkLst>
            <pc:docMk/>
            <pc:sldMk cId="1684287080" sldId="276"/>
            <ac:spMk id="36" creationId="{00758E40-FBE8-4099-914D-31C14DD0712B}"/>
          </ac:spMkLst>
        </pc:spChg>
        <pc:spChg chg="mod">
          <ac:chgData name="한 수미" userId="3d091dd9cbd79fe5" providerId="LiveId" clId="{6F078DCE-51A6-4AE5-9485-023BBA4ED4CE}" dt="2021-08-10T19:41:04.683" v="416" actId="207"/>
          <ac:spMkLst>
            <pc:docMk/>
            <pc:sldMk cId="1684287080" sldId="276"/>
            <ac:spMk id="37" creationId="{32FFE6B3-833B-4089-BC08-90F9760B2345}"/>
          </ac:spMkLst>
        </pc:spChg>
        <pc:spChg chg="mod">
          <ac:chgData name="한 수미" userId="3d091dd9cbd79fe5" providerId="LiveId" clId="{6F078DCE-51A6-4AE5-9485-023BBA4ED4CE}" dt="2021-08-10T19:41:04.683" v="416" actId="207"/>
          <ac:spMkLst>
            <pc:docMk/>
            <pc:sldMk cId="1684287080" sldId="276"/>
            <ac:spMk id="38" creationId="{D5BF76BF-45F8-4DC4-B761-BF32064DD8EA}"/>
          </ac:spMkLst>
        </pc:spChg>
        <pc:spChg chg="mod">
          <ac:chgData name="한 수미" userId="3d091dd9cbd79fe5" providerId="LiveId" clId="{6F078DCE-51A6-4AE5-9485-023BBA4ED4CE}" dt="2021-08-10T19:41:04.683" v="416" actId="207"/>
          <ac:spMkLst>
            <pc:docMk/>
            <pc:sldMk cId="1684287080" sldId="276"/>
            <ac:spMk id="39" creationId="{6DC08653-B7D6-491D-852A-D239914D5CD2}"/>
          </ac:spMkLst>
        </pc:spChg>
        <pc:spChg chg="mod">
          <ac:chgData name="한 수미" userId="3d091dd9cbd79fe5" providerId="LiveId" clId="{6F078DCE-51A6-4AE5-9485-023BBA4ED4CE}" dt="2021-08-10T19:41:04.683" v="416" actId="207"/>
          <ac:spMkLst>
            <pc:docMk/>
            <pc:sldMk cId="1684287080" sldId="276"/>
            <ac:spMk id="40" creationId="{9324A57F-733A-4B1C-BD41-738A7CEBE48A}"/>
          </ac:spMkLst>
        </pc:spChg>
        <pc:spChg chg="del">
          <ac:chgData name="한 수미" userId="3d091dd9cbd79fe5" providerId="LiveId" clId="{6F078DCE-51A6-4AE5-9485-023BBA4ED4CE}" dt="2021-08-10T19:39:48.159" v="396" actId="478"/>
          <ac:spMkLst>
            <pc:docMk/>
            <pc:sldMk cId="1684287080" sldId="276"/>
            <ac:spMk id="50" creationId="{E23F80D3-82BE-4E2D-B713-49AC1A1E58B3}"/>
          </ac:spMkLst>
        </pc:spChg>
        <pc:cxnChg chg="mod">
          <ac:chgData name="한 수미" userId="3d091dd9cbd79fe5" providerId="LiveId" clId="{6F078DCE-51A6-4AE5-9485-023BBA4ED4CE}" dt="2021-08-10T19:41:14.492" v="417" actId="208"/>
          <ac:cxnSpMkLst>
            <pc:docMk/>
            <pc:sldMk cId="1684287080" sldId="276"/>
            <ac:cxnSpMk id="9" creationId="{D5FCEC5F-6C8C-43C1-9796-6FCFEFFC1B2D}"/>
          </ac:cxnSpMkLst>
        </pc:cxnChg>
        <pc:cxnChg chg="mod">
          <ac:chgData name="한 수미" userId="3d091dd9cbd79fe5" providerId="LiveId" clId="{6F078DCE-51A6-4AE5-9485-023BBA4ED4CE}" dt="2021-08-10T19:41:14.492" v="417" actId="208"/>
          <ac:cxnSpMkLst>
            <pc:docMk/>
            <pc:sldMk cId="1684287080" sldId="276"/>
            <ac:cxnSpMk id="31" creationId="{F65519C3-8BFA-4913-8C9B-0EA7132308EE}"/>
          </ac:cxnSpMkLst>
        </pc:cxnChg>
      </pc:sldChg>
      <pc:sldChg chg="addSp delSp modSp mod setBg">
        <pc:chgData name="한 수미" userId="3d091dd9cbd79fe5" providerId="LiveId" clId="{6F078DCE-51A6-4AE5-9485-023BBA4ED4CE}" dt="2021-08-18T05:31:50.926" v="1688"/>
        <pc:sldMkLst>
          <pc:docMk/>
          <pc:sldMk cId="171334212" sldId="277"/>
        </pc:sldMkLst>
        <pc:spChg chg="del">
          <ac:chgData name="한 수미" userId="3d091dd9cbd79fe5" providerId="LiveId" clId="{6F078DCE-51A6-4AE5-9485-023BBA4ED4CE}" dt="2021-08-10T19:39:54.691" v="398" actId="478"/>
          <ac:spMkLst>
            <pc:docMk/>
            <pc:sldMk cId="171334212" sldId="277"/>
            <ac:spMk id="4" creationId="{A99EDADE-9F00-4720-BD3A-2A2F25DDB804}"/>
          </ac:spMkLst>
        </pc:spChg>
        <pc:spChg chg="del">
          <ac:chgData name="한 수미" userId="3d091dd9cbd79fe5" providerId="LiveId" clId="{6F078DCE-51A6-4AE5-9485-023BBA4ED4CE}" dt="2021-08-10T19:39:54.691" v="398" actId="478"/>
          <ac:spMkLst>
            <pc:docMk/>
            <pc:sldMk cId="171334212" sldId="277"/>
            <ac:spMk id="6" creationId="{9641F892-C84F-4AE3-8C11-21250464651C}"/>
          </ac:spMkLst>
        </pc:spChg>
        <pc:spChg chg="del">
          <ac:chgData name="한 수미" userId="3d091dd9cbd79fe5" providerId="LiveId" clId="{6F078DCE-51A6-4AE5-9485-023BBA4ED4CE}" dt="2021-08-10T19:39:54.691" v="398" actId="478"/>
          <ac:spMkLst>
            <pc:docMk/>
            <pc:sldMk cId="171334212" sldId="277"/>
            <ac:spMk id="7" creationId="{11B8498E-7EC1-4BA7-B493-E8B662B0E7C8}"/>
          </ac:spMkLst>
        </pc:spChg>
        <pc:spChg chg="add del mod">
          <ac:chgData name="한 수미" userId="3d091dd9cbd79fe5" providerId="LiveId" clId="{6F078DCE-51A6-4AE5-9485-023BBA4ED4CE}" dt="2021-08-11T10:20:37.267" v="645" actId="478"/>
          <ac:spMkLst>
            <pc:docMk/>
            <pc:sldMk cId="171334212" sldId="277"/>
            <ac:spMk id="12" creationId="{0E22138D-D875-430D-887F-9C59F2FDFC39}"/>
          </ac:spMkLst>
        </pc:spChg>
        <pc:spChg chg="add mod">
          <ac:chgData name="한 수미" userId="3d091dd9cbd79fe5" providerId="LiveId" clId="{6F078DCE-51A6-4AE5-9485-023BBA4ED4CE}" dt="2021-08-18T05:31:50.926" v="1688"/>
          <ac:spMkLst>
            <pc:docMk/>
            <pc:sldMk cId="171334212" sldId="277"/>
            <ac:spMk id="12" creationId="{1E7C10F2-4414-41C1-ABF2-05D0C70FC939}"/>
          </ac:spMkLst>
        </pc:spChg>
        <pc:spChg chg="add del mod">
          <ac:chgData name="한 수미" userId="3d091dd9cbd79fe5" providerId="LiveId" clId="{6F078DCE-51A6-4AE5-9485-023BBA4ED4CE}" dt="2021-08-11T10:20:37.267" v="645" actId="478"/>
          <ac:spMkLst>
            <pc:docMk/>
            <pc:sldMk cId="171334212" sldId="277"/>
            <ac:spMk id="13" creationId="{8DD6698D-D6DF-4F02-990F-D6EC6CE14CBB}"/>
          </ac:spMkLst>
        </pc:spChg>
        <pc:spChg chg="add del mod">
          <ac:chgData name="한 수미" userId="3d091dd9cbd79fe5" providerId="LiveId" clId="{6F078DCE-51A6-4AE5-9485-023BBA4ED4CE}" dt="2021-08-11T10:20:37.267" v="645" actId="478"/>
          <ac:spMkLst>
            <pc:docMk/>
            <pc:sldMk cId="171334212" sldId="277"/>
            <ac:spMk id="14" creationId="{D4775290-2F9B-4A5E-8297-6010EFC6C7FC}"/>
          </ac:spMkLst>
        </pc:spChg>
        <pc:spChg chg="add del mod">
          <ac:chgData name="한 수미" userId="3d091dd9cbd79fe5" providerId="LiveId" clId="{6F078DCE-51A6-4AE5-9485-023BBA4ED4CE}" dt="2021-08-11T10:20:37.267" v="645" actId="478"/>
          <ac:spMkLst>
            <pc:docMk/>
            <pc:sldMk cId="171334212" sldId="277"/>
            <ac:spMk id="15" creationId="{95C91554-6D73-49EA-A64E-DB6B674A286D}"/>
          </ac:spMkLst>
        </pc:spChg>
        <pc:spChg chg="add mod">
          <ac:chgData name="한 수미" userId="3d091dd9cbd79fe5" providerId="LiveId" clId="{6F078DCE-51A6-4AE5-9485-023BBA4ED4CE}" dt="2021-08-11T10:20:37.452" v="646"/>
          <ac:spMkLst>
            <pc:docMk/>
            <pc:sldMk cId="171334212" sldId="277"/>
            <ac:spMk id="16" creationId="{1A90ED92-8177-4800-A68B-597234CF00D1}"/>
          </ac:spMkLst>
        </pc:spChg>
        <pc:spChg chg="add mod">
          <ac:chgData name="한 수미" userId="3d091dd9cbd79fe5" providerId="LiveId" clId="{6F078DCE-51A6-4AE5-9485-023BBA4ED4CE}" dt="2021-08-11T10:20:37.452" v="646"/>
          <ac:spMkLst>
            <pc:docMk/>
            <pc:sldMk cId="171334212" sldId="277"/>
            <ac:spMk id="17" creationId="{479B93D1-6D88-4A51-8FFB-5DAE3EB38E76}"/>
          </ac:spMkLst>
        </pc:spChg>
        <pc:spChg chg="add mod">
          <ac:chgData name="한 수미" userId="3d091dd9cbd79fe5" providerId="LiveId" clId="{6F078DCE-51A6-4AE5-9485-023BBA4ED4CE}" dt="2021-08-11T10:20:37.452" v="646"/>
          <ac:spMkLst>
            <pc:docMk/>
            <pc:sldMk cId="171334212" sldId="277"/>
            <ac:spMk id="18" creationId="{8FEFA247-9828-444B-8BCE-6DCAAAA403FD}"/>
          </ac:spMkLst>
        </pc:spChg>
        <pc:spChg chg="add mod">
          <ac:chgData name="한 수미" userId="3d091dd9cbd79fe5" providerId="LiveId" clId="{6F078DCE-51A6-4AE5-9485-023BBA4ED4CE}" dt="2021-08-11T10:20:37.452" v="646"/>
          <ac:spMkLst>
            <pc:docMk/>
            <pc:sldMk cId="171334212" sldId="277"/>
            <ac:spMk id="19" creationId="{F2F674EA-8485-4235-AD83-7E2EF18FDF21}"/>
          </ac:spMkLst>
        </pc:spChg>
        <pc:spChg chg="mod">
          <ac:chgData name="한 수미" userId="3d091dd9cbd79fe5" providerId="LiveId" clId="{6F078DCE-51A6-4AE5-9485-023BBA4ED4CE}" dt="2021-08-10T19:40:58.773" v="415" actId="207"/>
          <ac:spMkLst>
            <pc:docMk/>
            <pc:sldMk cId="171334212" sldId="277"/>
            <ac:spMk id="22" creationId="{0F4D52C9-9EE1-4237-ACD7-1516820A47B1}"/>
          </ac:spMkLst>
        </pc:spChg>
        <pc:spChg chg="mod">
          <ac:chgData name="한 수미" userId="3d091dd9cbd79fe5" providerId="LiveId" clId="{6F078DCE-51A6-4AE5-9485-023BBA4ED4CE}" dt="2021-08-10T19:40:58.773" v="415" actId="207"/>
          <ac:spMkLst>
            <pc:docMk/>
            <pc:sldMk cId="171334212" sldId="277"/>
            <ac:spMk id="24" creationId="{470F8D40-7555-4017-944E-E0D5786022D8}"/>
          </ac:spMkLst>
        </pc:spChg>
        <pc:spChg chg="mod">
          <ac:chgData name="한 수미" userId="3d091dd9cbd79fe5" providerId="LiveId" clId="{6F078DCE-51A6-4AE5-9485-023BBA4ED4CE}" dt="2021-08-10T19:40:58.773" v="415" actId="207"/>
          <ac:spMkLst>
            <pc:docMk/>
            <pc:sldMk cId="171334212" sldId="277"/>
            <ac:spMk id="25" creationId="{FE984C33-3AE6-4D0E-AD38-490D2DE6DAD3}"/>
          </ac:spMkLst>
        </pc:spChg>
        <pc:spChg chg="mod">
          <ac:chgData name="한 수미" userId="3d091dd9cbd79fe5" providerId="LiveId" clId="{6F078DCE-51A6-4AE5-9485-023BBA4ED4CE}" dt="2021-08-10T19:40:58.773" v="415" actId="207"/>
          <ac:spMkLst>
            <pc:docMk/>
            <pc:sldMk cId="171334212" sldId="277"/>
            <ac:spMk id="27" creationId="{7F6D5DC6-0CDA-4843-A6B8-8B0DF30963F0}"/>
          </ac:spMkLst>
        </pc:spChg>
        <pc:spChg chg="mod">
          <ac:chgData name="한 수미" userId="3d091dd9cbd79fe5" providerId="LiveId" clId="{6F078DCE-51A6-4AE5-9485-023BBA4ED4CE}" dt="2021-08-10T19:40:58.773" v="415" actId="207"/>
          <ac:spMkLst>
            <pc:docMk/>
            <pc:sldMk cId="171334212" sldId="277"/>
            <ac:spMk id="28" creationId="{20BA3FE2-1DAB-4B37-8ACE-8F6C58C2E0B7}"/>
          </ac:spMkLst>
        </pc:spChg>
        <pc:spChg chg="del">
          <ac:chgData name="한 수미" userId="3d091dd9cbd79fe5" providerId="LiveId" clId="{6F078DCE-51A6-4AE5-9485-023BBA4ED4CE}" dt="2021-08-10T19:39:54.691" v="398" actId="478"/>
          <ac:spMkLst>
            <pc:docMk/>
            <pc:sldMk cId="171334212" sldId="277"/>
            <ac:spMk id="50" creationId="{E23F80D3-82BE-4E2D-B713-49AC1A1E58B3}"/>
          </ac:spMkLst>
        </pc:spChg>
        <pc:graphicFrameChg chg="mod">
          <ac:chgData name="한 수미" userId="3d091dd9cbd79fe5" providerId="LiveId" clId="{6F078DCE-51A6-4AE5-9485-023BBA4ED4CE}" dt="2021-08-11T10:21:15.913" v="651" actId="207"/>
          <ac:graphicFrameMkLst>
            <pc:docMk/>
            <pc:sldMk cId="171334212" sldId="277"/>
            <ac:graphicFrameMk id="2" creationId="{381D86A1-08FF-4F88-BAEC-F06EC565843A}"/>
          </ac:graphicFrameMkLst>
        </pc:graphicFrameChg>
      </pc:sldChg>
      <pc:sldChg chg="addSp delSp modSp mod">
        <pc:chgData name="한 수미" userId="3d091dd9cbd79fe5" providerId="LiveId" clId="{6F078DCE-51A6-4AE5-9485-023BBA4ED4CE}" dt="2021-08-18T05:31:53.100" v="1689"/>
        <pc:sldMkLst>
          <pc:docMk/>
          <pc:sldMk cId="3031484026" sldId="278"/>
        </pc:sldMkLst>
        <pc:spChg chg="del">
          <ac:chgData name="한 수미" userId="3d091dd9cbd79fe5" providerId="LiveId" clId="{6F078DCE-51A6-4AE5-9485-023BBA4ED4CE}" dt="2021-08-10T19:39:58.177" v="400" actId="478"/>
          <ac:spMkLst>
            <pc:docMk/>
            <pc:sldMk cId="3031484026" sldId="278"/>
            <ac:spMk id="4" creationId="{A99EDADE-9F00-4720-BD3A-2A2F25DDB804}"/>
          </ac:spMkLst>
        </pc:spChg>
        <pc:spChg chg="del">
          <ac:chgData name="한 수미" userId="3d091dd9cbd79fe5" providerId="LiveId" clId="{6F078DCE-51A6-4AE5-9485-023BBA4ED4CE}" dt="2021-08-10T19:39:58.177" v="400" actId="478"/>
          <ac:spMkLst>
            <pc:docMk/>
            <pc:sldMk cId="3031484026" sldId="278"/>
            <ac:spMk id="6" creationId="{9641F892-C84F-4AE3-8C11-21250464651C}"/>
          </ac:spMkLst>
        </pc:spChg>
        <pc:spChg chg="del">
          <ac:chgData name="한 수미" userId="3d091dd9cbd79fe5" providerId="LiveId" clId="{6F078DCE-51A6-4AE5-9485-023BBA4ED4CE}" dt="2021-08-10T19:39:58.177" v="400" actId="478"/>
          <ac:spMkLst>
            <pc:docMk/>
            <pc:sldMk cId="3031484026" sldId="278"/>
            <ac:spMk id="7" creationId="{11B8498E-7EC1-4BA7-B493-E8B662B0E7C8}"/>
          </ac:spMkLst>
        </pc:spChg>
        <pc:spChg chg="add del mod">
          <ac:chgData name="한 수미" userId="3d091dd9cbd79fe5" providerId="LiveId" clId="{6F078DCE-51A6-4AE5-9485-023BBA4ED4CE}" dt="2021-08-11T10:21:31.243" v="652" actId="478"/>
          <ac:spMkLst>
            <pc:docMk/>
            <pc:sldMk cId="3031484026" sldId="278"/>
            <ac:spMk id="9" creationId="{A755D291-BFDB-44DA-9791-EBA5AC735954}"/>
          </ac:spMkLst>
        </pc:spChg>
        <pc:spChg chg="add mod">
          <ac:chgData name="한 수미" userId="3d091dd9cbd79fe5" providerId="LiveId" clId="{6F078DCE-51A6-4AE5-9485-023BBA4ED4CE}" dt="2021-08-18T05:31:53.100" v="1689"/>
          <ac:spMkLst>
            <pc:docMk/>
            <pc:sldMk cId="3031484026" sldId="278"/>
            <ac:spMk id="9" creationId="{FDCB58F7-E7E3-43D6-B627-DE8823EF7D8F}"/>
          </ac:spMkLst>
        </pc:spChg>
        <pc:spChg chg="add del mod">
          <ac:chgData name="한 수미" userId="3d091dd9cbd79fe5" providerId="LiveId" clId="{6F078DCE-51A6-4AE5-9485-023BBA4ED4CE}" dt="2021-08-11T10:21:31.243" v="652" actId="478"/>
          <ac:spMkLst>
            <pc:docMk/>
            <pc:sldMk cId="3031484026" sldId="278"/>
            <ac:spMk id="10" creationId="{2D7B95B1-6353-4F55-91C8-E34C8601CD56}"/>
          </ac:spMkLst>
        </pc:spChg>
        <pc:spChg chg="add del mod">
          <ac:chgData name="한 수미" userId="3d091dd9cbd79fe5" providerId="LiveId" clId="{6F078DCE-51A6-4AE5-9485-023BBA4ED4CE}" dt="2021-08-11T10:21:31.243" v="652" actId="478"/>
          <ac:spMkLst>
            <pc:docMk/>
            <pc:sldMk cId="3031484026" sldId="278"/>
            <ac:spMk id="11" creationId="{FF078443-C56E-4276-81F6-B1D19C1A8824}"/>
          </ac:spMkLst>
        </pc:spChg>
        <pc:spChg chg="add del mod">
          <ac:chgData name="한 수미" userId="3d091dd9cbd79fe5" providerId="LiveId" clId="{6F078DCE-51A6-4AE5-9485-023BBA4ED4CE}" dt="2021-08-11T10:21:31.243" v="652" actId="478"/>
          <ac:spMkLst>
            <pc:docMk/>
            <pc:sldMk cId="3031484026" sldId="278"/>
            <ac:spMk id="12" creationId="{61A1ACC5-485D-4467-8585-26CC338DEC6E}"/>
          </ac:spMkLst>
        </pc:spChg>
        <pc:spChg chg="add mod">
          <ac:chgData name="한 수미" userId="3d091dd9cbd79fe5" providerId="LiveId" clId="{6F078DCE-51A6-4AE5-9485-023BBA4ED4CE}" dt="2021-08-11T10:21:31.478" v="653"/>
          <ac:spMkLst>
            <pc:docMk/>
            <pc:sldMk cId="3031484026" sldId="278"/>
            <ac:spMk id="13" creationId="{B3D65B1A-ECCC-48E4-B2AC-3F0633C2D893}"/>
          </ac:spMkLst>
        </pc:spChg>
        <pc:spChg chg="mod">
          <ac:chgData name="한 수미" userId="3d091dd9cbd79fe5" providerId="LiveId" clId="{6F078DCE-51A6-4AE5-9485-023BBA4ED4CE}" dt="2021-08-10T19:40:50.615" v="414" actId="207"/>
          <ac:spMkLst>
            <pc:docMk/>
            <pc:sldMk cId="3031484026" sldId="278"/>
            <ac:spMk id="14" creationId="{A0BF1278-DC18-4095-AA7D-2011B1B34A00}"/>
          </ac:spMkLst>
        </pc:spChg>
        <pc:spChg chg="mod">
          <ac:chgData name="한 수미" userId="3d091dd9cbd79fe5" providerId="LiveId" clId="{6F078DCE-51A6-4AE5-9485-023BBA4ED4CE}" dt="2021-08-10T19:40:50.615" v="414" actId="207"/>
          <ac:spMkLst>
            <pc:docMk/>
            <pc:sldMk cId="3031484026" sldId="278"/>
            <ac:spMk id="15" creationId="{5B2E316E-9386-4AA9-96BE-CEF8C356D30B}"/>
          </ac:spMkLst>
        </pc:spChg>
        <pc:spChg chg="add mod">
          <ac:chgData name="한 수미" userId="3d091dd9cbd79fe5" providerId="LiveId" clId="{6F078DCE-51A6-4AE5-9485-023BBA4ED4CE}" dt="2021-08-11T10:21:31.478" v="653"/>
          <ac:spMkLst>
            <pc:docMk/>
            <pc:sldMk cId="3031484026" sldId="278"/>
            <ac:spMk id="16" creationId="{9EA4A30D-F6BE-4022-AB02-18655982E88D}"/>
          </ac:spMkLst>
        </pc:spChg>
        <pc:spChg chg="add mod">
          <ac:chgData name="한 수미" userId="3d091dd9cbd79fe5" providerId="LiveId" clId="{6F078DCE-51A6-4AE5-9485-023BBA4ED4CE}" dt="2021-08-11T10:21:31.478" v="653"/>
          <ac:spMkLst>
            <pc:docMk/>
            <pc:sldMk cId="3031484026" sldId="278"/>
            <ac:spMk id="17" creationId="{F13A8311-D42D-44B4-AE23-E05FEE9363CE}"/>
          </ac:spMkLst>
        </pc:spChg>
        <pc:spChg chg="add mod">
          <ac:chgData name="한 수미" userId="3d091dd9cbd79fe5" providerId="LiveId" clId="{6F078DCE-51A6-4AE5-9485-023BBA4ED4CE}" dt="2021-08-11T10:21:31.478" v="653"/>
          <ac:spMkLst>
            <pc:docMk/>
            <pc:sldMk cId="3031484026" sldId="278"/>
            <ac:spMk id="18" creationId="{4AD2659F-9A74-4BA2-898B-77DA35108DD0}"/>
          </ac:spMkLst>
        </pc:spChg>
        <pc:spChg chg="del">
          <ac:chgData name="한 수미" userId="3d091dd9cbd79fe5" providerId="LiveId" clId="{6F078DCE-51A6-4AE5-9485-023BBA4ED4CE}" dt="2021-08-10T19:39:58.177" v="400" actId="478"/>
          <ac:spMkLst>
            <pc:docMk/>
            <pc:sldMk cId="3031484026" sldId="278"/>
            <ac:spMk id="50" creationId="{E23F80D3-82BE-4E2D-B713-49AC1A1E58B3}"/>
          </ac:spMkLst>
        </pc:spChg>
      </pc:sldChg>
      <pc:sldChg chg="addSp delSp modSp mod">
        <pc:chgData name="한 수미" userId="3d091dd9cbd79fe5" providerId="LiveId" clId="{6F078DCE-51A6-4AE5-9485-023BBA4ED4CE}" dt="2021-08-18T05:31:54.411" v="1690"/>
        <pc:sldMkLst>
          <pc:docMk/>
          <pc:sldMk cId="3848957084" sldId="279"/>
        </pc:sldMkLst>
        <pc:spChg chg="del">
          <ac:chgData name="한 수미" userId="3d091dd9cbd79fe5" providerId="LiveId" clId="{6F078DCE-51A6-4AE5-9485-023BBA4ED4CE}" dt="2021-08-10T19:40:01.773" v="402" actId="478"/>
          <ac:spMkLst>
            <pc:docMk/>
            <pc:sldMk cId="3848957084" sldId="279"/>
            <ac:spMk id="4" creationId="{A99EDADE-9F00-4720-BD3A-2A2F25DDB804}"/>
          </ac:spMkLst>
        </pc:spChg>
        <pc:spChg chg="del">
          <ac:chgData name="한 수미" userId="3d091dd9cbd79fe5" providerId="LiveId" clId="{6F078DCE-51A6-4AE5-9485-023BBA4ED4CE}" dt="2021-08-10T19:40:01.773" v="402" actId="478"/>
          <ac:spMkLst>
            <pc:docMk/>
            <pc:sldMk cId="3848957084" sldId="279"/>
            <ac:spMk id="6" creationId="{9641F892-C84F-4AE3-8C11-21250464651C}"/>
          </ac:spMkLst>
        </pc:spChg>
        <pc:spChg chg="del">
          <ac:chgData name="한 수미" userId="3d091dd9cbd79fe5" providerId="LiveId" clId="{6F078DCE-51A6-4AE5-9485-023BBA4ED4CE}" dt="2021-08-10T19:40:01.773" v="402" actId="478"/>
          <ac:spMkLst>
            <pc:docMk/>
            <pc:sldMk cId="3848957084" sldId="279"/>
            <ac:spMk id="7" creationId="{11B8498E-7EC1-4BA7-B493-E8B662B0E7C8}"/>
          </ac:spMkLst>
        </pc:spChg>
        <pc:spChg chg="mod topLvl">
          <ac:chgData name="한 수미" userId="3d091dd9cbd79fe5" providerId="LiveId" clId="{6F078DCE-51A6-4AE5-9485-023BBA4ED4CE}" dt="2021-08-11T10:21:41.189" v="656" actId="207"/>
          <ac:spMkLst>
            <pc:docMk/>
            <pc:sldMk cId="3848957084" sldId="279"/>
            <ac:spMk id="18" creationId="{DDC2BD92-C59C-44AC-9C02-B9C7DD697AB5}"/>
          </ac:spMkLst>
        </pc:spChg>
        <pc:spChg chg="mod topLvl">
          <ac:chgData name="한 수미" userId="3d091dd9cbd79fe5" providerId="LiveId" clId="{6F078DCE-51A6-4AE5-9485-023BBA4ED4CE}" dt="2021-08-10T07:59:06.900" v="75" actId="165"/>
          <ac:spMkLst>
            <pc:docMk/>
            <pc:sldMk cId="3848957084" sldId="279"/>
            <ac:spMk id="20" creationId="{B161C690-F7E0-4369-B21C-305EBBCAC0F0}"/>
          </ac:spMkLst>
        </pc:spChg>
        <pc:spChg chg="mod topLvl">
          <ac:chgData name="한 수미" userId="3d091dd9cbd79fe5" providerId="LiveId" clId="{6F078DCE-51A6-4AE5-9485-023BBA4ED4CE}" dt="2021-08-10T19:40:17.119" v="405" actId="207"/>
          <ac:spMkLst>
            <pc:docMk/>
            <pc:sldMk cId="3848957084" sldId="279"/>
            <ac:spMk id="22" creationId="{5A883249-5E97-4965-9CA6-8284E4FAD0D9}"/>
          </ac:spMkLst>
        </pc:spChg>
        <pc:spChg chg="add mod topLvl">
          <ac:chgData name="한 수미" userId="3d091dd9cbd79fe5" providerId="LiveId" clId="{6F078DCE-51A6-4AE5-9485-023BBA4ED4CE}" dt="2021-08-11T10:21:49.911" v="658" actId="2085"/>
          <ac:spMkLst>
            <pc:docMk/>
            <pc:sldMk cId="3848957084" sldId="279"/>
            <ac:spMk id="24" creationId="{9F66DBFF-8E3C-4171-9B02-EEEA4C9745A9}"/>
          </ac:spMkLst>
        </pc:spChg>
        <pc:spChg chg="add mod topLvl">
          <ac:chgData name="한 수미" userId="3d091dd9cbd79fe5" providerId="LiveId" clId="{6F078DCE-51A6-4AE5-9485-023BBA4ED4CE}" dt="2021-08-10T19:40:38.954" v="412" actId="1076"/>
          <ac:spMkLst>
            <pc:docMk/>
            <pc:sldMk cId="3848957084" sldId="279"/>
            <ac:spMk id="25" creationId="{5839135C-C690-4F38-96BF-DFB2297D4569}"/>
          </ac:spMkLst>
        </pc:spChg>
        <pc:spChg chg="add del mod">
          <ac:chgData name="한 수미" userId="3d091dd9cbd79fe5" providerId="LiveId" clId="{6F078DCE-51A6-4AE5-9485-023BBA4ED4CE}" dt="2021-08-11T10:21:37.001" v="654" actId="478"/>
          <ac:spMkLst>
            <pc:docMk/>
            <pc:sldMk cId="3848957084" sldId="279"/>
            <ac:spMk id="26" creationId="{15165D36-DAC4-432E-9BE9-6DE0D353E918}"/>
          </ac:spMkLst>
        </pc:spChg>
        <pc:spChg chg="del">
          <ac:chgData name="한 수미" userId="3d091dd9cbd79fe5" providerId="LiveId" clId="{6F078DCE-51A6-4AE5-9485-023BBA4ED4CE}" dt="2021-08-10T07:58:14.780" v="62" actId="478"/>
          <ac:spMkLst>
            <pc:docMk/>
            <pc:sldMk cId="3848957084" sldId="279"/>
            <ac:spMk id="26" creationId="{753C7DF3-78D2-4C92-BAD8-C1E5F1FA9726}"/>
          </ac:spMkLst>
        </pc:spChg>
        <pc:spChg chg="add mod">
          <ac:chgData name="한 수미" userId="3d091dd9cbd79fe5" providerId="LiveId" clId="{6F078DCE-51A6-4AE5-9485-023BBA4ED4CE}" dt="2021-08-18T05:31:54.411" v="1690"/>
          <ac:spMkLst>
            <pc:docMk/>
            <pc:sldMk cId="3848957084" sldId="279"/>
            <ac:spMk id="26" creationId="{85690BE5-C4AA-41EB-A6D2-E1D742D5B6C4}"/>
          </ac:spMkLst>
        </pc:spChg>
        <pc:spChg chg="add del mod">
          <ac:chgData name="한 수미" userId="3d091dd9cbd79fe5" providerId="LiveId" clId="{6F078DCE-51A6-4AE5-9485-023BBA4ED4CE}" dt="2021-08-11T10:21:37.001" v="654" actId="478"/>
          <ac:spMkLst>
            <pc:docMk/>
            <pc:sldMk cId="3848957084" sldId="279"/>
            <ac:spMk id="27" creationId="{6434CCDA-D5F8-47E4-9CE9-148691FAE259}"/>
          </ac:spMkLst>
        </pc:spChg>
        <pc:spChg chg="del">
          <ac:chgData name="한 수미" userId="3d091dd9cbd79fe5" providerId="LiveId" clId="{6F078DCE-51A6-4AE5-9485-023BBA4ED4CE}" dt="2021-08-10T07:58:15.818" v="63" actId="478"/>
          <ac:spMkLst>
            <pc:docMk/>
            <pc:sldMk cId="3848957084" sldId="279"/>
            <ac:spMk id="27" creationId="{77A9BC8F-8CC5-4A1C-8E95-5BCEB884243F}"/>
          </ac:spMkLst>
        </pc:spChg>
        <pc:spChg chg="mod">
          <ac:chgData name="한 수미" userId="3d091dd9cbd79fe5" providerId="LiveId" clId="{6F078DCE-51A6-4AE5-9485-023BBA4ED4CE}" dt="2021-08-11T10:21:55.865" v="660" actId="207"/>
          <ac:spMkLst>
            <pc:docMk/>
            <pc:sldMk cId="3848957084" sldId="279"/>
            <ac:spMk id="28" creationId="{5B89AE19-683B-4ADA-A07E-D0E3DD8199A3}"/>
          </ac:spMkLst>
        </pc:spChg>
        <pc:spChg chg="mod topLvl">
          <ac:chgData name="한 수미" userId="3d091dd9cbd79fe5" providerId="LiveId" clId="{6F078DCE-51A6-4AE5-9485-023BBA4ED4CE}" dt="2021-08-10T19:40:40.498" v="413" actId="1076"/>
          <ac:spMkLst>
            <pc:docMk/>
            <pc:sldMk cId="3848957084" sldId="279"/>
            <ac:spMk id="29" creationId="{E5C490B6-C845-4BC7-8D2A-CD9A973330FD}"/>
          </ac:spMkLst>
        </pc:spChg>
        <pc:spChg chg="add del mod">
          <ac:chgData name="한 수미" userId="3d091dd9cbd79fe5" providerId="LiveId" clId="{6F078DCE-51A6-4AE5-9485-023BBA4ED4CE}" dt="2021-08-11T10:21:37.001" v="654" actId="478"/>
          <ac:spMkLst>
            <pc:docMk/>
            <pc:sldMk cId="3848957084" sldId="279"/>
            <ac:spMk id="30" creationId="{5DD23D91-CD15-4AC0-AB41-C907704ED3E1}"/>
          </ac:spMkLst>
        </pc:spChg>
        <pc:spChg chg="mod">
          <ac:chgData name="한 수미" userId="3d091dd9cbd79fe5" providerId="LiveId" clId="{6F078DCE-51A6-4AE5-9485-023BBA4ED4CE}" dt="2021-08-11T10:21:55.865" v="660" actId="207"/>
          <ac:spMkLst>
            <pc:docMk/>
            <pc:sldMk cId="3848957084" sldId="279"/>
            <ac:spMk id="31" creationId="{99891DE0-47A9-4960-8455-6E3CCA289CB7}"/>
          </ac:spMkLst>
        </pc:spChg>
        <pc:spChg chg="mod">
          <ac:chgData name="한 수미" userId="3d091dd9cbd79fe5" providerId="LiveId" clId="{6F078DCE-51A6-4AE5-9485-023BBA4ED4CE}" dt="2021-08-11T10:21:55.865" v="660" actId="207"/>
          <ac:spMkLst>
            <pc:docMk/>
            <pc:sldMk cId="3848957084" sldId="279"/>
            <ac:spMk id="32" creationId="{CEE13070-2B6A-448F-98D5-D0D7F617D19D}"/>
          </ac:spMkLst>
        </pc:spChg>
        <pc:spChg chg="add del mod">
          <ac:chgData name="한 수미" userId="3d091dd9cbd79fe5" providerId="LiveId" clId="{6F078DCE-51A6-4AE5-9485-023BBA4ED4CE}" dt="2021-08-11T10:21:37.001" v="654" actId="478"/>
          <ac:spMkLst>
            <pc:docMk/>
            <pc:sldMk cId="3848957084" sldId="279"/>
            <ac:spMk id="34" creationId="{0ABB12D4-7333-4B3E-A620-BBAF75CB5BD0}"/>
          </ac:spMkLst>
        </pc:spChg>
        <pc:spChg chg="mod">
          <ac:chgData name="한 수미" userId="3d091dd9cbd79fe5" providerId="LiveId" clId="{6F078DCE-51A6-4AE5-9485-023BBA4ED4CE}" dt="2021-08-10T19:40:30.404" v="409" actId="207"/>
          <ac:spMkLst>
            <pc:docMk/>
            <pc:sldMk cId="3848957084" sldId="279"/>
            <ac:spMk id="36" creationId="{BECB56BC-2CB7-4DCC-AE2D-85D776D91D50}"/>
          </ac:spMkLst>
        </pc:spChg>
        <pc:spChg chg="mod">
          <ac:chgData name="한 수미" userId="3d091dd9cbd79fe5" providerId="LiveId" clId="{6F078DCE-51A6-4AE5-9485-023BBA4ED4CE}" dt="2021-08-10T19:40:30.404" v="409" actId="207"/>
          <ac:spMkLst>
            <pc:docMk/>
            <pc:sldMk cId="3848957084" sldId="279"/>
            <ac:spMk id="37" creationId="{8BDF9561-2434-482C-910E-A0049BD219C4}"/>
          </ac:spMkLst>
        </pc:spChg>
        <pc:spChg chg="mod">
          <ac:chgData name="한 수미" userId="3d091dd9cbd79fe5" providerId="LiveId" clId="{6F078DCE-51A6-4AE5-9485-023BBA4ED4CE}" dt="2021-08-10T19:40:30.404" v="409" actId="207"/>
          <ac:spMkLst>
            <pc:docMk/>
            <pc:sldMk cId="3848957084" sldId="279"/>
            <ac:spMk id="38" creationId="{2FF7D36E-7247-4D26-99A0-1AEE60EF74A0}"/>
          </ac:spMkLst>
        </pc:spChg>
        <pc:spChg chg="add mod">
          <ac:chgData name="한 수미" userId="3d091dd9cbd79fe5" providerId="LiveId" clId="{6F078DCE-51A6-4AE5-9485-023BBA4ED4CE}" dt="2021-08-11T10:21:37.322" v="655"/>
          <ac:spMkLst>
            <pc:docMk/>
            <pc:sldMk cId="3848957084" sldId="279"/>
            <ac:spMk id="39" creationId="{3F5A5BE0-9F6A-4C9C-8053-295DE70F572D}"/>
          </ac:spMkLst>
        </pc:spChg>
        <pc:spChg chg="add mod">
          <ac:chgData name="한 수미" userId="3d091dd9cbd79fe5" providerId="LiveId" clId="{6F078DCE-51A6-4AE5-9485-023BBA4ED4CE}" dt="2021-08-11T10:21:37.322" v="655"/>
          <ac:spMkLst>
            <pc:docMk/>
            <pc:sldMk cId="3848957084" sldId="279"/>
            <ac:spMk id="40" creationId="{5EEE0450-A2A4-4B2A-91E6-02BB3C928114}"/>
          </ac:spMkLst>
        </pc:spChg>
        <pc:spChg chg="add mod">
          <ac:chgData name="한 수미" userId="3d091dd9cbd79fe5" providerId="LiveId" clId="{6F078DCE-51A6-4AE5-9485-023BBA4ED4CE}" dt="2021-08-11T10:21:37.322" v="655"/>
          <ac:spMkLst>
            <pc:docMk/>
            <pc:sldMk cId="3848957084" sldId="279"/>
            <ac:spMk id="41" creationId="{5675FEE9-51A0-4AD2-9C4B-7FA087A76849}"/>
          </ac:spMkLst>
        </pc:spChg>
        <pc:spChg chg="add mod">
          <ac:chgData name="한 수미" userId="3d091dd9cbd79fe5" providerId="LiveId" clId="{6F078DCE-51A6-4AE5-9485-023BBA4ED4CE}" dt="2021-08-11T10:21:37.322" v="655"/>
          <ac:spMkLst>
            <pc:docMk/>
            <pc:sldMk cId="3848957084" sldId="279"/>
            <ac:spMk id="42" creationId="{3CD5D432-5A57-4B90-91C7-5C0F6F496874}"/>
          </ac:spMkLst>
        </pc:spChg>
        <pc:spChg chg="del">
          <ac:chgData name="한 수미" userId="3d091dd9cbd79fe5" providerId="LiveId" clId="{6F078DCE-51A6-4AE5-9485-023BBA4ED4CE}" dt="2021-08-10T19:40:01.773" v="402" actId="478"/>
          <ac:spMkLst>
            <pc:docMk/>
            <pc:sldMk cId="3848957084" sldId="279"/>
            <ac:spMk id="50" creationId="{E23F80D3-82BE-4E2D-B713-49AC1A1E58B3}"/>
          </ac:spMkLst>
        </pc:spChg>
        <pc:grpChg chg="add del mod">
          <ac:chgData name="한 수미" userId="3d091dd9cbd79fe5" providerId="LiveId" clId="{6F078DCE-51A6-4AE5-9485-023BBA4ED4CE}" dt="2021-08-10T07:59:06.900" v="75" actId="165"/>
          <ac:grpSpMkLst>
            <pc:docMk/>
            <pc:sldMk cId="3848957084" sldId="279"/>
            <ac:grpSpMk id="3" creationId="{DBC3C8ED-94AD-4894-888E-C4220AD4D8B2}"/>
          </ac:grpSpMkLst>
        </pc:grpChg>
        <pc:grpChg chg="mod topLvl">
          <ac:chgData name="한 수미" userId="3d091dd9cbd79fe5" providerId="LiveId" clId="{6F078DCE-51A6-4AE5-9485-023BBA4ED4CE}" dt="2021-08-11T10:21:55.865" v="660" actId="207"/>
          <ac:grpSpMkLst>
            <pc:docMk/>
            <pc:sldMk cId="3848957084" sldId="279"/>
            <ac:grpSpMk id="33" creationId="{8A2E2561-88BC-42A5-8F52-51A0987B603F}"/>
          </ac:grpSpMkLst>
        </pc:grpChg>
        <pc:grpChg chg="mod topLvl">
          <ac:chgData name="한 수미" userId="3d091dd9cbd79fe5" providerId="LiveId" clId="{6F078DCE-51A6-4AE5-9485-023BBA4ED4CE}" dt="2021-08-10T19:40:30.404" v="409" actId="207"/>
          <ac:grpSpMkLst>
            <pc:docMk/>
            <pc:sldMk cId="3848957084" sldId="279"/>
            <ac:grpSpMk id="35" creationId="{26C739EA-93CE-4538-8876-35A7ECC811D7}"/>
          </ac:grpSpMkLst>
        </pc:grpChg>
        <pc:picChg chg="mod topLvl">
          <ac:chgData name="한 수미" userId="3d091dd9cbd79fe5" providerId="LiveId" clId="{6F078DCE-51A6-4AE5-9485-023BBA4ED4CE}" dt="2021-08-13T05:39:16.218" v="662" actId="207"/>
          <ac:picMkLst>
            <pc:docMk/>
            <pc:sldMk cId="3848957084" sldId="279"/>
            <ac:picMk id="10" creationId="{85145854-8D81-4B0C-B0AA-90F0F9FC3FFE}"/>
          </ac:picMkLst>
        </pc:picChg>
        <pc:cxnChg chg="mod topLvl">
          <ac:chgData name="한 수미" userId="3d091dd9cbd79fe5" providerId="LiveId" clId="{6F078DCE-51A6-4AE5-9485-023BBA4ED4CE}" dt="2021-08-10T19:40:27.338" v="408" actId="208"/>
          <ac:cxnSpMkLst>
            <pc:docMk/>
            <pc:sldMk cId="3848957084" sldId="279"/>
            <ac:cxnSpMk id="12" creationId="{469AC866-5F29-40EF-A9DE-2AC18BF52A07}"/>
          </ac:cxnSpMkLst>
        </pc:cxnChg>
        <pc:cxnChg chg="mod topLvl">
          <ac:chgData name="한 수미" userId="3d091dd9cbd79fe5" providerId="LiveId" clId="{6F078DCE-51A6-4AE5-9485-023BBA4ED4CE}" dt="2021-08-11T10:21:52.700" v="659" actId="208"/>
          <ac:cxnSpMkLst>
            <pc:docMk/>
            <pc:sldMk cId="3848957084" sldId="279"/>
            <ac:cxnSpMk id="23" creationId="{138355C6-C434-4A7F-820F-C865EBDC6D66}"/>
          </ac:cxnSpMkLst>
        </pc:cxnChg>
      </pc:sldChg>
      <pc:sldChg chg="addSp delSp modSp mod setBg">
        <pc:chgData name="한 수미" userId="3d091dd9cbd79fe5" providerId="LiveId" clId="{6F078DCE-51A6-4AE5-9485-023BBA4ED4CE}" dt="2021-08-18T05:31:58.439" v="1691"/>
        <pc:sldMkLst>
          <pc:docMk/>
          <pc:sldMk cId="4102342435" sldId="280"/>
        </pc:sldMkLst>
        <pc:spChg chg="add mod">
          <ac:chgData name="한 수미" userId="3d091dd9cbd79fe5" providerId="LiveId" clId="{6F078DCE-51A6-4AE5-9485-023BBA4ED4CE}" dt="2021-08-13T06:22:09.111" v="903" actId="1076"/>
          <ac:spMkLst>
            <pc:docMk/>
            <pc:sldMk cId="4102342435" sldId="280"/>
            <ac:spMk id="2" creationId="{1A7700FA-546B-4D8C-AE89-9DA39A120387}"/>
          </ac:spMkLst>
        </pc:spChg>
        <pc:spChg chg="add mod">
          <ac:chgData name="한 수미" userId="3d091dd9cbd79fe5" providerId="LiveId" clId="{6F078DCE-51A6-4AE5-9485-023BBA4ED4CE}" dt="2021-08-13T06:22:05.797" v="901" actId="1076"/>
          <ac:spMkLst>
            <pc:docMk/>
            <pc:sldMk cId="4102342435" sldId="280"/>
            <ac:spMk id="3" creationId="{7263EBAE-B329-4EFD-B04A-CCC263B5A1F1}"/>
          </ac:spMkLst>
        </pc:spChg>
        <pc:spChg chg="add mod">
          <ac:chgData name="한 수미" userId="3d091dd9cbd79fe5" providerId="LiveId" clId="{6F078DCE-51A6-4AE5-9485-023BBA4ED4CE}" dt="2021-08-13T06:22:05.797" v="901" actId="1076"/>
          <ac:spMkLst>
            <pc:docMk/>
            <pc:sldMk cId="4102342435" sldId="280"/>
            <ac:spMk id="4" creationId="{DD7C8B3B-98B1-455A-B644-EFB0479D257D}"/>
          </ac:spMkLst>
        </pc:spChg>
        <pc:spChg chg="add mod">
          <ac:chgData name="한 수미" userId="3d091dd9cbd79fe5" providerId="LiveId" clId="{6F078DCE-51A6-4AE5-9485-023BBA4ED4CE}" dt="2021-08-13T06:22:05.797" v="901" actId="1076"/>
          <ac:spMkLst>
            <pc:docMk/>
            <pc:sldMk cId="4102342435" sldId="280"/>
            <ac:spMk id="5" creationId="{774BAC4D-3E86-409E-A168-88244060925A}"/>
          </ac:spMkLst>
        </pc:spChg>
        <pc:spChg chg="add mod ord">
          <ac:chgData name="한 수미" userId="3d091dd9cbd79fe5" providerId="LiveId" clId="{6F078DCE-51A6-4AE5-9485-023BBA4ED4CE}" dt="2021-08-13T06:22:15.187" v="904" actId="207"/>
          <ac:spMkLst>
            <pc:docMk/>
            <pc:sldMk cId="4102342435" sldId="280"/>
            <ac:spMk id="6" creationId="{CD554CC0-8B52-4285-9519-0DF1F6CC0AC9}"/>
          </ac:spMkLst>
        </pc:spChg>
        <pc:spChg chg="add del mod">
          <ac:chgData name="한 수미" userId="3d091dd9cbd79fe5" providerId="LiveId" clId="{6F078DCE-51A6-4AE5-9485-023BBA4ED4CE}" dt="2021-08-10T19:04:58.373" v="271" actId="478"/>
          <ac:spMkLst>
            <pc:docMk/>
            <pc:sldMk cId="4102342435" sldId="280"/>
            <ac:spMk id="7" creationId="{504EDC4E-421E-4992-94E0-65AD49D51D7F}"/>
          </ac:spMkLst>
        </pc:spChg>
        <pc:spChg chg="add mod">
          <ac:chgData name="한 수미" userId="3d091dd9cbd79fe5" providerId="LiveId" clId="{6F078DCE-51A6-4AE5-9485-023BBA4ED4CE}" dt="2021-08-18T05:31:58.439" v="1691"/>
          <ac:spMkLst>
            <pc:docMk/>
            <pc:sldMk cId="4102342435" sldId="280"/>
            <ac:spMk id="7" creationId="{B2698103-58C7-45C7-B51D-AA46B0046193}"/>
          </ac:spMkLst>
        </pc:spChg>
      </pc:sldChg>
      <pc:sldChg chg="addSp delSp modSp add del mod setBg">
        <pc:chgData name="한 수미" userId="3d091dd9cbd79fe5" providerId="LiveId" clId="{6F078DCE-51A6-4AE5-9485-023BBA4ED4CE}" dt="2021-08-13T06:13:52.202" v="723" actId="47"/>
        <pc:sldMkLst>
          <pc:docMk/>
          <pc:sldMk cId="350228264" sldId="281"/>
        </pc:sldMkLst>
        <pc:spChg chg="del">
          <ac:chgData name="한 수미" userId="3d091dd9cbd79fe5" providerId="LiveId" clId="{6F078DCE-51A6-4AE5-9485-023BBA4ED4CE}" dt="2021-08-13T06:12:26.711" v="668" actId="478"/>
          <ac:spMkLst>
            <pc:docMk/>
            <pc:sldMk cId="350228264" sldId="281"/>
            <ac:spMk id="2" creationId="{539C8FE8-BA5B-4C12-BAC6-C3EEC0E69C2D}"/>
          </ac:spMkLst>
        </pc:spChg>
        <pc:spChg chg="add del mod">
          <ac:chgData name="한 수미" userId="3d091dd9cbd79fe5" providerId="LiveId" clId="{6F078DCE-51A6-4AE5-9485-023BBA4ED4CE}" dt="2021-08-13T06:13:49.181" v="721" actId="478"/>
          <ac:spMkLst>
            <pc:docMk/>
            <pc:sldMk cId="350228264" sldId="281"/>
            <ac:spMk id="3" creationId="{A0D5FD78-66E1-405B-8785-F8EEEFEF4F55}"/>
          </ac:spMkLst>
        </pc:spChg>
        <pc:spChg chg="del">
          <ac:chgData name="한 수미" userId="3d091dd9cbd79fe5" providerId="LiveId" clId="{6F078DCE-51A6-4AE5-9485-023BBA4ED4CE}" dt="2021-08-13T06:12:26.711" v="668" actId="478"/>
          <ac:spMkLst>
            <pc:docMk/>
            <pc:sldMk cId="350228264" sldId="281"/>
            <ac:spMk id="13" creationId="{CCF87FA4-E2ED-40E1-9007-87B65445E373}"/>
          </ac:spMkLst>
        </pc:spChg>
        <pc:spChg chg="del">
          <ac:chgData name="한 수미" userId="3d091dd9cbd79fe5" providerId="LiveId" clId="{6F078DCE-51A6-4AE5-9485-023BBA4ED4CE}" dt="2021-08-13T06:12:26.711" v="668" actId="478"/>
          <ac:spMkLst>
            <pc:docMk/>
            <pc:sldMk cId="350228264" sldId="281"/>
            <ac:spMk id="25" creationId="{14837554-332A-44AC-B111-3FEE5B90982D}"/>
          </ac:spMkLst>
        </pc:spChg>
        <pc:spChg chg="del">
          <ac:chgData name="한 수미" userId="3d091dd9cbd79fe5" providerId="LiveId" clId="{6F078DCE-51A6-4AE5-9485-023BBA4ED4CE}" dt="2021-08-13T06:12:26.711" v="668" actId="478"/>
          <ac:spMkLst>
            <pc:docMk/>
            <pc:sldMk cId="350228264" sldId="281"/>
            <ac:spMk id="27" creationId="{856C8DFD-4794-46C8-AD55-E3331A6AA96B}"/>
          </ac:spMkLst>
        </pc:spChg>
        <pc:spChg chg="del">
          <ac:chgData name="한 수미" userId="3d091dd9cbd79fe5" providerId="LiveId" clId="{6F078DCE-51A6-4AE5-9485-023BBA4ED4CE}" dt="2021-08-13T06:12:26.711" v="668" actId="478"/>
          <ac:spMkLst>
            <pc:docMk/>
            <pc:sldMk cId="350228264" sldId="281"/>
            <ac:spMk id="29" creationId="{726807CC-6E9C-4C52-A163-572F216F2859}"/>
          </ac:spMkLst>
        </pc:spChg>
        <pc:cxnChg chg="del">
          <ac:chgData name="한 수미" userId="3d091dd9cbd79fe5" providerId="LiveId" clId="{6F078DCE-51A6-4AE5-9485-023BBA4ED4CE}" dt="2021-08-13T06:12:26.711" v="668" actId="478"/>
          <ac:cxnSpMkLst>
            <pc:docMk/>
            <pc:sldMk cId="350228264" sldId="281"/>
            <ac:cxnSpMk id="8" creationId="{FF994DB5-EF82-4CC8-AF1F-BADF1CB5BA0A}"/>
          </ac:cxnSpMkLst>
        </pc:cxnChg>
        <pc:cxnChg chg="del">
          <ac:chgData name="한 수미" userId="3d091dd9cbd79fe5" providerId="LiveId" clId="{6F078DCE-51A6-4AE5-9485-023BBA4ED4CE}" dt="2021-08-13T06:12:26.711" v="668" actId="478"/>
          <ac:cxnSpMkLst>
            <pc:docMk/>
            <pc:sldMk cId="350228264" sldId="281"/>
            <ac:cxnSpMk id="22" creationId="{821CA1DC-F86E-4894-A15D-0CEE6085916A}"/>
          </ac:cxnSpMkLst>
        </pc:cxnChg>
      </pc:sldChg>
      <pc:sldChg chg="addSp delSp modSp add mod ord">
        <pc:chgData name="한 수미" userId="3d091dd9cbd79fe5" providerId="LiveId" clId="{6F078DCE-51A6-4AE5-9485-023BBA4ED4CE}" dt="2021-08-18T05:30:08.302" v="1648"/>
        <pc:sldMkLst>
          <pc:docMk/>
          <pc:sldMk cId="2673992669" sldId="281"/>
        </pc:sldMkLst>
        <pc:spChg chg="add mod">
          <ac:chgData name="한 수미" userId="3d091dd9cbd79fe5" providerId="LiveId" clId="{6F078DCE-51A6-4AE5-9485-023BBA4ED4CE}" dt="2021-08-18T05:26:48.528" v="1637" actId="1036"/>
          <ac:spMkLst>
            <pc:docMk/>
            <pc:sldMk cId="2673992669" sldId="281"/>
            <ac:spMk id="17" creationId="{ACE4B260-AD42-4E1B-9899-63D840551BC9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18" creationId="{DDC2BD92-C59C-44AC-9C02-B9C7DD697AB5}"/>
          </ac:spMkLst>
        </pc:spChg>
        <pc:spChg chg="add mod">
          <ac:chgData name="한 수미" userId="3d091dd9cbd79fe5" providerId="LiveId" clId="{6F078DCE-51A6-4AE5-9485-023BBA4ED4CE}" dt="2021-08-18T05:26:47.210" v="1636" actId="1036"/>
          <ac:spMkLst>
            <pc:docMk/>
            <pc:sldMk cId="2673992669" sldId="281"/>
            <ac:spMk id="19" creationId="{09C59F12-B06A-4DFD-8ADB-680881570B7E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20" creationId="{B161C690-F7E0-4369-B21C-305EBBCAC0F0}"/>
          </ac:spMkLst>
        </pc:spChg>
        <pc:spChg chg="add mod">
          <ac:chgData name="한 수미" userId="3d091dd9cbd79fe5" providerId="LiveId" clId="{6F078DCE-51A6-4AE5-9485-023BBA4ED4CE}" dt="2021-08-18T05:30:08.302" v="1648"/>
          <ac:spMkLst>
            <pc:docMk/>
            <pc:sldMk cId="2673992669" sldId="281"/>
            <ac:spMk id="21" creationId="{7465BDE3-2FF1-4837-BBA4-77C88C0936DD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22" creationId="{5A883249-5E97-4965-9CA6-8284E4FAD0D9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24" creationId="{9F66DBFF-8E3C-4171-9B02-EEEA4C9745A9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25" creationId="{5839135C-C690-4F38-96BF-DFB2297D4569}"/>
          </ac:spMkLst>
        </pc:spChg>
        <pc:spChg chg="add del mod">
          <ac:chgData name="한 수미" userId="3d091dd9cbd79fe5" providerId="LiveId" clId="{6F078DCE-51A6-4AE5-9485-023BBA4ED4CE}" dt="2021-08-13T07:00:59.251" v="941" actId="1076"/>
          <ac:spMkLst>
            <pc:docMk/>
            <pc:sldMk cId="2673992669" sldId="281"/>
            <ac:spMk id="26" creationId="{D8173C79-DE1E-4ADF-9C05-4F8BC93B9080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29" creationId="{E5C490B6-C845-4BC7-8D2A-CD9A973330FD}"/>
          </ac:spMkLst>
        </pc:spChg>
        <pc:spChg chg="del mod topLvl">
          <ac:chgData name="한 수미" userId="3d091dd9cbd79fe5" providerId="LiveId" clId="{6F078DCE-51A6-4AE5-9485-023BBA4ED4CE}" dt="2021-08-13T06:18:26.034" v="769" actId="478"/>
          <ac:spMkLst>
            <pc:docMk/>
            <pc:sldMk cId="2673992669" sldId="281"/>
            <ac:spMk id="30" creationId="{98A3AD2A-F61B-4B81-9A8A-414D99E70C2E}"/>
          </ac:spMkLst>
        </pc:spChg>
        <pc:spChg chg="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34" creationId="{C2CA8274-6A89-436A-8083-D646F5CD50DB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39" creationId="{3F5A5BE0-9F6A-4C9C-8053-295DE70F572D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40" creationId="{5EEE0450-A2A4-4B2A-91E6-02BB3C928114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41" creationId="{5675FEE9-51A0-4AD2-9C4B-7FA087A76849}"/>
          </ac:spMkLst>
        </pc:spChg>
        <pc:spChg chg="del">
          <ac:chgData name="한 수미" userId="3d091dd9cbd79fe5" providerId="LiveId" clId="{6F078DCE-51A6-4AE5-9485-023BBA4ED4CE}" dt="2021-08-13T06:16:18.813" v="759" actId="478"/>
          <ac:spMkLst>
            <pc:docMk/>
            <pc:sldMk cId="2673992669" sldId="281"/>
            <ac:spMk id="42" creationId="{3CD5D432-5A57-4B90-91C7-5C0F6F496874}"/>
          </ac:spMkLst>
        </pc:spChg>
        <pc:spChg chg="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43" creationId="{E023E752-0A17-4840-9983-769E46F78DF8}"/>
          </ac:spMkLst>
        </pc:spChg>
        <pc:spChg chg="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44" creationId="{D5A4436D-5683-4880-A602-6B274EA251C0}"/>
          </ac:spMkLst>
        </pc:spChg>
        <pc:spChg chg="del mod topLvl">
          <ac:chgData name="한 수미" userId="3d091dd9cbd79fe5" providerId="LiveId" clId="{6F078DCE-51A6-4AE5-9485-023BBA4ED4CE}" dt="2021-08-13T06:19:08.102" v="830" actId="478"/>
          <ac:spMkLst>
            <pc:docMk/>
            <pc:sldMk cId="2673992669" sldId="281"/>
            <ac:spMk id="45" creationId="{142363DA-EFC5-4339-BD71-A04003F49C07}"/>
          </ac:spMkLst>
        </pc:spChg>
        <pc:spChg chg="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46" creationId="{7994F5C7-BAAA-42B0-9310-FD8DE35DDE07}"/>
          </ac:spMkLst>
        </pc:spChg>
        <pc:spChg chg="add mod">
          <ac:chgData name="한 수미" userId="3d091dd9cbd79fe5" providerId="LiveId" clId="{6F078DCE-51A6-4AE5-9485-023BBA4ED4CE}" dt="2021-08-16T05:28:40.291" v="1416"/>
          <ac:spMkLst>
            <pc:docMk/>
            <pc:sldMk cId="2673992669" sldId="281"/>
            <ac:spMk id="47" creationId="{08B26D79-9C3D-4CCD-BE1A-5BE15FC4115B}"/>
          </ac:spMkLst>
        </pc:spChg>
        <pc:spChg chg="add mod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49" creationId="{B3B627C7-51D7-4D78-AB49-2DDB53738C7E}"/>
          </ac:spMkLst>
        </pc:spChg>
        <pc:spChg chg="add mod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50" creationId="{D9E2499A-2657-41EE-8F2A-88E342D55314}"/>
          </ac:spMkLst>
        </pc:spChg>
        <pc:spChg chg="add mod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51" creationId="{95E37F3E-318D-4121-A9FD-222995BA86DA}"/>
          </ac:spMkLst>
        </pc:spChg>
        <pc:spChg chg="add 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52" creationId="{0F039AD1-1CA9-4422-BE45-81078A25232F}"/>
          </ac:spMkLst>
        </pc:spChg>
        <pc:spChg chg="add 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53" creationId="{0916E114-E4A8-4939-B2AE-6EA4AB2B591A}"/>
          </ac:spMkLst>
        </pc:spChg>
        <pc:spChg chg="add 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54" creationId="{AE25ACE3-9E46-45D4-B32E-57C24A9EF1B0}"/>
          </ac:spMkLst>
        </pc:spChg>
        <pc:spChg chg="add mod topLvl">
          <ac:chgData name="한 수미" userId="3d091dd9cbd79fe5" providerId="LiveId" clId="{6F078DCE-51A6-4AE5-9485-023BBA4ED4CE}" dt="2021-08-13T07:01:31.796" v="948" actId="164"/>
          <ac:spMkLst>
            <pc:docMk/>
            <pc:sldMk cId="2673992669" sldId="281"/>
            <ac:spMk id="55" creationId="{FDD655EF-71C2-4E8B-A23D-9346B3DB8F7E}"/>
          </ac:spMkLst>
        </pc:spChg>
        <pc:grpChg chg="add del mod">
          <ac:chgData name="한 수미" userId="3d091dd9cbd79fe5" providerId="LiveId" clId="{6F078DCE-51A6-4AE5-9485-023BBA4ED4CE}" dt="2021-08-13T06:22:35.961" v="907" actId="165"/>
          <ac:grpSpMkLst>
            <pc:docMk/>
            <pc:sldMk cId="2673992669" sldId="281"/>
            <ac:grpSpMk id="2" creationId="{A239A218-D32B-4BC1-ADB3-64806741EA78}"/>
          </ac:grpSpMkLst>
        </pc:grpChg>
        <pc:grpChg chg="add mod">
          <ac:chgData name="한 수미" userId="3d091dd9cbd79fe5" providerId="LiveId" clId="{6F078DCE-51A6-4AE5-9485-023BBA4ED4CE}" dt="2021-08-13T07:01:49.196" v="953" actId="1076"/>
          <ac:grpSpMkLst>
            <pc:docMk/>
            <pc:sldMk cId="2673992669" sldId="281"/>
            <ac:grpSpMk id="2" creationId="{DAB78DF4-01A3-4EB3-821A-8CC40BC3605E}"/>
          </ac:grpSpMkLst>
        </pc:grpChg>
        <pc:grpChg chg="add del mod">
          <ac:chgData name="한 수미" userId="3d091dd9cbd79fe5" providerId="LiveId" clId="{6F078DCE-51A6-4AE5-9485-023BBA4ED4CE}" dt="2021-08-13T06:59:48.135" v="919" actId="165"/>
          <ac:grpSpMkLst>
            <pc:docMk/>
            <pc:sldMk cId="2673992669" sldId="281"/>
            <ac:grpSpMk id="3" creationId="{D162CABB-5BCD-4E85-82FA-3C53C6C094DC}"/>
          </ac:grpSpMkLst>
        </pc:grpChg>
        <pc:grpChg chg="add del mod">
          <ac:chgData name="한 수미" userId="3d091dd9cbd79fe5" providerId="LiveId" clId="{6F078DCE-51A6-4AE5-9485-023BBA4ED4CE}" dt="2021-08-13T06:17:57.527" v="764" actId="165"/>
          <ac:grpSpMkLst>
            <pc:docMk/>
            <pc:sldMk cId="2673992669" sldId="281"/>
            <ac:grpSpMk id="27" creationId="{EF0928D4-1933-4976-9B9E-FBD7FC2E0A46}"/>
          </ac:grpSpMkLst>
        </pc:grpChg>
        <pc:grpChg chg="del">
          <ac:chgData name="한 수미" userId="3d091dd9cbd79fe5" providerId="LiveId" clId="{6F078DCE-51A6-4AE5-9485-023BBA4ED4CE}" dt="2021-08-13T06:16:18.813" v="759" actId="478"/>
          <ac:grpSpMkLst>
            <pc:docMk/>
            <pc:sldMk cId="2673992669" sldId="281"/>
            <ac:grpSpMk id="33" creationId="{8A2E2561-88BC-42A5-8F52-51A0987B603F}"/>
          </ac:grpSpMkLst>
        </pc:grpChg>
        <pc:grpChg chg="del">
          <ac:chgData name="한 수미" userId="3d091dd9cbd79fe5" providerId="LiveId" clId="{6F078DCE-51A6-4AE5-9485-023BBA4ED4CE}" dt="2021-08-13T06:16:18.813" v="759" actId="478"/>
          <ac:grpSpMkLst>
            <pc:docMk/>
            <pc:sldMk cId="2673992669" sldId="281"/>
            <ac:grpSpMk id="35" creationId="{26C739EA-93CE-4538-8876-35A7ECC811D7}"/>
          </ac:grpSpMkLst>
        </pc:grpChg>
        <pc:picChg chg="add del">
          <ac:chgData name="한 수미" userId="3d091dd9cbd79fe5" providerId="LiveId" clId="{6F078DCE-51A6-4AE5-9485-023BBA4ED4CE}" dt="2021-08-18T05:29:53.919" v="1647" actId="478"/>
          <ac:picMkLst>
            <pc:docMk/>
            <pc:sldMk cId="2673992669" sldId="281"/>
            <ac:picMk id="4" creationId="{18650F3C-69E1-4D26-BEE5-678D1DE3074F}"/>
          </ac:picMkLst>
        </pc:picChg>
        <pc:picChg chg="del">
          <ac:chgData name="한 수미" userId="3d091dd9cbd79fe5" providerId="LiveId" clId="{6F078DCE-51A6-4AE5-9485-023BBA4ED4CE}" dt="2021-08-13T06:16:18.813" v="759" actId="478"/>
          <ac:picMkLst>
            <pc:docMk/>
            <pc:sldMk cId="2673992669" sldId="281"/>
            <ac:picMk id="10" creationId="{85145854-8D81-4B0C-B0AA-90F0F9FC3FFE}"/>
          </ac:picMkLst>
        </pc:picChg>
        <pc:picChg chg="add mod">
          <ac:chgData name="한 수미" userId="3d091dd9cbd79fe5" providerId="LiveId" clId="{6F078DCE-51A6-4AE5-9485-023BBA4ED4CE}" dt="2021-08-13T06:16:46.651" v="760"/>
          <ac:picMkLst>
            <pc:docMk/>
            <pc:sldMk cId="2673992669" sldId="281"/>
            <ac:picMk id="48" creationId="{5C487ED7-F95A-4E32-A4C1-2DF0D8F648BA}"/>
          </ac:picMkLst>
        </pc:picChg>
        <pc:cxnChg chg="del">
          <ac:chgData name="한 수미" userId="3d091dd9cbd79fe5" providerId="LiveId" clId="{6F078DCE-51A6-4AE5-9485-023BBA4ED4CE}" dt="2021-08-13T06:16:18.813" v="759" actId="478"/>
          <ac:cxnSpMkLst>
            <pc:docMk/>
            <pc:sldMk cId="2673992669" sldId="281"/>
            <ac:cxnSpMk id="12" creationId="{469AC866-5F29-40EF-A9DE-2AC18BF52A07}"/>
          </ac:cxnSpMkLst>
        </pc:cxnChg>
        <pc:cxnChg chg="del">
          <ac:chgData name="한 수미" userId="3d091dd9cbd79fe5" providerId="LiveId" clId="{6F078DCE-51A6-4AE5-9485-023BBA4ED4CE}" dt="2021-08-13T06:16:18.813" v="759" actId="478"/>
          <ac:cxnSpMkLst>
            <pc:docMk/>
            <pc:sldMk cId="2673992669" sldId="281"/>
            <ac:cxnSpMk id="23" creationId="{138355C6-C434-4A7F-820F-C865EBDC6D66}"/>
          </ac:cxnSpMkLst>
        </pc:cxnChg>
      </pc:sldChg>
      <pc:sldChg chg="addSp delSp modSp add del mod setBg">
        <pc:chgData name="한 수미" userId="3d091dd9cbd79fe5" providerId="LiveId" clId="{6F078DCE-51A6-4AE5-9485-023BBA4ED4CE}" dt="2021-08-16T05:35:24.251" v="1635" actId="47"/>
        <pc:sldMkLst>
          <pc:docMk/>
          <pc:sldMk cId="1942474297" sldId="282"/>
        </pc:sldMkLst>
        <pc:spChg chg="del">
          <ac:chgData name="한 수미" userId="3d091dd9cbd79fe5" providerId="LiveId" clId="{6F078DCE-51A6-4AE5-9485-023BBA4ED4CE}" dt="2021-08-16T05:29:09.322" v="1418" actId="478"/>
          <ac:spMkLst>
            <pc:docMk/>
            <pc:sldMk cId="1942474297" sldId="282"/>
            <ac:spMk id="2" creationId="{539C8FE8-BA5B-4C12-BAC6-C3EEC0E69C2D}"/>
          </ac:spMkLst>
        </pc:spChg>
        <pc:spChg chg="add del mod">
          <ac:chgData name="한 수미" userId="3d091dd9cbd79fe5" providerId="LiveId" clId="{6F078DCE-51A6-4AE5-9485-023BBA4ED4CE}" dt="2021-08-16T05:34:15.569" v="1629" actId="478"/>
          <ac:spMkLst>
            <pc:docMk/>
            <pc:sldMk cId="1942474297" sldId="282"/>
            <ac:spMk id="3" creationId="{68B9540C-25AF-4D60-BC47-7BAD216597A9}"/>
          </ac:spMkLst>
        </pc:spChg>
        <pc:spChg chg="del">
          <ac:chgData name="한 수미" userId="3d091dd9cbd79fe5" providerId="LiveId" clId="{6F078DCE-51A6-4AE5-9485-023BBA4ED4CE}" dt="2021-08-16T05:29:09.322" v="1418" actId="478"/>
          <ac:spMkLst>
            <pc:docMk/>
            <pc:sldMk cId="1942474297" sldId="282"/>
            <ac:spMk id="13" creationId="{CCF87FA4-E2ED-40E1-9007-87B65445E373}"/>
          </ac:spMkLst>
        </pc:spChg>
        <pc:spChg chg="del">
          <ac:chgData name="한 수미" userId="3d091dd9cbd79fe5" providerId="LiveId" clId="{6F078DCE-51A6-4AE5-9485-023BBA4ED4CE}" dt="2021-08-16T05:29:09.322" v="1418" actId="478"/>
          <ac:spMkLst>
            <pc:docMk/>
            <pc:sldMk cId="1942474297" sldId="282"/>
            <ac:spMk id="25" creationId="{14837554-332A-44AC-B111-3FEE5B90982D}"/>
          </ac:spMkLst>
        </pc:spChg>
        <pc:spChg chg="del">
          <ac:chgData name="한 수미" userId="3d091dd9cbd79fe5" providerId="LiveId" clId="{6F078DCE-51A6-4AE5-9485-023BBA4ED4CE}" dt="2021-08-16T05:29:09.322" v="1418" actId="478"/>
          <ac:spMkLst>
            <pc:docMk/>
            <pc:sldMk cId="1942474297" sldId="282"/>
            <ac:spMk id="27" creationId="{856C8DFD-4794-46C8-AD55-E3331A6AA96B}"/>
          </ac:spMkLst>
        </pc:spChg>
        <pc:spChg chg="del">
          <ac:chgData name="한 수미" userId="3d091dd9cbd79fe5" providerId="LiveId" clId="{6F078DCE-51A6-4AE5-9485-023BBA4ED4CE}" dt="2021-08-16T05:29:09.322" v="1418" actId="478"/>
          <ac:spMkLst>
            <pc:docMk/>
            <pc:sldMk cId="1942474297" sldId="282"/>
            <ac:spMk id="29" creationId="{726807CC-6E9C-4C52-A163-572F216F2859}"/>
          </ac:spMkLst>
        </pc:spChg>
        <pc:cxnChg chg="del">
          <ac:chgData name="한 수미" userId="3d091dd9cbd79fe5" providerId="LiveId" clId="{6F078DCE-51A6-4AE5-9485-023BBA4ED4CE}" dt="2021-08-16T05:29:09.322" v="1418" actId="478"/>
          <ac:cxnSpMkLst>
            <pc:docMk/>
            <pc:sldMk cId="1942474297" sldId="282"/>
            <ac:cxnSpMk id="8" creationId="{FF994DB5-EF82-4CC8-AF1F-BADF1CB5BA0A}"/>
          </ac:cxnSpMkLst>
        </pc:cxnChg>
        <pc:cxnChg chg="del">
          <ac:chgData name="한 수미" userId="3d091dd9cbd79fe5" providerId="LiveId" clId="{6F078DCE-51A6-4AE5-9485-023BBA4ED4CE}" dt="2021-08-16T05:29:09.322" v="1418" actId="478"/>
          <ac:cxnSpMkLst>
            <pc:docMk/>
            <pc:sldMk cId="1942474297" sldId="282"/>
            <ac:cxnSpMk id="22" creationId="{821CA1DC-F86E-4894-A15D-0CEE6085916A}"/>
          </ac:cxnSpMkLst>
        </pc:cxnChg>
      </pc:sldChg>
      <pc:sldChg chg="delSp add del mod setBg">
        <pc:chgData name="한 수미" userId="3d091dd9cbd79fe5" providerId="LiveId" clId="{6F078DCE-51A6-4AE5-9485-023BBA4ED4CE}" dt="2021-08-18T05:29:51.202" v="1645" actId="47"/>
        <pc:sldMkLst>
          <pc:docMk/>
          <pc:sldMk cId="2109479650" sldId="282"/>
        </pc:sldMkLst>
        <pc:spChg chg="del">
          <ac:chgData name="한 수미" userId="3d091dd9cbd79fe5" providerId="LiveId" clId="{6F078DCE-51A6-4AE5-9485-023BBA4ED4CE}" dt="2021-08-18T05:29:33.151" v="1639" actId="478"/>
          <ac:spMkLst>
            <pc:docMk/>
            <pc:sldMk cId="2109479650" sldId="282"/>
            <ac:spMk id="2" creationId="{539C8FE8-BA5B-4C12-BAC6-C3EEC0E69C2D}"/>
          </ac:spMkLst>
        </pc:spChg>
        <pc:spChg chg="del">
          <ac:chgData name="한 수미" userId="3d091dd9cbd79fe5" providerId="LiveId" clId="{6F078DCE-51A6-4AE5-9485-023BBA4ED4CE}" dt="2021-08-18T05:29:33.151" v="1639" actId="478"/>
          <ac:spMkLst>
            <pc:docMk/>
            <pc:sldMk cId="2109479650" sldId="282"/>
            <ac:spMk id="13" creationId="{CCF87FA4-E2ED-40E1-9007-87B65445E373}"/>
          </ac:spMkLst>
        </pc:spChg>
        <pc:spChg chg="del">
          <ac:chgData name="한 수미" userId="3d091dd9cbd79fe5" providerId="LiveId" clId="{6F078DCE-51A6-4AE5-9485-023BBA4ED4CE}" dt="2021-08-18T05:29:33.151" v="1639" actId="478"/>
          <ac:spMkLst>
            <pc:docMk/>
            <pc:sldMk cId="2109479650" sldId="282"/>
            <ac:spMk id="25" creationId="{14837554-332A-44AC-B111-3FEE5B90982D}"/>
          </ac:spMkLst>
        </pc:spChg>
        <pc:spChg chg="del">
          <ac:chgData name="한 수미" userId="3d091dd9cbd79fe5" providerId="LiveId" clId="{6F078DCE-51A6-4AE5-9485-023BBA4ED4CE}" dt="2021-08-18T05:29:33.151" v="1639" actId="478"/>
          <ac:spMkLst>
            <pc:docMk/>
            <pc:sldMk cId="2109479650" sldId="282"/>
            <ac:spMk id="27" creationId="{856C8DFD-4794-46C8-AD55-E3331A6AA96B}"/>
          </ac:spMkLst>
        </pc:spChg>
        <pc:spChg chg="del">
          <ac:chgData name="한 수미" userId="3d091dd9cbd79fe5" providerId="LiveId" clId="{6F078DCE-51A6-4AE5-9485-023BBA4ED4CE}" dt="2021-08-18T05:29:33.151" v="1639" actId="478"/>
          <ac:spMkLst>
            <pc:docMk/>
            <pc:sldMk cId="2109479650" sldId="282"/>
            <ac:spMk id="29" creationId="{726807CC-6E9C-4C52-A163-572F216F2859}"/>
          </ac:spMkLst>
        </pc:spChg>
        <pc:cxnChg chg="del">
          <ac:chgData name="한 수미" userId="3d091dd9cbd79fe5" providerId="LiveId" clId="{6F078DCE-51A6-4AE5-9485-023BBA4ED4CE}" dt="2021-08-18T05:29:33.151" v="1639" actId="478"/>
          <ac:cxnSpMkLst>
            <pc:docMk/>
            <pc:sldMk cId="2109479650" sldId="282"/>
            <ac:cxnSpMk id="8" creationId="{FF994DB5-EF82-4CC8-AF1F-BADF1CB5BA0A}"/>
          </ac:cxnSpMkLst>
        </pc:cxnChg>
        <pc:cxnChg chg="del">
          <ac:chgData name="한 수미" userId="3d091dd9cbd79fe5" providerId="LiveId" clId="{6F078DCE-51A6-4AE5-9485-023BBA4ED4CE}" dt="2021-08-18T05:29:33.151" v="1639" actId="478"/>
          <ac:cxnSpMkLst>
            <pc:docMk/>
            <pc:sldMk cId="2109479650" sldId="282"/>
            <ac:cxnSpMk id="22" creationId="{821CA1DC-F86E-4894-A15D-0CEE6085916A}"/>
          </ac:cxnSpMkLst>
        </pc:cxnChg>
      </pc:sldChg>
      <pc:sldMasterChg chg="setBg modSldLayout">
        <pc:chgData name="한 수미" userId="3d091dd9cbd79fe5" providerId="LiveId" clId="{6F078DCE-51A6-4AE5-9485-023BBA4ED4CE}" dt="2021-08-18T05:29:47.548" v="1644"/>
        <pc:sldMasterMkLst>
          <pc:docMk/>
          <pc:sldMasterMk cId="1168793062" sldId="2147483648"/>
        </pc:sldMasterMkLst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362632794" sldId="2147483649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3899194799" sldId="2147483650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215783723" sldId="2147483651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825292080" sldId="2147483652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1887587263" sldId="2147483653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3581336320" sldId="2147483654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2548634114" sldId="2147483655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3924848898" sldId="2147483656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510989250" sldId="2147483657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2809592123" sldId="2147483658"/>
          </pc:sldLayoutMkLst>
        </pc:sldLayoutChg>
        <pc:sldLayoutChg chg="setBg">
          <pc:chgData name="한 수미" userId="3d091dd9cbd79fe5" providerId="LiveId" clId="{6F078DCE-51A6-4AE5-9485-023BBA4ED4CE}" dt="2021-08-18T05:29:47.548" v="1644"/>
          <pc:sldLayoutMkLst>
            <pc:docMk/>
            <pc:sldMasterMk cId="1168793062" sldId="2147483648"/>
            <pc:sldLayoutMk cId="944982866" sldId="2147483659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rgbClr val="153325"/>
                </a:solidFill>
                <a:latin typeface="서평원 꺾깎체 TTF" panose="020B0600000101010101" pitchFamily="50" charset="-127"/>
                <a:ea typeface="서평원 꺾깎체 TTF" panose="020B0600000101010101" pitchFamily="50" charset="-127"/>
                <a:cs typeface="+mn-cs"/>
              </a:defRPr>
            </a:pPr>
            <a:r>
              <a:rPr lang="ko-KR" dirty="0"/>
              <a:t>경영지원팀 </a:t>
            </a:r>
            <a:r>
              <a:rPr lang="en-US" dirty="0"/>
              <a:t>2</a:t>
            </a:r>
            <a:r>
              <a:rPr lang="ko-KR" dirty="0"/>
              <a:t>분기 성과지표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rgbClr val="153325"/>
              </a:solidFill>
              <a:latin typeface="서평원 꺾깎체 TTF" panose="020B0600000101010101" pitchFamily="50" charset="-127"/>
              <a:ea typeface="서평원 꺾깎체 TTF" panose="020B0600000101010101" pitchFamily="50" charset="-127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22523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rgbClr val="153325"/>
                    </a:solidFill>
                    <a:latin typeface="서평원 꺾깎체 TTF" panose="020B0600000101010101" pitchFamily="50" charset="-127"/>
                    <a:ea typeface="서평원 꺾깎체 TTF" panose="020B0600000101010101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B6-48C3-9077-09CA088B0FF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43A37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rgbClr val="153325"/>
                    </a:solidFill>
                    <a:latin typeface="서평원 꺾깎체 TTF" panose="020B0600000101010101" pitchFamily="50" charset="-127"/>
                    <a:ea typeface="서평원 꺾깎체 TTF" panose="020B0600000101010101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9B6-48C3-9077-09CA088B0FF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rgbClr val="A1BFB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rgbClr val="153325"/>
                    </a:solidFill>
                    <a:latin typeface="서평원 꺾깎체 TTF" panose="020B0600000101010101" pitchFamily="50" charset="-127"/>
                    <a:ea typeface="서평원 꺾깎체 TTF" panose="020B0600000101010101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9B6-48C3-9077-09CA088B0FF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5"/>
        <c:axId val="1142202000"/>
        <c:axId val="1142197840"/>
      </c:barChart>
      <c:catAx>
        <c:axId val="11422020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153325"/>
                </a:solidFill>
                <a:latin typeface="서평원 꺾깎체 TTF" panose="020B0600000101010101" pitchFamily="50" charset="-127"/>
                <a:ea typeface="서평원 꺾깎체 TTF" panose="020B0600000101010101" pitchFamily="50" charset="-127"/>
                <a:cs typeface="+mn-cs"/>
              </a:defRPr>
            </a:pPr>
            <a:endParaRPr lang="ko-KR"/>
          </a:p>
        </c:txPr>
        <c:crossAx val="1142197840"/>
        <c:crosses val="autoZero"/>
        <c:auto val="1"/>
        <c:lblAlgn val="ctr"/>
        <c:lblOffset val="100"/>
        <c:noMultiLvlLbl val="0"/>
      </c:catAx>
      <c:valAx>
        <c:axId val="114219784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42202000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rgbClr val="153325"/>
              </a:solidFill>
              <a:latin typeface="서평원 꺾깎체 TTF" panose="020B0600000101010101" pitchFamily="50" charset="-127"/>
              <a:ea typeface="서평원 꺾깎체 TTF" panose="020B0600000101010101" pitchFamily="50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rgbClr val="153325"/>
          </a:solidFill>
          <a:latin typeface="서평원 꺾깎체 TTF" panose="020B0600000101010101" pitchFamily="50" charset="-127"/>
          <a:ea typeface="서평원 꺾깎체 TTF" panose="020B0600000101010101" pitchFamily="50" charset="-127"/>
        </a:defRPr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5A2218-0323-4847-9A7E-9F6E8203E33D}" type="doc">
      <dgm:prSet loTypeId="urn:microsoft.com/office/officeart/2005/8/layout/matrix2" loCatId="matrix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pPr latinLnBrk="1"/>
          <a:endParaRPr lang="ko-KR" altLang="en-US"/>
        </a:p>
      </dgm:t>
    </dgm:pt>
    <dgm:pt modelId="{A1DD2974-4231-4138-9CDE-F7A8B3851BB1}">
      <dgm:prSet phldrT="[텍스트]" custT="1"/>
      <dgm:spPr>
        <a:solidFill>
          <a:srgbClr val="448E87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4BE1F847-A0ED-4ECD-AB6A-E290BF2CFD42}" type="parTrans" cxnId="{15F0516C-10F4-4D37-9AE5-36710B8E024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10DC76E-A6EF-4824-BA01-5D80C97CE196}" type="sibTrans" cxnId="{15F0516C-10F4-4D37-9AE5-36710B8E024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A8000F63-A886-41E5-94B9-F51591312069}">
      <dgm:prSet phldrT="[텍스트]" custT="1"/>
      <dgm:spPr>
        <a:solidFill>
          <a:srgbClr val="9DC3CF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3476BDC-C178-412C-8451-ABEF031B66A4}" type="parTrans" cxnId="{B1C006CB-A906-4983-8276-15D8B36961A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DF7942E-04EA-4106-B54B-BD19E92E6294}" type="sibTrans" cxnId="{B1C006CB-A906-4983-8276-15D8B36961A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9BD2920-3F4C-4E0E-A1C2-434C97F09D09}">
      <dgm:prSet phldrT="[텍스트]" custT="1"/>
      <dgm:spPr>
        <a:solidFill>
          <a:srgbClr val="418787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D315523B-9EAE-4E79-8726-6975023EFC4B}" type="parTrans" cxnId="{8F0E867F-F63D-41A8-B742-4DD03069EFB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47EA22C-CB9E-4B4D-B162-BCB0A69F43B5}" type="sibTrans" cxnId="{8F0E867F-F63D-41A8-B742-4DD03069EFBB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D74A1F05-5D66-43B6-BB7B-DBBCB6D0C573}">
      <dgm:prSet phldrT="[텍스트]" custT="1"/>
      <dgm:spPr>
        <a:solidFill>
          <a:srgbClr val="A4C4B9"/>
        </a:solidFill>
      </dgm:spPr>
      <dgm:t>
        <a:bodyPr/>
        <a:lstStyle/>
        <a:p>
          <a:pPr latinLnBrk="1"/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BD30D5D1-0F42-4736-A87A-7A9094F9E31E}" type="parTrans" cxnId="{20DEC220-BA40-42E8-A8F7-E24D193E062B}">
      <dgm:prSet/>
      <dgm:spPr/>
      <dgm:t>
        <a:bodyPr/>
        <a:lstStyle/>
        <a:p>
          <a:pPr latinLnBrk="1"/>
          <a:endParaRPr lang="ko-KR" altLang="en-US"/>
        </a:p>
      </dgm:t>
    </dgm:pt>
    <dgm:pt modelId="{0208EB55-EE7A-4675-ABC6-515BDF4FBE38}" type="sibTrans" cxnId="{20DEC220-BA40-42E8-A8F7-E24D193E062B}">
      <dgm:prSet/>
      <dgm:spPr/>
      <dgm:t>
        <a:bodyPr/>
        <a:lstStyle/>
        <a:p>
          <a:pPr latinLnBrk="1"/>
          <a:endParaRPr lang="ko-KR" altLang="en-US"/>
        </a:p>
      </dgm:t>
    </dgm:pt>
    <dgm:pt modelId="{591FDA2E-099C-4F0F-9D6E-95A921D13781}" type="pres">
      <dgm:prSet presAssocID="{725A2218-0323-4847-9A7E-9F6E8203E33D}" presName="matrix" presStyleCnt="0">
        <dgm:presLayoutVars>
          <dgm:chMax val="1"/>
          <dgm:dir/>
          <dgm:resizeHandles val="exact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F0DDF132-ABF6-4E42-9145-AC7EF0B32B82}" type="pres">
      <dgm:prSet presAssocID="{725A2218-0323-4847-9A7E-9F6E8203E33D}" presName="axisShape" presStyleLbl="bgShp" presStyleIdx="0" presStyleCnt="1"/>
      <dgm:spPr>
        <a:solidFill>
          <a:schemeClr val="bg1">
            <a:lumMod val="95000"/>
          </a:schemeClr>
        </a:solidFill>
      </dgm:spPr>
    </dgm:pt>
    <dgm:pt modelId="{6ADC1875-3CA0-4422-B69C-5E27AFA55986}" type="pres">
      <dgm:prSet presAssocID="{725A2218-0323-4847-9A7E-9F6E8203E33D}" presName="rect1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3A5047E5-BE12-40A9-A556-7B5AAADB3FC5}" type="pres">
      <dgm:prSet presAssocID="{725A2218-0323-4847-9A7E-9F6E8203E33D}" presName="rect2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4D8661BF-8BB4-4CDB-BCAD-BCD181D397F3}" type="pres">
      <dgm:prSet presAssocID="{725A2218-0323-4847-9A7E-9F6E8203E33D}" presName="rect3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BE51C24A-A76A-40DD-8E05-EFF283176035}" type="pres">
      <dgm:prSet presAssocID="{725A2218-0323-4847-9A7E-9F6E8203E33D}" presName="rect4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</dgm:ptLst>
  <dgm:cxnLst>
    <dgm:cxn modelId="{20DEC220-BA40-42E8-A8F7-E24D193E062B}" srcId="{725A2218-0323-4847-9A7E-9F6E8203E33D}" destId="{D74A1F05-5D66-43B6-BB7B-DBBCB6D0C573}" srcOrd="3" destOrd="0" parTransId="{BD30D5D1-0F42-4736-A87A-7A9094F9E31E}" sibTransId="{0208EB55-EE7A-4675-ABC6-515BDF4FBE38}"/>
    <dgm:cxn modelId="{15F0516C-10F4-4D37-9AE5-36710B8E024B}" srcId="{725A2218-0323-4847-9A7E-9F6E8203E33D}" destId="{A1DD2974-4231-4138-9CDE-F7A8B3851BB1}" srcOrd="0" destOrd="0" parTransId="{4BE1F847-A0ED-4ECD-AB6A-E290BF2CFD42}" sibTransId="{010DC76E-A6EF-4824-BA01-5D80C97CE196}"/>
    <dgm:cxn modelId="{242F1A2B-2460-40F5-9818-CE3342BC2512}" type="presOf" srcId="{A1DD2974-4231-4138-9CDE-F7A8B3851BB1}" destId="{6ADC1875-3CA0-4422-B69C-5E27AFA55986}" srcOrd="0" destOrd="0" presId="urn:microsoft.com/office/officeart/2005/8/layout/matrix2"/>
    <dgm:cxn modelId="{2B368099-8994-4166-AFED-FD0E1E542401}" type="presOf" srcId="{A8000F63-A886-41E5-94B9-F51591312069}" destId="{3A5047E5-BE12-40A9-A556-7B5AAADB3FC5}" srcOrd="0" destOrd="0" presId="urn:microsoft.com/office/officeart/2005/8/layout/matrix2"/>
    <dgm:cxn modelId="{914B7E4A-4710-45B9-B7C8-39D76F1EF21C}" type="presOf" srcId="{89BD2920-3F4C-4E0E-A1C2-434C97F09D09}" destId="{4D8661BF-8BB4-4CDB-BCAD-BCD181D397F3}" srcOrd="0" destOrd="0" presId="urn:microsoft.com/office/officeart/2005/8/layout/matrix2"/>
    <dgm:cxn modelId="{B1C006CB-A906-4983-8276-15D8B36961A0}" srcId="{725A2218-0323-4847-9A7E-9F6E8203E33D}" destId="{A8000F63-A886-41E5-94B9-F51591312069}" srcOrd="1" destOrd="0" parTransId="{B3476BDC-C178-412C-8451-ABEF031B66A4}" sibTransId="{8DF7942E-04EA-4106-B54B-BD19E92E6294}"/>
    <dgm:cxn modelId="{AF7F148F-BBBD-4C4D-98D8-B70B6A0309FE}" type="presOf" srcId="{725A2218-0323-4847-9A7E-9F6E8203E33D}" destId="{591FDA2E-099C-4F0F-9D6E-95A921D13781}" srcOrd="0" destOrd="0" presId="urn:microsoft.com/office/officeart/2005/8/layout/matrix2"/>
    <dgm:cxn modelId="{9FAB5D34-DA51-4678-9258-471FE58F76BA}" type="presOf" srcId="{D74A1F05-5D66-43B6-BB7B-DBBCB6D0C573}" destId="{BE51C24A-A76A-40DD-8E05-EFF283176035}" srcOrd="0" destOrd="0" presId="urn:microsoft.com/office/officeart/2005/8/layout/matrix2"/>
    <dgm:cxn modelId="{8F0E867F-F63D-41A8-B742-4DD03069EFBB}" srcId="{725A2218-0323-4847-9A7E-9F6E8203E33D}" destId="{89BD2920-3F4C-4E0E-A1C2-434C97F09D09}" srcOrd="2" destOrd="0" parTransId="{D315523B-9EAE-4E79-8726-6975023EFC4B}" sibTransId="{B47EA22C-CB9E-4B4D-B162-BCB0A69F43B5}"/>
    <dgm:cxn modelId="{642D79ED-D292-4767-B4CC-638A0B72DEF7}" type="presParOf" srcId="{591FDA2E-099C-4F0F-9D6E-95A921D13781}" destId="{F0DDF132-ABF6-4E42-9145-AC7EF0B32B82}" srcOrd="0" destOrd="0" presId="urn:microsoft.com/office/officeart/2005/8/layout/matrix2"/>
    <dgm:cxn modelId="{AE1A4316-7B90-4F00-88CE-30F43239AD64}" type="presParOf" srcId="{591FDA2E-099C-4F0F-9D6E-95A921D13781}" destId="{6ADC1875-3CA0-4422-B69C-5E27AFA55986}" srcOrd="1" destOrd="0" presId="urn:microsoft.com/office/officeart/2005/8/layout/matrix2"/>
    <dgm:cxn modelId="{AF94DC69-7B16-4086-BE8F-0A37BBE8B1EF}" type="presParOf" srcId="{591FDA2E-099C-4F0F-9D6E-95A921D13781}" destId="{3A5047E5-BE12-40A9-A556-7B5AAADB3FC5}" srcOrd="2" destOrd="0" presId="urn:microsoft.com/office/officeart/2005/8/layout/matrix2"/>
    <dgm:cxn modelId="{BE2B128F-6181-4236-88AF-D2755F5BD64F}" type="presParOf" srcId="{591FDA2E-099C-4F0F-9D6E-95A921D13781}" destId="{4D8661BF-8BB4-4CDB-BCAD-BCD181D397F3}" srcOrd="3" destOrd="0" presId="urn:microsoft.com/office/officeart/2005/8/layout/matrix2"/>
    <dgm:cxn modelId="{A296E2A7-F892-425A-BB08-2E99FC66B9C3}" type="presParOf" srcId="{591FDA2E-099C-4F0F-9D6E-95A921D13781}" destId="{BE51C24A-A76A-40DD-8E05-EFF283176035}" srcOrd="4" destOrd="0" presId="urn:microsoft.com/office/officeart/2005/8/layout/matrix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1870D8A-B850-4791-9E7D-BEAAB0DDE35A}" type="doc">
      <dgm:prSet loTypeId="urn:microsoft.com/office/officeart/2005/8/layout/cycle3" loCatId="cycle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pPr latinLnBrk="1"/>
          <a:endParaRPr lang="ko-KR" altLang="en-US"/>
        </a:p>
      </dgm:t>
    </dgm:pt>
    <dgm:pt modelId="{525267C4-41E5-4200-8CC1-C7A9C189E35E}">
      <dgm:prSet phldrT="[텍스트]" custT="1"/>
      <dgm:spPr>
        <a:solidFill>
          <a:srgbClr val="83A99B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3185DB30-F281-42D8-A935-CF7AD4F20DCE}" type="parTrans" cxnId="{9A8E2600-B0FE-4452-920A-E1C8DB3D4069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90682EA1-1383-4063-A7A7-810A0A62845E}" type="sibTrans" cxnId="{9A8E2600-B0FE-4452-920A-E1C8DB3D4069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30A5D7F3-9060-4A60-8C1C-F6E7B9435EDB}">
      <dgm:prSet phldrT="[텍스트]" custT="1"/>
      <dgm:spPr>
        <a:solidFill>
          <a:srgbClr val="479374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94AB2604-8954-47AD-BDC2-5B239965C4BD}" type="parTrans" cxnId="{64B713A9-1C1D-44C1-8789-10CBCD418375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A9ECFF7-4F53-49BB-86D4-8A324403D922}" type="sibTrans" cxnId="{64B713A9-1C1D-44C1-8789-10CBCD418375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C939CB90-6439-4F70-B9BB-E42BA907F834}">
      <dgm:prSet phldrT="[텍스트]" custT="1"/>
      <dgm:spPr>
        <a:solidFill>
          <a:srgbClr val="3D7F64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CBAB8A2B-119F-43AB-BFB1-C62C4BEF8602}" type="parTrans" cxnId="{BBB18277-985B-496A-9159-D9BEB48AC3B4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D2F5590-2448-449B-B875-DC2E7DC8E184}" type="sibTrans" cxnId="{BBB18277-985B-496A-9159-D9BEB48AC3B4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79B58019-09BC-4246-BAB4-F3CCEFEB8633}">
      <dgm:prSet phldrT="[텍스트]" custT="1"/>
      <dgm:spPr>
        <a:solidFill>
          <a:srgbClr val="22523B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5187202D-E796-42D2-8A61-E7507A616E4C}" type="parTrans" cxnId="{7793289A-7AFA-419C-A5B7-68EE00ACE5F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2141B334-2A37-4FE8-8C88-ACC8BA9D72B2}" type="sibTrans" cxnId="{7793289A-7AFA-419C-A5B7-68EE00ACE5F0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08CC61F8-D487-4B25-8429-F684F1040DEC}">
      <dgm:prSet phldrT="[텍스트]" custT="1"/>
      <dgm:spPr>
        <a:solidFill>
          <a:srgbClr val="C4D6D0"/>
        </a:solidFill>
      </dgm:spPr>
      <dgm:t>
        <a:bodyPr/>
        <a:lstStyle/>
        <a:p>
          <a:pPr latinLnBrk="1"/>
          <a:r>
            <a:rPr lang="ko-KR" altLang="en-US" sz="14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gm:t>
    </dgm:pt>
    <dgm:pt modelId="{0C059BBE-66C5-40EB-8040-0E972AE295C3}" type="parTrans" cxnId="{4B8D74C1-118D-4B41-9FD1-427B938B3DE1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88C0F8AC-CB16-4295-89FF-26B58FC4B4FE}" type="sibTrans" cxnId="{4B8D74C1-118D-4B41-9FD1-427B938B3DE1}">
      <dgm:prSet/>
      <dgm:spPr/>
      <dgm:t>
        <a:bodyPr/>
        <a:lstStyle/>
        <a:p>
          <a:pPr latinLnBrk="1"/>
          <a:endParaRPr lang="ko-KR" altLang="en-US" sz="110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gm:t>
    </dgm:pt>
    <dgm:pt modelId="{2EAFDFAA-5AD8-4F77-9456-C23AA58F96C1}" type="pres">
      <dgm:prSet presAssocID="{F1870D8A-B850-4791-9E7D-BEAAB0DDE35A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F35ECD37-C7CF-46AA-A778-9E127B06E398}" type="pres">
      <dgm:prSet presAssocID="{F1870D8A-B850-4791-9E7D-BEAAB0DDE35A}" presName="cycle" presStyleCnt="0"/>
      <dgm:spPr/>
    </dgm:pt>
    <dgm:pt modelId="{EC928545-E767-4FF6-9560-D81E84DEB804}" type="pres">
      <dgm:prSet presAssocID="{525267C4-41E5-4200-8CC1-C7A9C189E35E}" presName="nodeFirstNode" presStyleLbl="node1" presStyleIdx="0" presStyleCnt="5" custScaleX="79064" custScaleY="79064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FE1B120-630B-42BF-A40A-400FAC0CDDA3}" type="pres">
      <dgm:prSet presAssocID="{90682EA1-1383-4063-A7A7-810A0A62845E}" presName="sibTransFirstNode" presStyleLbl="bgShp" presStyleIdx="0" presStyleCnt="1"/>
      <dgm:spPr/>
      <dgm:t>
        <a:bodyPr/>
        <a:lstStyle/>
        <a:p>
          <a:pPr latinLnBrk="1"/>
          <a:endParaRPr lang="ko-KR" altLang="en-US"/>
        </a:p>
      </dgm:t>
    </dgm:pt>
    <dgm:pt modelId="{99B5665D-5428-4EDC-B910-20EF776BBC52}" type="pres">
      <dgm:prSet presAssocID="{30A5D7F3-9060-4A60-8C1C-F6E7B9435EDB}" presName="nodeFollowingNodes" presStyleLbl="node1" presStyleIdx="1" presStyleCnt="5" custScaleX="79064" custScaleY="79064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FD5CD454-37E4-4068-A8E7-8B796AB726A3}" type="pres">
      <dgm:prSet presAssocID="{C939CB90-6439-4F70-B9BB-E42BA907F834}" presName="nodeFollowingNodes" presStyleLbl="node1" presStyleIdx="2" presStyleCnt="5" custScaleX="79064" custScaleY="79064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9A767CDA-816B-4EDB-9CB0-D7B21045A6F4}" type="pres">
      <dgm:prSet presAssocID="{79B58019-09BC-4246-BAB4-F3CCEFEB8633}" presName="nodeFollowingNodes" presStyleLbl="node1" presStyleIdx="3" presStyleCnt="5" custScaleX="79064" custScaleY="79064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CE3E5BDD-19EA-42EE-9091-E5A8F7EE87D6}" type="pres">
      <dgm:prSet presAssocID="{08CC61F8-D487-4B25-8429-F684F1040DEC}" presName="nodeFollowingNodes" presStyleLbl="node1" presStyleIdx="4" presStyleCnt="5" custScaleX="79064" custScaleY="79064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</dgm:ptLst>
  <dgm:cxnLst>
    <dgm:cxn modelId="{1DFDF388-D033-4874-8DFC-0AC63C192F05}" type="presOf" srcId="{F1870D8A-B850-4791-9E7D-BEAAB0DDE35A}" destId="{2EAFDFAA-5AD8-4F77-9456-C23AA58F96C1}" srcOrd="0" destOrd="0" presId="urn:microsoft.com/office/officeart/2005/8/layout/cycle3"/>
    <dgm:cxn modelId="{867995A0-1D29-4EBB-A070-5C8BD916656E}" type="presOf" srcId="{30A5D7F3-9060-4A60-8C1C-F6E7B9435EDB}" destId="{99B5665D-5428-4EDC-B910-20EF776BBC52}" srcOrd="0" destOrd="0" presId="urn:microsoft.com/office/officeart/2005/8/layout/cycle3"/>
    <dgm:cxn modelId="{F4B53BC1-ACAC-4D7C-B5F8-E1ED307A8ED4}" type="presOf" srcId="{525267C4-41E5-4200-8CC1-C7A9C189E35E}" destId="{EC928545-E767-4FF6-9560-D81E84DEB804}" srcOrd="0" destOrd="0" presId="urn:microsoft.com/office/officeart/2005/8/layout/cycle3"/>
    <dgm:cxn modelId="{83B2E244-E150-49FF-871F-06C19D34D905}" type="presOf" srcId="{90682EA1-1383-4063-A7A7-810A0A62845E}" destId="{7FE1B120-630B-42BF-A40A-400FAC0CDDA3}" srcOrd="0" destOrd="0" presId="urn:microsoft.com/office/officeart/2005/8/layout/cycle3"/>
    <dgm:cxn modelId="{4B8D74C1-118D-4B41-9FD1-427B938B3DE1}" srcId="{F1870D8A-B850-4791-9E7D-BEAAB0DDE35A}" destId="{08CC61F8-D487-4B25-8429-F684F1040DEC}" srcOrd="4" destOrd="0" parTransId="{0C059BBE-66C5-40EB-8040-0E972AE295C3}" sibTransId="{88C0F8AC-CB16-4295-89FF-26B58FC4B4FE}"/>
    <dgm:cxn modelId="{7793289A-7AFA-419C-A5B7-68EE00ACE5F0}" srcId="{F1870D8A-B850-4791-9E7D-BEAAB0DDE35A}" destId="{79B58019-09BC-4246-BAB4-F3CCEFEB8633}" srcOrd="3" destOrd="0" parTransId="{5187202D-E796-42D2-8A61-E7507A616E4C}" sibTransId="{2141B334-2A37-4FE8-8C88-ACC8BA9D72B2}"/>
    <dgm:cxn modelId="{4FB0A712-D3BE-4F82-846E-F65BB590DE2E}" type="presOf" srcId="{79B58019-09BC-4246-BAB4-F3CCEFEB8633}" destId="{9A767CDA-816B-4EDB-9CB0-D7B21045A6F4}" srcOrd="0" destOrd="0" presId="urn:microsoft.com/office/officeart/2005/8/layout/cycle3"/>
    <dgm:cxn modelId="{BBB18277-985B-496A-9159-D9BEB48AC3B4}" srcId="{F1870D8A-B850-4791-9E7D-BEAAB0DDE35A}" destId="{C939CB90-6439-4F70-B9BB-E42BA907F834}" srcOrd="2" destOrd="0" parTransId="{CBAB8A2B-119F-43AB-BFB1-C62C4BEF8602}" sibTransId="{0D2F5590-2448-449B-B875-DC2E7DC8E184}"/>
    <dgm:cxn modelId="{64B713A9-1C1D-44C1-8789-10CBCD418375}" srcId="{F1870D8A-B850-4791-9E7D-BEAAB0DDE35A}" destId="{30A5D7F3-9060-4A60-8C1C-F6E7B9435EDB}" srcOrd="1" destOrd="0" parTransId="{94AB2604-8954-47AD-BDC2-5B239965C4BD}" sibTransId="{0A9ECFF7-4F53-49BB-86D4-8A324403D922}"/>
    <dgm:cxn modelId="{6A691AFA-3F41-44FE-B677-F8B50FDE4744}" type="presOf" srcId="{08CC61F8-D487-4B25-8429-F684F1040DEC}" destId="{CE3E5BDD-19EA-42EE-9091-E5A8F7EE87D6}" srcOrd="0" destOrd="0" presId="urn:microsoft.com/office/officeart/2005/8/layout/cycle3"/>
    <dgm:cxn modelId="{CD686700-77F0-4D5F-9689-90D4A78170FE}" type="presOf" srcId="{C939CB90-6439-4F70-B9BB-E42BA907F834}" destId="{FD5CD454-37E4-4068-A8E7-8B796AB726A3}" srcOrd="0" destOrd="0" presId="urn:microsoft.com/office/officeart/2005/8/layout/cycle3"/>
    <dgm:cxn modelId="{9A8E2600-B0FE-4452-920A-E1C8DB3D4069}" srcId="{F1870D8A-B850-4791-9E7D-BEAAB0DDE35A}" destId="{525267C4-41E5-4200-8CC1-C7A9C189E35E}" srcOrd="0" destOrd="0" parTransId="{3185DB30-F281-42D8-A935-CF7AD4F20DCE}" sibTransId="{90682EA1-1383-4063-A7A7-810A0A62845E}"/>
    <dgm:cxn modelId="{B3DE9C99-F0E9-4D7E-8CD0-838DC6478E3D}" type="presParOf" srcId="{2EAFDFAA-5AD8-4F77-9456-C23AA58F96C1}" destId="{F35ECD37-C7CF-46AA-A778-9E127B06E398}" srcOrd="0" destOrd="0" presId="urn:microsoft.com/office/officeart/2005/8/layout/cycle3"/>
    <dgm:cxn modelId="{B795B5DE-AD70-4672-8AC9-65F3F4F460D7}" type="presParOf" srcId="{F35ECD37-C7CF-46AA-A778-9E127B06E398}" destId="{EC928545-E767-4FF6-9560-D81E84DEB804}" srcOrd="0" destOrd="0" presId="urn:microsoft.com/office/officeart/2005/8/layout/cycle3"/>
    <dgm:cxn modelId="{ADAD77B9-DB76-489F-B8A2-97875DEB0B76}" type="presParOf" srcId="{F35ECD37-C7CF-46AA-A778-9E127B06E398}" destId="{7FE1B120-630B-42BF-A40A-400FAC0CDDA3}" srcOrd="1" destOrd="0" presId="urn:microsoft.com/office/officeart/2005/8/layout/cycle3"/>
    <dgm:cxn modelId="{1FA9FA59-74B4-44D9-A4FE-AFC56DEA2AA5}" type="presParOf" srcId="{F35ECD37-C7CF-46AA-A778-9E127B06E398}" destId="{99B5665D-5428-4EDC-B910-20EF776BBC52}" srcOrd="2" destOrd="0" presId="urn:microsoft.com/office/officeart/2005/8/layout/cycle3"/>
    <dgm:cxn modelId="{FEB46BA6-7A53-4A30-956F-E0B005AC40AE}" type="presParOf" srcId="{F35ECD37-C7CF-46AA-A778-9E127B06E398}" destId="{FD5CD454-37E4-4068-A8E7-8B796AB726A3}" srcOrd="3" destOrd="0" presId="urn:microsoft.com/office/officeart/2005/8/layout/cycle3"/>
    <dgm:cxn modelId="{D01C4CE3-4D54-407C-8A2F-B8939F5D36DC}" type="presParOf" srcId="{F35ECD37-C7CF-46AA-A778-9E127B06E398}" destId="{9A767CDA-816B-4EDB-9CB0-D7B21045A6F4}" srcOrd="4" destOrd="0" presId="urn:microsoft.com/office/officeart/2005/8/layout/cycle3"/>
    <dgm:cxn modelId="{69A41B70-F2FF-4FBF-95D3-F1EE74004048}" type="presParOf" srcId="{F35ECD37-C7CF-46AA-A778-9E127B06E398}" destId="{CE3E5BDD-19EA-42EE-9091-E5A8F7EE87D6}" srcOrd="5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DF132-ABF6-4E42-9145-AC7EF0B32B82}">
      <dsp:nvSpPr>
        <dsp:cNvPr id="0" name=""/>
        <dsp:cNvSpPr/>
      </dsp:nvSpPr>
      <dsp:spPr>
        <a:xfrm>
          <a:off x="1132545" y="0"/>
          <a:ext cx="4275959" cy="4275959"/>
        </a:xfrm>
        <a:prstGeom prst="quadArrow">
          <a:avLst>
            <a:gd name="adj1" fmla="val 2000"/>
            <a:gd name="adj2" fmla="val 4000"/>
            <a:gd name="adj3" fmla="val 5000"/>
          </a:avLst>
        </a:prstGeom>
        <a:solidFill>
          <a:schemeClr val="bg1">
            <a:lumMod val="95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DC1875-3CA0-4422-B69C-5E27AFA55986}">
      <dsp:nvSpPr>
        <dsp:cNvPr id="0" name=""/>
        <dsp:cNvSpPr/>
      </dsp:nvSpPr>
      <dsp:spPr>
        <a:xfrm>
          <a:off x="1410482" y="277937"/>
          <a:ext cx="1710383" cy="1710383"/>
        </a:xfrm>
        <a:prstGeom prst="roundRect">
          <a:avLst/>
        </a:prstGeom>
        <a:solidFill>
          <a:srgbClr val="448E8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1493976" y="361431"/>
        <a:ext cx="1543395" cy="1543395"/>
      </dsp:txXfrm>
    </dsp:sp>
    <dsp:sp modelId="{3A5047E5-BE12-40A9-A556-7B5AAADB3FC5}">
      <dsp:nvSpPr>
        <dsp:cNvPr id="0" name=""/>
        <dsp:cNvSpPr/>
      </dsp:nvSpPr>
      <dsp:spPr>
        <a:xfrm>
          <a:off x="3420183" y="277937"/>
          <a:ext cx="1710383" cy="1710383"/>
        </a:xfrm>
        <a:prstGeom prst="roundRect">
          <a:avLst/>
        </a:prstGeom>
        <a:solidFill>
          <a:srgbClr val="9DC3CF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3503677" y="361431"/>
        <a:ext cx="1543395" cy="1543395"/>
      </dsp:txXfrm>
    </dsp:sp>
    <dsp:sp modelId="{4D8661BF-8BB4-4CDB-BCAD-BCD181D397F3}">
      <dsp:nvSpPr>
        <dsp:cNvPr id="0" name=""/>
        <dsp:cNvSpPr/>
      </dsp:nvSpPr>
      <dsp:spPr>
        <a:xfrm>
          <a:off x="1410482" y="2287638"/>
          <a:ext cx="1710383" cy="1710383"/>
        </a:xfrm>
        <a:prstGeom prst="roundRect">
          <a:avLst/>
        </a:prstGeom>
        <a:solidFill>
          <a:srgbClr val="41878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1493976" y="2371132"/>
        <a:ext cx="1543395" cy="1543395"/>
      </dsp:txXfrm>
    </dsp:sp>
    <dsp:sp modelId="{BE51C24A-A76A-40DD-8E05-EFF283176035}">
      <dsp:nvSpPr>
        <dsp:cNvPr id="0" name=""/>
        <dsp:cNvSpPr/>
      </dsp:nvSpPr>
      <dsp:spPr>
        <a:xfrm>
          <a:off x="3420183" y="2287638"/>
          <a:ext cx="1710383" cy="1710383"/>
        </a:xfrm>
        <a:prstGeom prst="roundRect">
          <a:avLst/>
        </a:prstGeom>
        <a:solidFill>
          <a:srgbClr val="A4C4B9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제목을 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/>
          </a:r>
          <a:b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</a:br>
          <a:r>
            <a:rPr lang="ko-KR" altLang="en-US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입력해 주세요</a:t>
          </a:r>
          <a:r>
            <a:rPr lang="en-US" altLang="ko-KR" sz="18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.</a:t>
          </a:r>
          <a:endParaRPr lang="ko-KR" altLang="en-US" sz="1800" kern="1200" dirty="0">
            <a:latin typeface="서평원 꺾깎체 TTF" panose="020B0600000101010101" pitchFamily="50" charset="-127"/>
            <a:ea typeface="서평원 꺾깎체 TTF" panose="020B0600000101010101" pitchFamily="50" charset="-127"/>
          </a:endParaRPr>
        </a:p>
      </dsp:txBody>
      <dsp:txXfrm>
        <a:off x="3503677" y="2371132"/>
        <a:ext cx="1543395" cy="15433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E1B120-630B-42BF-A40A-400FAC0CDDA3}">
      <dsp:nvSpPr>
        <dsp:cNvPr id="0" name=""/>
        <dsp:cNvSpPr/>
      </dsp:nvSpPr>
      <dsp:spPr>
        <a:xfrm>
          <a:off x="1024506" y="55593"/>
          <a:ext cx="2889800" cy="2889800"/>
        </a:xfrm>
        <a:prstGeom prst="circularArrow">
          <a:avLst>
            <a:gd name="adj1" fmla="val 5544"/>
            <a:gd name="adj2" fmla="val 330680"/>
            <a:gd name="adj3" fmla="val 14307202"/>
            <a:gd name="adj4" fmla="val 17070408"/>
            <a:gd name="adj5" fmla="val 5757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928545-E767-4FF6-9560-D81E84DEB804}">
      <dsp:nvSpPr>
        <dsp:cNvPr id="0" name=""/>
        <dsp:cNvSpPr/>
      </dsp:nvSpPr>
      <dsp:spPr>
        <a:xfrm>
          <a:off x="1953657" y="69355"/>
          <a:ext cx="1031498" cy="515749"/>
        </a:xfrm>
        <a:prstGeom prst="roundRect">
          <a:avLst/>
        </a:prstGeom>
        <a:solidFill>
          <a:srgbClr val="83A99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1978834" y="94532"/>
        <a:ext cx="981144" cy="465395"/>
      </dsp:txXfrm>
    </dsp:sp>
    <dsp:sp modelId="{99B5665D-5428-4EDC-B910-20EF776BBC52}">
      <dsp:nvSpPr>
        <dsp:cNvPr id="0" name=""/>
        <dsp:cNvSpPr/>
      </dsp:nvSpPr>
      <dsp:spPr>
        <a:xfrm>
          <a:off x="3125667" y="920871"/>
          <a:ext cx="1031498" cy="515749"/>
        </a:xfrm>
        <a:prstGeom prst="roundRect">
          <a:avLst/>
        </a:prstGeom>
        <a:solidFill>
          <a:srgbClr val="47937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3150844" y="946048"/>
        <a:ext cx="981144" cy="465395"/>
      </dsp:txXfrm>
    </dsp:sp>
    <dsp:sp modelId="{FD5CD454-37E4-4068-A8E7-8B796AB726A3}">
      <dsp:nvSpPr>
        <dsp:cNvPr id="0" name=""/>
        <dsp:cNvSpPr/>
      </dsp:nvSpPr>
      <dsp:spPr>
        <a:xfrm>
          <a:off x="2677999" y="2298651"/>
          <a:ext cx="1031498" cy="515749"/>
        </a:xfrm>
        <a:prstGeom prst="roundRect">
          <a:avLst/>
        </a:prstGeom>
        <a:solidFill>
          <a:srgbClr val="3D7F6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2703176" y="2323828"/>
        <a:ext cx="981144" cy="465395"/>
      </dsp:txXfrm>
    </dsp:sp>
    <dsp:sp modelId="{9A767CDA-816B-4EDB-9CB0-D7B21045A6F4}">
      <dsp:nvSpPr>
        <dsp:cNvPr id="0" name=""/>
        <dsp:cNvSpPr/>
      </dsp:nvSpPr>
      <dsp:spPr>
        <a:xfrm>
          <a:off x="1229315" y="2298651"/>
          <a:ext cx="1031498" cy="515749"/>
        </a:xfrm>
        <a:prstGeom prst="roundRect">
          <a:avLst/>
        </a:prstGeom>
        <a:solidFill>
          <a:srgbClr val="22523B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1254492" y="2323828"/>
        <a:ext cx="981144" cy="465395"/>
      </dsp:txXfrm>
    </dsp:sp>
    <dsp:sp modelId="{CE3E5BDD-19EA-42EE-9091-E5A8F7EE87D6}">
      <dsp:nvSpPr>
        <dsp:cNvPr id="0" name=""/>
        <dsp:cNvSpPr/>
      </dsp:nvSpPr>
      <dsp:spPr>
        <a:xfrm>
          <a:off x="781647" y="920871"/>
          <a:ext cx="1031498" cy="515749"/>
        </a:xfrm>
        <a:prstGeom prst="roundRect">
          <a:avLst/>
        </a:prstGeom>
        <a:solidFill>
          <a:srgbClr val="C4D6D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400" kern="1200" dirty="0">
              <a:latin typeface="서평원 꺾깎체 TTF" panose="020B0600000101010101" pitchFamily="50" charset="-127"/>
              <a:ea typeface="서평원 꺾깎체 TTF" panose="020B0600000101010101" pitchFamily="50" charset="-127"/>
            </a:rPr>
            <a:t>타이틀</a:t>
          </a:r>
        </a:p>
      </dsp:txBody>
      <dsp:txXfrm>
        <a:off x="806824" y="946048"/>
        <a:ext cx="981144" cy="4653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2">
  <dgm:title val=""/>
  <dgm:desc val=""/>
  <dgm:catLst>
    <dgm:cat type="matrix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l" for="ch" forName="rect1" refType="w" fact="0.065"/>
          <dgm:constr type="t" for="ch" forName="rect1" refType="h" fact="0.065"/>
          <dgm:constr type="w" for="ch" forName="rect2" refType="w" fact="0.4"/>
          <dgm:constr type="h" for="ch" forName="rect2" refType="h" fact="0.4"/>
          <dgm:constr type="r" for="ch" forName="rect2" refType="w" fact="0.935"/>
          <dgm:constr type="t" for="ch" forName="rect2" refType="h" fact="0.065"/>
          <dgm:constr type="w" for="ch" forName="rect3" refType="w" fact="0.4"/>
          <dgm:constr type="h" for="ch" forName="rect3" refType="w" fact="0.4"/>
          <dgm:constr type="l" for="ch" forName="rect3" refType="w" fact="0.065"/>
          <dgm:constr type="b" for="ch" forName="rect3" refType="h" fact="0.935"/>
          <dgm:constr type="w" for="ch" forName="rect4" refType="w" fact="0.4"/>
          <dgm:constr type="h" for="ch" forName="rect4" refType="h" fact="0.4"/>
          <dgm:constr type="r" for="ch" forName="rect4" refType="w" fact="0.935"/>
          <dgm:constr type="b" for="ch" forName="rect4" refType="h" fact="0.935"/>
        </dgm:constrLst>
      </dgm:if>
      <dgm:else name="Name2">
        <dgm:constrLst>
          <dgm:constr type="primFontSz" for="ch" ptType="node" op="equ" val="65"/>
          <dgm:constr type="w" for="ch" forName="axisShape" refType="w"/>
          <dgm:constr type="h" for="ch" forName="axisShape" refType="h"/>
          <dgm:constr type="w" for="ch" forName="rect1" refType="w" fact="0.4"/>
          <dgm:constr type="h" for="ch" forName="rect1" refType="w" fact="0.4"/>
          <dgm:constr type="r" for="ch" forName="rect1" refType="w" fact="0.935"/>
          <dgm:constr type="t" for="ch" forName="rect1" refType="h" fact="0.065"/>
          <dgm:constr type="w" for="ch" forName="rect2" refType="w" fact="0.4"/>
          <dgm:constr type="h" for="ch" forName="rect2" refType="h" fact="0.4"/>
          <dgm:constr type="l" for="ch" forName="rect2" refType="w" fact="0.065"/>
          <dgm:constr type="t" for="ch" forName="rect2" refType="h" fact="0.065"/>
          <dgm:constr type="w" for="ch" forName="rect3" refType="w" fact="0.4"/>
          <dgm:constr type="h" for="ch" forName="rect3" refType="w" fact="0.4"/>
          <dgm:constr type="r" for="ch" forName="rect3" refType="w" fact="0.935"/>
          <dgm:constr type="b" for="ch" forName="rect3" refType="h" fact="0.935"/>
          <dgm:constr type="w" for="ch" forName="rect4" refType="w" fact="0.4"/>
          <dgm:constr type="h" for="ch" forName="rect4" refType="h" fact="0.4"/>
          <dgm:constr type="l" for="ch" forName="rect4" refType="w" fact="0.065"/>
          <dgm:constr type="b" for="ch" forName="rect4" refType="h" fact="0.935"/>
        </dgm:constrLst>
      </dgm:else>
    </dgm:choose>
    <dgm:ruleLst/>
    <dgm:choose name="Name3">
      <dgm:if name="Name4" axis="ch" ptType="node" func="cnt" op="gte" val="1">
        <dgm:layoutNode name="axisShape" styleLbl="bgShp">
          <dgm:alg type="sp"/>
          <dgm:shape xmlns:r="http://schemas.openxmlformats.org/officeDocument/2006/relationships" type="quadArrow" r:blip="">
            <dgm:adjLst>
              <dgm:adj idx="1" val="0.02"/>
              <dgm:adj idx="2" val="0.04"/>
              <dgm:adj idx="3" val="0.05"/>
            </dgm:adjLst>
          </dgm:shape>
          <dgm:presOf/>
          <dgm:constrLst/>
          <dgm:ruleLst/>
        </dgm:layoutNode>
        <dgm:layoutNode name="rect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rect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167A5-8E19-4287-A5A5-182C239395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868C66-BDC6-425C-A64E-07F512B20D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D9C98E-9C04-42A3-8E96-7AB92EDA8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2821DD-D63F-4DFC-9ED4-A2773BA09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C3174C-CB5B-4ED4-8A12-E5DAD46A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632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21427-D1CC-4F36-9253-E35C17E02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B36A4A-801D-478A-82BF-5532E545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A03F5E-B49D-42DB-AB18-D00419D16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E570E1-79D9-4BDD-A0EB-F7240CFE3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F4A56D-3608-4C62-BD94-91666C01B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91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04B5B-F879-4648-8183-CD41F248C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59DDCA-97E0-4977-A58C-763C2EF3A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D07FA0-4E73-4316-8316-C5CADDB06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60F629-5296-4627-AF22-9B8F5C405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5B7D9-FF22-40F1-AEDC-8EDF4E229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783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9BFF0-6377-44CD-B38E-DFC1BC1A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CE942C-EC7B-4E8D-93E9-E74C43DD7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236F9B1-9E59-4227-ABD6-B5237A43C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A54C25-C162-4E36-8B99-850EB58C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ADAE05-274B-4849-8970-879808627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6BB29B-E888-41FD-86FA-E7327D2B5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292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058573-97B6-4145-BA8F-B5A2E9A99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B74BFD-7E1C-4F33-943D-C3EF1FCF6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2D9117-E11C-447F-B189-EFCEA0D8F0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38D753-3F11-4161-B7C2-7AB4DB2AAB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EC49279-6350-4888-BDEE-E239652736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A6ED4DB-473D-450C-AFE0-B2C2EE760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A0E21D3-C708-4B9E-B4EE-22B72F305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0B3CF6-3FA4-4249-A2DE-C2DA9C62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7587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9727B2-4DCA-44ED-BA8E-5DD413A73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E0267B0-613C-4775-8C6D-40534439D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B99756-F6A6-44B4-B2A7-116A53877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0E2FA5-2ABB-40E0-A163-7960945F1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1336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875976-181E-47FF-8AB2-4228C8373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ABDE05F-765F-4756-8827-94BB5DF1E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B7A9B6-360E-45BD-A13A-0DC4AF56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634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7125B-EA7E-427B-9ACD-900D19AB7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0DC384-0088-48E5-BF10-0154C289E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306238-E145-4F91-A323-2C9F0E2E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32E768-95E2-49A0-8C57-D71AD807D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BF6A07-CFBE-47CA-9B7C-C6A145BE4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0326C8-48BA-4C6B-85C8-FD51E0077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4848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F28A8-0EF6-4E5D-9CB7-753067033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E72328-9FEB-4F00-BF48-708B43DD4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FCCC943-29AE-4146-A364-35A4A5CECA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4FF9A-CFF6-4E26-A086-7BDFAC6A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16D5EA-4650-434D-BA45-8C4E955B7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DF890F-E5FC-44B3-B340-4B95E642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989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AC389-A145-4EAC-91FD-8BE4CC632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B23409C-A9AD-4092-BB31-C70684CB9A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D746BC-2987-4C18-AE11-C303E9567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76167C-7967-42F2-9F7A-8B4254B24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739B12-0C32-480C-B698-DD1EE790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9592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60615DA-21BA-46CC-AEEC-38AB4AB1EB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FF0AB8-28CC-4AF2-82FF-10B3BDCDA3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54B39D-3F26-4AD3-AC98-F42E615E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194A13-5F6A-4E47-9667-4FF1B1886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D8CA7-8190-46A8-913E-C495BB017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982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2F2F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23F36F0-33A4-4F3F-AD9C-E3E73E126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B2653-5E91-4E6E-856F-5AA3BE78F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C091DC-E192-492F-8E05-1D2DDCD14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B74E3-1C4A-42D3-837B-4AE68FB7ECCC}" type="datetimeFigureOut">
              <a:rPr lang="ko-KR" altLang="en-US" smtClean="0"/>
              <a:t>01-11(Sun)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BDB150-05E8-4B8A-BA6B-3C935DD4D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258D1F-63FA-4869-A786-85CF05F64C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508CBF-67A1-49B4-AF28-BABC69C341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8793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5.sv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9.svg"/><Relationship Id="rId5" Type="http://schemas.openxmlformats.org/officeDocument/2006/relationships/image" Target="../media/image13.sv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3.sv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21CA1DC-F86E-4894-A15D-0CEE6085916A}"/>
              </a:ext>
            </a:extLst>
          </p:cNvPr>
          <p:cNvCxnSpPr>
            <a:cxnSpLocks/>
          </p:cNvCxnSpPr>
          <p:nvPr/>
        </p:nvCxnSpPr>
        <p:spPr>
          <a:xfrm>
            <a:off x="1495470" y="1728694"/>
            <a:ext cx="9201060" cy="0"/>
          </a:xfrm>
          <a:prstGeom prst="line">
            <a:avLst/>
          </a:prstGeom>
          <a:ln w="3175"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CF87FA4-E2ED-40E1-9007-87B65445E373}"/>
              </a:ext>
            </a:extLst>
          </p:cNvPr>
          <p:cNvSpPr/>
          <p:nvPr/>
        </p:nvSpPr>
        <p:spPr>
          <a:xfrm>
            <a:off x="3520633" y="1411390"/>
            <a:ext cx="5104435" cy="636607"/>
          </a:xfrm>
          <a:prstGeom prst="roundRect">
            <a:avLst>
              <a:gd name="adj" fmla="val 50000"/>
            </a:avLst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2021</a:t>
            </a:r>
            <a:r>
              <a:rPr lang="ko-KR" altLang="en-US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년 </a:t>
            </a:r>
            <a:r>
              <a:rPr lang="en-US" altLang="ko-KR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DAMSUNG 2</a:t>
            </a:r>
            <a:r>
              <a:rPr lang="ko-KR" altLang="en-US" dirty="0">
                <a:solidFill>
                  <a:schemeClr val="bg1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분기 평가보고회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837554-332A-44AC-B111-3FEE5B90982D}"/>
              </a:ext>
            </a:extLst>
          </p:cNvPr>
          <p:cNvSpPr txBox="1"/>
          <p:nvPr/>
        </p:nvSpPr>
        <p:spPr>
          <a:xfrm>
            <a:off x="4142285" y="5277333"/>
            <a:ext cx="3907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경영지원</a:t>
            </a:r>
            <a:r>
              <a:rPr lang="en-US" altLang="ko-KR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2</a:t>
            </a:r>
            <a:r>
              <a:rPr lang="ko-KR" altLang="en-US" sz="16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팀 홍길동 대리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6C8DFD-4794-46C8-AD55-E3331A6AA96B}"/>
              </a:ext>
            </a:extLst>
          </p:cNvPr>
          <p:cNvSpPr txBox="1"/>
          <p:nvPr/>
        </p:nvSpPr>
        <p:spPr>
          <a:xfrm>
            <a:off x="3025813" y="2527976"/>
            <a:ext cx="60940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44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</a:t>
            </a:r>
            <a:r>
              <a:rPr lang="ko-KR" altLang="en-US" sz="44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분기 사업 성과 보고서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26807CC-6E9C-4C52-A163-572F216F2859}"/>
              </a:ext>
            </a:extLst>
          </p:cNvPr>
          <p:cNvSpPr txBox="1"/>
          <p:nvPr/>
        </p:nvSpPr>
        <p:spPr>
          <a:xfrm>
            <a:off x="2489037" y="3429000"/>
            <a:ext cx="7167623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언제나 찾아 오는 부두의 이별이 아쉬워 두 손을 꼭 잡았나</a:t>
            </a:r>
            <a:r>
              <a:rPr lang="en-US" altLang="ko-KR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r>
              <a:rPr lang="ko-KR" altLang="en-US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눈 앞에 바다를 핑계로 헤어지나</a:t>
            </a:r>
            <a:r>
              <a:rPr lang="en-US" altLang="ko-KR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남자는 배 여자는 항구</a:t>
            </a:r>
            <a:r>
              <a:rPr lang="en-US" altLang="ko-KR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200" dirty="0">
                <a:solidFill>
                  <a:schemeClr val="bg2">
                    <a:lumMod val="50000"/>
                  </a:schemeClr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보내 주는 사람은 말이 없는데 떠나 가는 남자가 무슨 말을 해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ko-KR" altLang="en-US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뱃고동 소리도 울리지 마세요</a:t>
            </a:r>
            <a:r>
              <a:rPr lang="en-US" altLang="ko-KR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</a:p>
          <a:p>
            <a:pPr algn="ctr">
              <a:lnSpc>
                <a:spcPct val="150000"/>
              </a:lnSpc>
            </a:pPr>
            <a:r>
              <a:rPr lang="ko-KR" altLang="en-US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하루 하루 바다만 바라 보다 눈물 지으며 힘 없이 돌아 오네</a:t>
            </a:r>
            <a:r>
              <a:rPr lang="en-US" altLang="ko-KR" sz="1200" b="0" i="0" dirty="0">
                <a:solidFill>
                  <a:schemeClr val="bg2">
                    <a:lumMod val="50000"/>
                  </a:schemeClr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994DB5-EF82-4CC8-AF1F-BADF1CB5BA0A}"/>
              </a:ext>
            </a:extLst>
          </p:cNvPr>
          <p:cNvCxnSpPr>
            <a:cxnSpLocks/>
          </p:cNvCxnSpPr>
          <p:nvPr/>
        </p:nvCxnSpPr>
        <p:spPr>
          <a:xfrm>
            <a:off x="1495470" y="4702399"/>
            <a:ext cx="9201060" cy="0"/>
          </a:xfrm>
          <a:prstGeom prst="line">
            <a:avLst/>
          </a:prstGeom>
          <a:ln w="3175"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이등변 삼각형 1">
            <a:extLst>
              <a:ext uri="{FF2B5EF4-FFF2-40B4-BE49-F238E27FC236}">
                <a16:creationId xmlns:a16="http://schemas.microsoft.com/office/drawing/2014/main" id="{539C8FE8-BA5B-4C12-BAC6-C3EEC0E69C2D}"/>
              </a:ext>
            </a:extLst>
          </p:cNvPr>
          <p:cNvSpPr/>
          <p:nvPr/>
        </p:nvSpPr>
        <p:spPr>
          <a:xfrm rot="10800000">
            <a:off x="5991220" y="4827350"/>
            <a:ext cx="209550" cy="171450"/>
          </a:xfrm>
          <a:prstGeom prst="triangle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3AD9CB-CFCE-4095-AB13-CC67CDE22CC6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977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12">
            <a:extLst>
              <a:ext uri="{FF2B5EF4-FFF2-40B4-BE49-F238E27FC236}">
                <a16:creationId xmlns:a16="http://schemas.microsoft.com/office/drawing/2014/main" id="{4AD89931-D40B-424E-804A-9B73105DA281}"/>
              </a:ext>
            </a:extLst>
          </p:cNvPr>
          <p:cNvSpPr txBox="1"/>
          <p:nvPr/>
        </p:nvSpPr>
        <p:spPr>
          <a:xfrm>
            <a:off x="829007" y="1162722"/>
            <a:ext cx="1833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CONTENTS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8D8F70-673E-4244-829F-FA09D7C6051A}"/>
              </a:ext>
            </a:extLst>
          </p:cNvPr>
          <p:cNvSpPr txBox="1"/>
          <p:nvPr/>
        </p:nvSpPr>
        <p:spPr>
          <a:xfrm>
            <a:off x="829007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1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73E25856-0C67-4B26-89CF-AD23E06A951D}"/>
              </a:ext>
            </a:extLst>
          </p:cNvPr>
          <p:cNvCxnSpPr>
            <a:cxnSpLocks/>
          </p:cNvCxnSpPr>
          <p:nvPr/>
        </p:nvCxnSpPr>
        <p:spPr>
          <a:xfrm>
            <a:off x="909729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EBF5097-349F-4521-B3EB-7E1DFF02AE3B}"/>
              </a:ext>
            </a:extLst>
          </p:cNvPr>
          <p:cNvSpPr txBox="1"/>
          <p:nvPr/>
        </p:nvSpPr>
        <p:spPr>
          <a:xfrm>
            <a:off x="1558852" y="2265485"/>
            <a:ext cx="2406245" cy="369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제목을 입력하세요</a:t>
            </a:r>
            <a:r>
              <a:rPr lang="en-US" altLang="ko-KR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.</a:t>
            </a:r>
            <a:endParaRPr lang="ko-KR" altLang="en-US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5AC35E7-42BA-499D-8FEE-D2B4CFD634D4}"/>
              </a:ext>
            </a:extLst>
          </p:cNvPr>
          <p:cNvSpPr txBox="1"/>
          <p:nvPr/>
        </p:nvSpPr>
        <p:spPr>
          <a:xfrm>
            <a:off x="1377347" y="2973507"/>
            <a:ext cx="2769253" cy="2260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첫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두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세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다섯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E2A4382-2954-409E-AC6A-EEC0E5A9A65D}"/>
              </a:ext>
            </a:extLst>
          </p:cNvPr>
          <p:cNvSpPr txBox="1"/>
          <p:nvPr/>
        </p:nvSpPr>
        <p:spPr>
          <a:xfrm>
            <a:off x="4437203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2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846A9C7B-8ED9-4AB0-A396-36B4BD4A0B5B}"/>
              </a:ext>
            </a:extLst>
          </p:cNvPr>
          <p:cNvCxnSpPr>
            <a:cxnSpLocks/>
          </p:cNvCxnSpPr>
          <p:nvPr/>
        </p:nvCxnSpPr>
        <p:spPr>
          <a:xfrm>
            <a:off x="4517925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E7E0F80-1FE4-4838-8AF2-BD577A12F83F}"/>
              </a:ext>
            </a:extLst>
          </p:cNvPr>
          <p:cNvSpPr txBox="1"/>
          <p:nvPr/>
        </p:nvSpPr>
        <p:spPr>
          <a:xfrm>
            <a:off x="5167048" y="2265485"/>
            <a:ext cx="2406245" cy="369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제목을 입력하세요</a:t>
            </a:r>
            <a:r>
              <a:rPr lang="en-US" altLang="ko-KR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.</a:t>
            </a:r>
            <a:endParaRPr lang="ko-KR" altLang="en-US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227C382-9A6A-472D-9EE1-B04A8D9A4194}"/>
              </a:ext>
            </a:extLst>
          </p:cNvPr>
          <p:cNvSpPr txBox="1"/>
          <p:nvPr/>
        </p:nvSpPr>
        <p:spPr>
          <a:xfrm>
            <a:off x="4985543" y="2973507"/>
            <a:ext cx="2769253" cy="2260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첫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두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세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다섯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CA9D6ED-FFF6-4D71-9592-53B93143B652}"/>
              </a:ext>
            </a:extLst>
          </p:cNvPr>
          <p:cNvSpPr txBox="1"/>
          <p:nvPr/>
        </p:nvSpPr>
        <p:spPr>
          <a:xfrm>
            <a:off x="8045399" y="2265485"/>
            <a:ext cx="7298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</a:t>
            </a:r>
            <a:r>
              <a:rPr lang="en-US" altLang="ko-KR" sz="1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 </a:t>
            </a:r>
            <a:r>
              <a:rPr lang="en-US" altLang="ko-KR" sz="24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3</a:t>
            </a:r>
            <a:endParaRPr lang="ko-KR" altLang="en-US" sz="24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807B45B-D2A2-474F-A26B-D14E7916CFDB}"/>
              </a:ext>
            </a:extLst>
          </p:cNvPr>
          <p:cNvCxnSpPr>
            <a:cxnSpLocks/>
          </p:cNvCxnSpPr>
          <p:nvPr/>
        </p:nvCxnSpPr>
        <p:spPr>
          <a:xfrm>
            <a:off x="8126121" y="2804160"/>
            <a:ext cx="3236871" cy="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D69A4346-42F2-40A4-8B18-2E9315ACF16E}"/>
              </a:ext>
            </a:extLst>
          </p:cNvPr>
          <p:cNvSpPr txBox="1"/>
          <p:nvPr/>
        </p:nvSpPr>
        <p:spPr>
          <a:xfrm>
            <a:off x="8775244" y="2265485"/>
            <a:ext cx="2406245" cy="369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제목을 입력하세요</a:t>
            </a:r>
            <a:r>
              <a:rPr lang="en-US" altLang="ko-KR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서평원 꺾깎체 TTF" panose="020B0600000101010101" pitchFamily="50" charset="-127"/>
                <a:ea typeface="서평원 꺾깎체 TTF" panose="020B0600000101010101" pitchFamily="50" charset="-127"/>
              </a:rPr>
              <a:t>.</a:t>
            </a:r>
            <a:endParaRPr lang="ko-KR" altLang="en-US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서평원 꺾깎체 TTF" panose="020B0600000101010101" pitchFamily="50" charset="-127"/>
              <a:ea typeface="서평원 꺾깎체 TTF" panose="020B0600000101010101" pitchFamily="50" charset="-127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EF05C79-C76D-4937-AE56-FEBC411C624E}"/>
              </a:ext>
            </a:extLst>
          </p:cNvPr>
          <p:cNvSpPr txBox="1"/>
          <p:nvPr/>
        </p:nvSpPr>
        <p:spPr>
          <a:xfrm>
            <a:off x="8593739" y="2973507"/>
            <a:ext cx="2769253" cy="2260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첫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두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세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다섯 번째 관련 주제에 대해 설명해주세요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.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6A1610-C836-43DB-87AF-B88FCCD971E0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768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647387" y="1949046"/>
            <a:ext cx="2696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VERSION. 01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D5AE84-FEE6-4298-B99B-C2AD5BC2C124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71E573-48B7-4BAE-9A09-A7344038D7F1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839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99EDADE-9F00-4720-BD3A-2A2F25DDB804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41F892-C84F-4AE3-8C11-21250464651C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8498E-7EC1-4BA7-B493-E8B662B0E7C8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23F80D3-82BE-4E2D-B713-49AC1A1E58B3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graphicFrame>
        <p:nvGraphicFramePr>
          <p:cNvPr id="9" name="차트 8">
            <a:extLst>
              <a:ext uri="{FF2B5EF4-FFF2-40B4-BE49-F238E27FC236}">
                <a16:creationId xmlns:a16="http://schemas.microsoft.com/office/drawing/2014/main" id="{471DA236-DD50-4E43-A60F-9790A1CCD4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5122596"/>
              </p:ext>
            </p:extLst>
          </p:nvPr>
        </p:nvGraphicFramePr>
        <p:xfrm>
          <a:off x="1326877" y="2060864"/>
          <a:ext cx="9538245" cy="40660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83DAC21-CA7B-4E7B-8C3C-C42D35BB72C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3811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39B3C9C-0104-4F2F-A8B5-F9C8CE795A1E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E151B0C-BAC1-439D-B27A-C046850AD7F7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EF814CC-CF41-490F-9FEC-9100356CE3B6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70921D-DCDD-4C5A-A541-146D9979211D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348329D-4499-4408-BF87-7961BB3F1716}"/>
              </a:ext>
            </a:extLst>
          </p:cNvPr>
          <p:cNvCxnSpPr>
            <a:cxnSpLocks/>
          </p:cNvCxnSpPr>
          <p:nvPr/>
        </p:nvCxnSpPr>
        <p:spPr>
          <a:xfrm>
            <a:off x="288912" y="3962028"/>
            <a:ext cx="11614176" cy="0"/>
          </a:xfrm>
          <a:prstGeom prst="line">
            <a:avLst/>
          </a:prstGeom>
          <a:ln w="38100">
            <a:solidFill>
              <a:srgbClr val="22523B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각 삼각형 30">
            <a:extLst>
              <a:ext uri="{FF2B5EF4-FFF2-40B4-BE49-F238E27FC236}">
                <a16:creationId xmlns:a16="http://schemas.microsoft.com/office/drawing/2014/main" id="{2131BC82-1CE9-4D5E-BCC2-42BDCAFBEB56}"/>
              </a:ext>
            </a:extLst>
          </p:cNvPr>
          <p:cNvSpPr/>
          <p:nvPr/>
        </p:nvSpPr>
        <p:spPr>
          <a:xfrm rot="5400000">
            <a:off x="481158" y="2550882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AA53BFB8-7FEC-4A3E-B3AB-0CEE76055FF8}"/>
              </a:ext>
            </a:extLst>
          </p:cNvPr>
          <p:cNvSpPr/>
          <p:nvPr/>
        </p:nvSpPr>
        <p:spPr>
          <a:xfrm>
            <a:off x="593721" y="2351392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각 삼각형 39">
            <a:extLst>
              <a:ext uri="{FF2B5EF4-FFF2-40B4-BE49-F238E27FC236}">
                <a16:creationId xmlns:a16="http://schemas.microsoft.com/office/drawing/2014/main" id="{9879DB84-74C5-4EBD-AB6A-730BEEB9D4A8}"/>
              </a:ext>
            </a:extLst>
          </p:cNvPr>
          <p:cNvSpPr/>
          <p:nvPr/>
        </p:nvSpPr>
        <p:spPr>
          <a:xfrm rot="5400000">
            <a:off x="4382814" y="2541050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648F96E-6328-4580-A70E-BB980BDA85EF}"/>
              </a:ext>
            </a:extLst>
          </p:cNvPr>
          <p:cNvSpPr/>
          <p:nvPr/>
        </p:nvSpPr>
        <p:spPr>
          <a:xfrm>
            <a:off x="4495376" y="2341561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각 삼각형 45">
            <a:extLst>
              <a:ext uri="{FF2B5EF4-FFF2-40B4-BE49-F238E27FC236}">
                <a16:creationId xmlns:a16="http://schemas.microsoft.com/office/drawing/2014/main" id="{70E9693B-9B82-482D-9856-53DC10CEEAAB}"/>
              </a:ext>
            </a:extLst>
          </p:cNvPr>
          <p:cNvSpPr/>
          <p:nvPr/>
        </p:nvSpPr>
        <p:spPr>
          <a:xfrm rot="5400000">
            <a:off x="8387382" y="2523180"/>
            <a:ext cx="1238173" cy="1294453"/>
          </a:xfrm>
          <a:prstGeom prst="rtTriangle">
            <a:avLst/>
          </a:prstGeom>
          <a:solidFill>
            <a:srgbClr val="22523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30269922-B045-445A-A76A-CA69A2126A8A}"/>
              </a:ext>
            </a:extLst>
          </p:cNvPr>
          <p:cNvSpPr/>
          <p:nvPr/>
        </p:nvSpPr>
        <p:spPr>
          <a:xfrm>
            <a:off x="8499944" y="2323691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C15E77-F333-45F1-9D2B-7788499564CD}"/>
              </a:ext>
            </a:extLst>
          </p:cNvPr>
          <p:cNvSpPr txBox="1"/>
          <p:nvPr/>
        </p:nvSpPr>
        <p:spPr>
          <a:xfrm>
            <a:off x="740175" y="2532483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38F8A6-CEEC-4D18-AFE3-205BB9FDE21E}"/>
              </a:ext>
            </a:extLst>
          </p:cNvPr>
          <p:cNvSpPr txBox="1"/>
          <p:nvPr/>
        </p:nvSpPr>
        <p:spPr>
          <a:xfrm>
            <a:off x="740176" y="2773160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73123A-9B42-4ABB-82AA-47FFADD60FD0}"/>
              </a:ext>
            </a:extLst>
          </p:cNvPr>
          <p:cNvSpPr txBox="1"/>
          <p:nvPr/>
        </p:nvSpPr>
        <p:spPr>
          <a:xfrm>
            <a:off x="4688477" y="2531819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F4D158-D06F-4D5B-BCD8-E4DFAB282B4A}"/>
              </a:ext>
            </a:extLst>
          </p:cNvPr>
          <p:cNvSpPr txBox="1"/>
          <p:nvPr/>
        </p:nvSpPr>
        <p:spPr>
          <a:xfrm>
            <a:off x="4688478" y="2772496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BE2A1B-82BE-4933-A3EC-D8EE7BFA2373}"/>
              </a:ext>
            </a:extLst>
          </p:cNvPr>
          <p:cNvSpPr txBox="1"/>
          <p:nvPr/>
        </p:nvSpPr>
        <p:spPr>
          <a:xfrm>
            <a:off x="8730948" y="2534907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DE53D2-A609-40AF-8ABF-7F09288C1C87}"/>
              </a:ext>
            </a:extLst>
          </p:cNvPr>
          <p:cNvSpPr txBox="1"/>
          <p:nvPr/>
        </p:nvSpPr>
        <p:spPr>
          <a:xfrm>
            <a:off x="8730949" y="2775584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9688C57-1D99-4BC1-B23B-C65754B30E1D}"/>
              </a:ext>
            </a:extLst>
          </p:cNvPr>
          <p:cNvSpPr/>
          <p:nvPr/>
        </p:nvSpPr>
        <p:spPr>
          <a:xfrm>
            <a:off x="306322" y="2223742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34EDD44C-E7E4-454E-A6BA-465A8CD68B26}"/>
              </a:ext>
            </a:extLst>
          </p:cNvPr>
          <p:cNvSpPr/>
          <p:nvPr/>
        </p:nvSpPr>
        <p:spPr>
          <a:xfrm>
            <a:off x="4204764" y="2219531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3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287269-9AD2-4AEC-B3D3-3CF0803BD7E9}"/>
              </a:ext>
            </a:extLst>
          </p:cNvPr>
          <p:cNvSpPr/>
          <p:nvPr/>
        </p:nvSpPr>
        <p:spPr>
          <a:xfrm>
            <a:off x="8219388" y="2223742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42" name="직각 삼각형 41">
            <a:extLst>
              <a:ext uri="{FF2B5EF4-FFF2-40B4-BE49-F238E27FC236}">
                <a16:creationId xmlns:a16="http://schemas.microsoft.com/office/drawing/2014/main" id="{B9DDABC1-3645-4E78-8377-2B55C304CAA7}"/>
              </a:ext>
            </a:extLst>
          </p:cNvPr>
          <p:cNvSpPr/>
          <p:nvPr/>
        </p:nvSpPr>
        <p:spPr>
          <a:xfrm rot="10800000" flipV="1">
            <a:off x="2679062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6572E87-A513-4EFA-8995-24B28A1B9FD6}"/>
              </a:ext>
            </a:extLst>
          </p:cNvPr>
          <p:cNvSpPr/>
          <p:nvPr/>
        </p:nvSpPr>
        <p:spPr>
          <a:xfrm>
            <a:off x="776923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각 삼각형 43">
            <a:extLst>
              <a:ext uri="{FF2B5EF4-FFF2-40B4-BE49-F238E27FC236}">
                <a16:creationId xmlns:a16="http://schemas.microsoft.com/office/drawing/2014/main" id="{660DD68D-D178-4932-9829-9F1C912B0FE6}"/>
              </a:ext>
            </a:extLst>
          </p:cNvPr>
          <p:cNvSpPr/>
          <p:nvPr/>
        </p:nvSpPr>
        <p:spPr>
          <a:xfrm rot="10800000" flipV="1">
            <a:off x="6600514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2F72EAC-FDED-424D-9ED4-EC6E79BD0699}"/>
              </a:ext>
            </a:extLst>
          </p:cNvPr>
          <p:cNvSpPr/>
          <p:nvPr/>
        </p:nvSpPr>
        <p:spPr>
          <a:xfrm>
            <a:off x="4683134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ㅎ</a:t>
            </a: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169050-79DB-43B9-882E-9D2D47F7441D}"/>
              </a:ext>
            </a:extLst>
          </p:cNvPr>
          <p:cNvSpPr txBox="1"/>
          <p:nvPr/>
        </p:nvSpPr>
        <p:spPr>
          <a:xfrm>
            <a:off x="4831348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87285B4-9636-4D62-8333-AECF5423D646}"/>
              </a:ext>
            </a:extLst>
          </p:cNvPr>
          <p:cNvSpPr txBox="1"/>
          <p:nvPr/>
        </p:nvSpPr>
        <p:spPr>
          <a:xfrm>
            <a:off x="4831349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486AC7-711C-4C8C-8343-02C7F6DED5B0}"/>
              </a:ext>
            </a:extLst>
          </p:cNvPr>
          <p:cNvSpPr txBox="1"/>
          <p:nvPr/>
        </p:nvSpPr>
        <p:spPr>
          <a:xfrm>
            <a:off x="942514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0760DC-5210-4EFA-9979-874B32F00C30}"/>
              </a:ext>
            </a:extLst>
          </p:cNvPr>
          <p:cNvSpPr txBox="1"/>
          <p:nvPr/>
        </p:nvSpPr>
        <p:spPr>
          <a:xfrm>
            <a:off x="942515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415F186E-AC24-4433-BD0D-E2728CD9464B}"/>
              </a:ext>
            </a:extLst>
          </p:cNvPr>
          <p:cNvSpPr/>
          <p:nvPr/>
        </p:nvSpPr>
        <p:spPr>
          <a:xfrm>
            <a:off x="3605400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CCCB6F29-79AF-48D0-8061-2C05E2373893}"/>
              </a:ext>
            </a:extLst>
          </p:cNvPr>
          <p:cNvSpPr/>
          <p:nvPr/>
        </p:nvSpPr>
        <p:spPr>
          <a:xfrm>
            <a:off x="7499905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37" name="직각 삼각형 36">
            <a:extLst>
              <a:ext uri="{FF2B5EF4-FFF2-40B4-BE49-F238E27FC236}">
                <a16:creationId xmlns:a16="http://schemas.microsoft.com/office/drawing/2014/main" id="{5FE10CEF-5875-46F2-8653-561E45839288}"/>
              </a:ext>
            </a:extLst>
          </p:cNvPr>
          <p:cNvSpPr/>
          <p:nvPr/>
        </p:nvSpPr>
        <p:spPr>
          <a:xfrm rot="10800000" flipV="1">
            <a:off x="10495007" y="4181117"/>
            <a:ext cx="1238175" cy="1294455"/>
          </a:xfrm>
          <a:prstGeom prst="rtTriangle">
            <a:avLst/>
          </a:prstGeom>
          <a:solidFill>
            <a:srgbClr val="15332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80E7BA-BF52-4FCF-AE76-16759D799522}"/>
              </a:ext>
            </a:extLst>
          </p:cNvPr>
          <p:cNvSpPr/>
          <p:nvPr/>
        </p:nvSpPr>
        <p:spPr>
          <a:xfrm>
            <a:off x="8577627" y="4328359"/>
            <a:ext cx="2982869" cy="126680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ㅎ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FBC1C8-5392-4715-8F47-F7B3911FAA66}"/>
              </a:ext>
            </a:extLst>
          </p:cNvPr>
          <p:cNvSpPr txBox="1"/>
          <p:nvPr/>
        </p:nvSpPr>
        <p:spPr>
          <a:xfrm>
            <a:off x="8725841" y="4544432"/>
            <a:ext cx="2682202" cy="269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1200" dirty="0">
                <a:solidFill>
                  <a:srgbClr val="183C2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DD5C182-084B-4867-ACC2-31B4BD57D389}"/>
              </a:ext>
            </a:extLst>
          </p:cNvPr>
          <p:cNvSpPr txBox="1"/>
          <p:nvPr/>
        </p:nvSpPr>
        <p:spPr>
          <a:xfrm>
            <a:off x="8725842" y="4785109"/>
            <a:ext cx="2497293" cy="6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분기별 현황보고서를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성과에 대해 간략하게 작성해주세요</a:t>
            </a:r>
            <a:r>
              <a:rPr lang="en-US" altLang="ko-KR" sz="1200" dirty="0">
                <a:solidFill>
                  <a:srgbClr val="183C2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83C2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A134B01-3C5A-4363-8BC4-BA24A9787792}"/>
              </a:ext>
            </a:extLst>
          </p:cNvPr>
          <p:cNvSpPr/>
          <p:nvPr/>
        </p:nvSpPr>
        <p:spPr>
          <a:xfrm>
            <a:off x="11394398" y="5217687"/>
            <a:ext cx="441897" cy="441897"/>
          </a:xfrm>
          <a:prstGeom prst="ellipse">
            <a:avLst/>
          </a:prstGeom>
          <a:solidFill>
            <a:srgbClr val="A1BF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Rix열정도" panose="00000500000000000000" pitchFamily="2" charset="-127"/>
                <a:ea typeface="Rix열정도" panose="00000500000000000000" pitchFamily="2" charset="-127"/>
              </a:rPr>
              <a:t>6</a:t>
            </a:r>
            <a:endParaRPr lang="ko-KR" altLang="en-US" sz="1200" dirty="0">
              <a:solidFill>
                <a:schemeClr val="bg1"/>
              </a:solidFill>
              <a:latin typeface="Rix열정도" panose="00000500000000000000" pitchFamily="2" charset="-127"/>
              <a:ea typeface="Rix열정도" panose="00000500000000000000" pitchFamily="2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EB31BEA-5B46-4EFF-BC6B-66B3258EAAE3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8146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374">
            <a:extLst>
              <a:ext uri="{FF2B5EF4-FFF2-40B4-BE49-F238E27FC236}">
                <a16:creationId xmlns:a16="http://schemas.microsoft.com/office/drawing/2014/main" id="{36EB55DF-0BC2-4FB5-99A9-7E5AEE9FB1A4}"/>
              </a:ext>
            </a:extLst>
          </p:cNvPr>
          <p:cNvSpPr txBox="1"/>
          <p:nvPr/>
        </p:nvSpPr>
        <p:spPr>
          <a:xfrm>
            <a:off x="988049" y="4544529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B9741140-5170-48AB-85F2-1FDDF4007263}"/>
              </a:ext>
            </a:extLst>
          </p:cNvPr>
          <p:cNvSpPr txBox="1"/>
          <p:nvPr/>
        </p:nvSpPr>
        <p:spPr>
          <a:xfrm>
            <a:off x="1003408" y="4861136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A9147CAF-0A17-4C93-861E-619C928D09EE}"/>
              </a:ext>
            </a:extLst>
          </p:cNvPr>
          <p:cNvSpPr txBox="1"/>
          <p:nvPr/>
        </p:nvSpPr>
        <p:spPr>
          <a:xfrm>
            <a:off x="8461383" y="4877943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A5DDEB79-1FCA-4102-BA1C-E72423792C61}"/>
              </a:ext>
            </a:extLst>
          </p:cNvPr>
          <p:cNvSpPr txBox="1"/>
          <p:nvPr/>
        </p:nvSpPr>
        <p:spPr>
          <a:xfrm>
            <a:off x="4715672" y="4905301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43497BD-F704-446C-8410-E9C1522F0210}"/>
              </a:ext>
            </a:extLst>
          </p:cNvPr>
          <p:cNvSpPr txBox="1"/>
          <p:nvPr/>
        </p:nvSpPr>
        <p:spPr>
          <a:xfrm>
            <a:off x="8446024" y="4561336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E41187DE-32BA-4DDB-B6E2-341B7576D697}"/>
              </a:ext>
            </a:extLst>
          </p:cNvPr>
          <p:cNvSpPr/>
          <p:nvPr/>
        </p:nvSpPr>
        <p:spPr>
          <a:xfrm>
            <a:off x="134082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637AFDD2-1568-4D61-8437-131AD82B9C0E}"/>
              </a:ext>
            </a:extLst>
          </p:cNvPr>
          <p:cNvSpPr/>
          <p:nvPr/>
        </p:nvSpPr>
        <p:spPr>
          <a:xfrm>
            <a:off x="1547034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CA67403-AEDA-4B07-A5FE-6A8EB65EA823}"/>
              </a:ext>
            </a:extLst>
          </p:cNvPr>
          <p:cNvSpPr/>
          <p:nvPr/>
        </p:nvSpPr>
        <p:spPr>
          <a:xfrm>
            <a:off x="1753246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ADF0D8-AC65-47A0-B0A2-647D4AAF5DD3}"/>
              </a:ext>
            </a:extLst>
          </p:cNvPr>
          <p:cNvSpPr/>
          <p:nvPr/>
        </p:nvSpPr>
        <p:spPr>
          <a:xfrm>
            <a:off x="1959459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07DB8A2-69E1-4A09-A0D6-E1B21137E00E}"/>
              </a:ext>
            </a:extLst>
          </p:cNvPr>
          <p:cNvSpPr/>
          <p:nvPr/>
        </p:nvSpPr>
        <p:spPr>
          <a:xfrm>
            <a:off x="2162757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A5DE675B-9857-4849-B871-64A74E52EB50}"/>
              </a:ext>
            </a:extLst>
          </p:cNvPr>
          <p:cNvSpPr/>
          <p:nvPr/>
        </p:nvSpPr>
        <p:spPr>
          <a:xfrm>
            <a:off x="2366054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956F3720-91D0-4461-A8E3-29F51681C6DE}"/>
              </a:ext>
            </a:extLst>
          </p:cNvPr>
          <p:cNvSpPr/>
          <p:nvPr/>
        </p:nvSpPr>
        <p:spPr>
          <a:xfrm>
            <a:off x="2572267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168B5AD9-6028-4B8F-9772-8E685168F7B1}"/>
              </a:ext>
            </a:extLst>
          </p:cNvPr>
          <p:cNvSpPr/>
          <p:nvPr/>
        </p:nvSpPr>
        <p:spPr>
          <a:xfrm>
            <a:off x="277848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F9277FE5-F8D6-4FFC-8338-D69841E067CD}"/>
              </a:ext>
            </a:extLst>
          </p:cNvPr>
          <p:cNvSpPr/>
          <p:nvPr/>
        </p:nvSpPr>
        <p:spPr>
          <a:xfrm>
            <a:off x="2984693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63C7917A-D836-478A-839B-061851ED79B0}"/>
              </a:ext>
            </a:extLst>
          </p:cNvPr>
          <p:cNvSpPr/>
          <p:nvPr/>
        </p:nvSpPr>
        <p:spPr>
          <a:xfrm>
            <a:off x="3187991" y="245730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A0E78A75-01CE-417E-9FA6-D385B88004D7}"/>
              </a:ext>
            </a:extLst>
          </p:cNvPr>
          <p:cNvSpPr/>
          <p:nvPr/>
        </p:nvSpPr>
        <p:spPr>
          <a:xfrm>
            <a:off x="134082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49BA01A7-C635-4E23-9FC5-34146E962930}"/>
              </a:ext>
            </a:extLst>
          </p:cNvPr>
          <p:cNvSpPr/>
          <p:nvPr/>
        </p:nvSpPr>
        <p:spPr>
          <a:xfrm>
            <a:off x="1547034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4A1C3A9-6617-4658-9278-A1CBB6B84328}"/>
              </a:ext>
            </a:extLst>
          </p:cNvPr>
          <p:cNvSpPr/>
          <p:nvPr/>
        </p:nvSpPr>
        <p:spPr>
          <a:xfrm>
            <a:off x="1753246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629932BB-55F9-4408-96CE-0529A622D85A}"/>
              </a:ext>
            </a:extLst>
          </p:cNvPr>
          <p:cNvSpPr/>
          <p:nvPr/>
        </p:nvSpPr>
        <p:spPr>
          <a:xfrm>
            <a:off x="1959459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EDB3A337-59D8-428A-A945-DFFFB0424702}"/>
              </a:ext>
            </a:extLst>
          </p:cNvPr>
          <p:cNvSpPr/>
          <p:nvPr/>
        </p:nvSpPr>
        <p:spPr>
          <a:xfrm>
            <a:off x="2162757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F217BBE2-04B3-4FA5-AA46-048CB343563D}"/>
              </a:ext>
            </a:extLst>
          </p:cNvPr>
          <p:cNvSpPr/>
          <p:nvPr/>
        </p:nvSpPr>
        <p:spPr>
          <a:xfrm>
            <a:off x="2366054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6102CD4-EDE2-4F0B-A99D-7B0CC48CD9CB}"/>
              </a:ext>
            </a:extLst>
          </p:cNvPr>
          <p:cNvSpPr/>
          <p:nvPr/>
        </p:nvSpPr>
        <p:spPr>
          <a:xfrm>
            <a:off x="2572267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EA1E0E-0A49-4D3C-91D4-70BCA440EC96}"/>
              </a:ext>
            </a:extLst>
          </p:cNvPr>
          <p:cNvSpPr/>
          <p:nvPr/>
        </p:nvSpPr>
        <p:spPr>
          <a:xfrm>
            <a:off x="277848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DF0D9AFD-B5FC-4FE8-8C4D-B2BC9E6FDF0B}"/>
              </a:ext>
            </a:extLst>
          </p:cNvPr>
          <p:cNvSpPr/>
          <p:nvPr/>
        </p:nvSpPr>
        <p:spPr>
          <a:xfrm>
            <a:off x="2984693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0517C01-BBBE-4A16-83A8-7EB502DA46EB}"/>
              </a:ext>
            </a:extLst>
          </p:cNvPr>
          <p:cNvSpPr/>
          <p:nvPr/>
        </p:nvSpPr>
        <p:spPr>
          <a:xfrm>
            <a:off x="3187991" y="2641685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60BC590D-74E0-4DD8-B668-526AB16378E5}"/>
              </a:ext>
            </a:extLst>
          </p:cNvPr>
          <p:cNvSpPr/>
          <p:nvPr/>
        </p:nvSpPr>
        <p:spPr>
          <a:xfrm>
            <a:off x="134082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2A0D79A-E157-494C-8E26-2C5BEF9DC312}"/>
              </a:ext>
            </a:extLst>
          </p:cNvPr>
          <p:cNvSpPr/>
          <p:nvPr/>
        </p:nvSpPr>
        <p:spPr>
          <a:xfrm>
            <a:off x="1547034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D605F75C-46EC-4631-98B0-449B176A0DD7}"/>
              </a:ext>
            </a:extLst>
          </p:cNvPr>
          <p:cNvSpPr/>
          <p:nvPr/>
        </p:nvSpPr>
        <p:spPr>
          <a:xfrm>
            <a:off x="1753246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33521C5E-C7D7-431A-A5FB-7B3544A491DA}"/>
              </a:ext>
            </a:extLst>
          </p:cNvPr>
          <p:cNvSpPr/>
          <p:nvPr/>
        </p:nvSpPr>
        <p:spPr>
          <a:xfrm>
            <a:off x="1959459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26B9D5B8-2E5F-40A1-8816-EA6F76F8B88B}"/>
              </a:ext>
            </a:extLst>
          </p:cNvPr>
          <p:cNvSpPr/>
          <p:nvPr/>
        </p:nvSpPr>
        <p:spPr>
          <a:xfrm>
            <a:off x="2162757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D166C44-0F6A-4CF9-94AC-5EB3EA2C62FF}"/>
              </a:ext>
            </a:extLst>
          </p:cNvPr>
          <p:cNvSpPr/>
          <p:nvPr/>
        </p:nvSpPr>
        <p:spPr>
          <a:xfrm>
            <a:off x="2366054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8054438C-A0E9-4045-9645-8F15285EEC24}"/>
              </a:ext>
            </a:extLst>
          </p:cNvPr>
          <p:cNvSpPr/>
          <p:nvPr/>
        </p:nvSpPr>
        <p:spPr>
          <a:xfrm>
            <a:off x="2572267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F5F51715-9DF2-4EDF-8C4C-6DBF6903DE37}"/>
              </a:ext>
            </a:extLst>
          </p:cNvPr>
          <p:cNvSpPr/>
          <p:nvPr/>
        </p:nvSpPr>
        <p:spPr>
          <a:xfrm>
            <a:off x="277848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5B1A0AD-69CC-4922-8D31-2384DD2A2D0D}"/>
              </a:ext>
            </a:extLst>
          </p:cNvPr>
          <p:cNvSpPr/>
          <p:nvPr/>
        </p:nvSpPr>
        <p:spPr>
          <a:xfrm>
            <a:off x="2984693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C697F24B-0A43-4C45-9617-F945C1D3338B}"/>
              </a:ext>
            </a:extLst>
          </p:cNvPr>
          <p:cNvSpPr/>
          <p:nvPr/>
        </p:nvSpPr>
        <p:spPr>
          <a:xfrm>
            <a:off x="3187991" y="2826066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39EB787C-786A-4D20-B961-7B87A3BC16D9}"/>
              </a:ext>
            </a:extLst>
          </p:cNvPr>
          <p:cNvSpPr/>
          <p:nvPr/>
        </p:nvSpPr>
        <p:spPr>
          <a:xfrm>
            <a:off x="134082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8BE501CF-7264-44A0-BA3A-A12396F93EBC}"/>
              </a:ext>
            </a:extLst>
          </p:cNvPr>
          <p:cNvSpPr/>
          <p:nvPr/>
        </p:nvSpPr>
        <p:spPr>
          <a:xfrm>
            <a:off x="1547034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D151521A-2541-4A1A-A0C2-3271498081A3}"/>
              </a:ext>
            </a:extLst>
          </p:cNvPr>
          <p:cNvSpPr/>
          <p:nvPr/>
        </p:nvSpPr>
        <p:spPr>
          <a:xfrm>
            <a:off x="1753246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18CAF776-4A90-45CD-A968-144B2674BFC6}"/>
              </a:ext>
            </a:extLst>
          </p:cNvPr>
          <p:cNvSpPr/>
          <p:nvPr/>
        </p:nvSpPr>
        <p:spPr>
          <a:xfrm>
            <a:off x="1959459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42831C74-2053-45E1-A619-9C380CF022FB}"/>
              </a:ext>
            </a:extLst>
          </p:cNvPr>
          <p:cNvSpPr/>
          <p:nvPr/>
        </p:nvSpPr>
        <p:spPr>
          <a:xfrm>
            <a:off x="2162757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C5C259A9-1650-47D4-8755-B95FCFF465DA}"/>
              </a:ext>
            </a:extLst>
          </p:cNvPr>
          <p:cNvSpPr/>
          <p:nvPr/>
        </p:nvSpPr>
        <p:spPr>
          <a:xfrm>
            <a:off x="2366054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2000069A-941B-468F-9A81-17788DC0A1D7}"/>
              </a:ext>
            </a:extLst>
          </p:cNvPr>
          <p:cNvSpPr/>
          <p:nvPr/>
        </p:nvSpPr>
        <p:spPr>
          <a:xfrm>
            <a:off x="2572267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20F36054-479E-4AAE-96E9-0B61424ACECB}"/>
              </a:ext>
            </a:extLst>
          </p:cNvPr>
          <p:cNvSpPr/>
          <p:nvPr/>
        </p:nvSpPr>
        <p:spPr>
          <a:xfrm>
            <a:off x="277848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165AD738-2F3E-4661-82E0-542F7D202815}"/>
              </a:ext>
            </a:extLst>
          </p:cNvPr>
          <p:cNvSpPr/>
          <p:nvPr/>
        </p:nvSpPr>
        <p:spPr>
          <a:xfrm>
            <a:off x="2984693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26CFE6BB-EECA-4A5C-B6EA-473F58273045}"/>
              </a:ext>
            </a:extLst>
          </p:cNvPr>
          <p:cNvSpPr/>
          <p:nvPr/>
        </p:nvSpPr>
        <p:spPr>
          <a:xfrm>
            <a:off x="3187991" y="3010449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6C055DC3-5DCD-4DCC-8BA0-98C5C27340CB}"/>
              </a:ext>
            </a:extLst>
          </p:cNvPr>
          <p:cNvSpPr/>
          <p:nvPr/>
        </p:nvSpPr>
        <p:spPr>
          <a:xfrm>
            <a:off x="134082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121DA44E-D9F6-43DF-B91D-1F3DA3F23308}"/>
              </a:ext>
            </a:extLst>
          </p:cNvPr>
          <p:cNvSpPr/>
          <p:nvPr/>
        </p:nvSpPr>
        <p:spPr>
          <a:xfrm>
            <a:off x="1547034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0C33BE96-9A19-4FA7-A35E-F8241FFCF40D}"/>
              </a:ext>
            </a:extLst>
          </p:cNvPr>
          <p:cNvSpPr/>
          <p:nvPr/>
        </p:nvSpPr>
        <p:spPr>
          <a:xfrm>
            <a:off x="1753246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타원 117">
            <a:extLst>
              <a:ext uri="{FF2B5EF4-FFF2-40B4-BE49-F238E27FC236}">
                <a16:creationId xmlns:a16="http://schemas.microsoft.com/office/drawing/2014/main" id="{DD29CB38-20F3-40AB-8997-0E12B41F50D4}"/>
              </a:ext>
            </a:extLst>
          </p:cNvPr>
          <p:cNvSpPr/>
          <p:nvPr/>
        </p:nvSpPr>
        <p:spPr>
          <a:xfrm>
            <a:off x="1959459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6D40C026-CD05-46BB-AA30-F139BB8F02D2}"/>
              </a:ext>
            </a:extLst>
          </p:cNvPr>
          <p:cNvSpPr/>
          <p:nvPr/>
        </p:nvSpPr>
        <p:spPr>
          <a:xfrm>
            <a:off x="2162757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타원 119">
            <a:extLst>
              <a:ext uri="{FF2B5EF4-FFF2-40B4-BE49-F238E27FC236}">
                <a16:creationId xmlns:a16="http://schemas.microsoft.com/office/drawing/2014/main" id="{47209587-FBE7-450D-81E6-2EBDE8224653}"/>
              </a:ext>
            </a:extLst>
          </p:cNvPr>
          <p:cNvSpPr/>
          <p:nvPr/>
        </p:nvSpPr>
        <p:spPr>
          <a:xfrm>
            <a:off x="2366054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83D23E85-F67B-4B2C-8259-02FB42B087EC}"/>
              </a:ext>
            </a:extLst>
          </p:cNvPr>
          <p:cNvSpPr/>
          <p:nvPr/>
        </p:nvSpPr>
        <p:spPr>
          <a:xfrm>
            <a:off x="2572267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52871CCC-9578-486D-A49B-1E82D3A66535}"/>
              </a:ext>
            </a:extLst>
          </p:cNvPr>
          <p:cNvSpPr/>
          <p:nvPr/>
        </p:nvSpPr>
        <p:spPr>
          <a:xfrm>
            <a:off x="277848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3FCBBC8E-977B-4145-8EEF-F6AB98481125}"/>
              </a:ext>
            </a:extLst>
          </p:cNvPr>
          <p:cNvSpPr/>
          <p:nvPr/>
        </p:nvSpPr>
        <p:spPr>
          <a:xfrm>
            <a:off x="2984693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3DDD684-1BE8-4F8B-84A2-DD58F8064F4F}"/>
              </a:ext>
            </a:extLst>
          </p:cNvPr>
          <p:cNvSpPr/>
          <p:nvPr/>
        </p:nvSpPr>
        <p:spPr>
          <a:xfrm>
            <a:off x="3187991" y="3194831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16F7BF9B-6D3B-4B98-A2FB-75AC9D2F69E6}"/>
              </a:ext>
            </a:extLst>
          </p:cNvPr>
          <p:cNvSpPr/>
          <p:nvPr/>
        </p:nvSpPr>
        <p:spPr>
          <a:xfrm>
            <a:off x="1340821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848839D5-24A1-4FD4-988B-6A4093343F0E}"/>
              </a:ext>
            </a:extLst>
          </p:cNvPr>
          <p:cNvSpPr/>
          <p:nvPr/>
        </p:nvSpPr>
        <p:spPr>
          <a:xfrm>
            <a:off x="1547034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C13295FC-1D78-4DBE-8839-030A359F774C}"/>
              </a:ext>
            </a:extLst>
          </p:cNvPr>
          <p:cNvSpPr/>
          <p:nvPr/>
        </p:nvSpPr>
        <p:spPr>
          <a:xfrm>
            <a:off x="1753246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162F30E5-602B-4663-868C-267E627C35C6}"/>
              </a:ext>
            </a:extLst>
          </p:cNvPr>
          <p:cNvSpPr/>
          <p:nvPr/>
        </p:nvSpPr>
        <p:spPr>
          <a:xfrm>
            <a:off x="1959459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DAEBC54D-215F-4067-B503-293A97E5A79A}"/>
              </a:ext>
            </a:extLst>
          </p:cNvPr>
          <p:cNvSpPr/>
          <p:nvPr/>
        </p:nvSpPr>
        <p:spPr>
          <a:xfrm>
            <a:off x="2162757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타원 129">
            <a:extLst>
              <a:ext uri="{FF2B5EF4-FFF2-40B4-BE49-F238E27FC236}">
                <a16:creationId xmlns:a16="http://schemas.microsoft.com/office/drawing/2014/main" id="{D3D87986-09EA-424D-9AAE-A56FA610B7B6}"/>
              </a:ext>
            </a:extLst>
          </p:cNvPr>
          <p:cNvSpPr/>
          <p:nvPr/>
        </p:nvSpPr>
        <p:spPr>
          <a:xfrm>
            <a:off x="2366054" y="3379213"/>
            <a:ext cx="132776" cy="132776"/>
          </a:xfrm>
          <a:prstGeom prst="ellipse">
            <a:avLst/>
          </a:prstGeom>
          <a:solidFill>
            <a:srgbClr val="47937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9875F770-413D-424B-B47D-E76AFC4E0357}"/>
              </a:ext>
            </a:extLst>
          </p:cNvPr>
          <p:cNvSpPr/>
          <p:nvPr/>
        </p:nvSpPr>
        <p:spPr>
          <a:xfrm>
            <a:off x="2572267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58AC06E8-64B2-4B68-B050-4B61008A6A9C}"/>
              </a:ext>
            </a:extLst>
          </p:cNvPr>
          <p:cNvSpPr/>
          <p:nvPr/>
        </p:nvSpPr>
        <p:spPr>
          <a:xfrm>
            <a:off x="2778481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37652090-DF91-4BAB-978E-9A106D9A42AC}"/>
              </a:ext>
            </a:extLst>
          </p:cNvPr>
          <p:cNvSpPr/>
          <p:nvPr/>
        </p:nvSpPr>
        <p:spPr>
          <a:xfrm>
            <a:off x="2984693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4166EAD8-2B16-4BED-A8AC-DD983AC21287}"/>
              </a:ext>
            </a:extLst>
          </p:cNvPr>
          <p:cNvSpPr/>
          <p:nvPr/>
        </p:nvSpPr>
        <p:spPr>
          <a:xfrm>
            <a:off x="3187991" y="337921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60265155-0200-449C-964F-D4C7AD8B2678}"/>
              </a:ext>
            </a:extLst>
          </p:cNvPr>
          <p:cNvSpPr/>
          <p:nvPr/>
        </p:nvSpPr>
        <p:spPr>
          <a:xfrm>
            <a:off x="134082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155D33E7-853B-4BE6-BF1E-CA1FC46C6317}"/>
              </a:ext>
            </a:extLst>
          </p:cNvPr>
          <p:cNvSpPr/>
          <p:nvPr/>
        </p:nvSpPr>
        <p:spPr>
          <a:xfrm>
            <a:off x="1547034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A61FFC85-8CC2-42CE-8CFD-3A5B84589405}"/>
              </a:ext>
            </a:extLst>
          </p:cNvPr>
          <p:cNvSpPr/>
          <p:nvPr/>
        </p:nvSpPr>
        <p:spPr>
          <a:xfrm>
            <a:off x="1753246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19D9770E-A960-498E-BAC3-AE8801D7EBB1}"/>
              </a:ext>
            </a:extLst>
          </p:cNvPr>
          <p:cNvSpPr/>
          <p:nvPr/>
        </p:nvSpPr>
        <p:spPr>
          <a:xfrm>
            <a:off x="1959459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5DCBAE38-EF0D-4BC4-A1D9-2DC8AC15DE23}"/>
              </a:ext>
            </a:extLst>
          </p:cNvPr>
          <p:cNvSpPr/>
          <p:nvPr/>
        </p:nvSpPr>
        <p:spPr>
          <a:xfrm>
            <a:off x="2162757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A295A442-9E09-4AD7-8CFE-B16EC92E229A}"/>
              </a:ext>
            </a:extLst>
          </p:cNvPr>
          <p:cNvSpPr/>
          <p:nvPr/>
        </p:nvSpPr>
        <p:spPr>
          <a:xfrm>
            <a:off x="2366054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7A2264DE-52A9-45B8-B3BE-918DBC865B85}"/>
              </a:ext>
            </a:extLst>
          </p:cNvPr>
          <p:cNvSpPr/>
          <p:nvPr/>
        </p:nvSpPr>
        <p:spPr>
          <a:xfrm>
            <a:off x="2572267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93713599-9F35-42B6-AAAB-E093D0515E88}"/>
              </a:ext>
            </a:extLst>
          </p:cNvPr>
          <p:cNvSpPr/>
          <p:nvPr/>
        </p:nvSpPr>
        <p:spPr>
          <a:xfrm>
            <a:off x="277848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타원 142">
            <a:extLst>
              <a:ext uri="{FF2B5EF4-FFF2-40B4-BE49-F238E27FC236}">
                <a16:creationId xmlns:a16="http://schemas.microsoft.com/office/drawing/2014/main" id="{BB2BF9C3-91D4-4965-B43B-55555F9051A5}"/>
              </a:ext>
            </a:extLst>
          </p:cNvPr>
          <p:cNvSpPr/>
          <p:nvPr/>
        </p:nvSpPr>
        <p:spPr>
          <a:xfrm>
            <a:off x="2984693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타원 143">
            <a:extLst>
              <a:ext uri="{FF2B5EF4-FFF2-40B4-BE49-F238E27FC236}">
                <a16:creationId xmlns:a16="http://schemas.microsoft.com/office/drawing/2014/main" id="{8F76DFF6-2F1A-4A4E-B02B-D44108FF6737}"/>
              </a:ext>
            </a:extLst>
          </p:cNvPr>
          <p:cNvSpPr/>
          <p:nvPr/>
        </p:nvSpPr>
        <p:spPr>
          <a:xfrm>
            <a:off x="3187991" y="3563595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타원 144">
            <a:extLst>
              <a:ext uri="{FF2B5EF4-FFF2-40B4-BE49-F238E27FC236}">
                <a16:creationId xmlns:a16="http://schemas.microsoft.com/office/drawing/2014/main" id="{8F21D7B1-3F3F-435C-B3CD-D4F220DE8C49}"/>
              </a:ext>
            </a:extLst>
          </p:cNvPr>
          <p:cNvSpPr/>
          <p:nvPr/>
        </p:nvSpPr>
        <p:spPr>
          <a:xfrm>
            <a:off x="134082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6" name="타원 145">
            <a:extLst>
              <a:ext uri="{FF2B5EF4-FFF2-40B4-BE49-F238E27FC236}">
                <a16:creationId xmlns:a16="http://schemas.microsoft.com/office/drawing/2014/main" id="{3319013F-12C1-42E1-9831-43CA67934F0C}"/>
              </a:ext>
            </a:extLst>
          </p:cNvPr>
          <p:cNvSpPr/>
          <p:nvPr/>
        </p:nvSpPr>
        <p:spPr>
          <a:xfrm>
            <a:off x="1547034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타원 146">
            <a:extLst>
              <a:ext uri="{FF2B5EF4-FFF2-40B4-BE49-F238E27FC236}">
                <a16:creationId xmlns:a16="http://schemas.microsoft.com/office/drawing/2014/main" id="{B6621A10-A234-4AF7-BC70-BA109BEA2693}"/>
              </a:ext>
            </a:extLst>
          </p:cNvPr>
          <p:cNvSpPr/>
          <p:nvPr/>
        </p:nvSpPr>
        <p:spPr>
          <a:xfrm>
            <a:off x="1753246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타원 147">
            <a:extLst>
              <a:ext uri="{FF2B5EF4-FFF2-40B4-BE49-F238E27FC236}">
                <a16:creationId xmlns:a16="http://schemas.microsoft.com/office/drawing/2014/main" id="{FB739EEB-8456-4622-8A98-8C145971E565}"/>
              </a:ext>
            </a:extLst>
          </p:cNvPr>
          <p:cNvSpPr/>
          <p:nvPr/>
        </p:nvSpPr>
        <p:spPr>
          <a:xfrm>
            <a:off x="1959459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타원 148">
            <a:extLst>
              <a:ext uri="{FF2B5EF4-FFF2-40B4-BE49-F238E27FC236}">
                <a16:creationId xmlns:a16="http://schemas.microsoft.com/office/drawing/2014/main" id="{0951F28D-1AEE-46D7-B7FB-2A5834D3332B}"/>
              </a:ext>
            </a:extLst>
          </p:cNvPr>
          <p:cNvSpPr/>
          <p:nvPr/>
        </p:nvSpPr>
        <p:spPr>
          <a:xfrm>
            <a:off x="2162757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0" name="타원 149">
            <a:extLst>
              <a:ext uri="{FF2B5EF4-FFF2-40B4-BE49-F238E27FC236}">
                <a16:creationId xmlns:a16="http://schemas.microsoft.com/office/drawing/2014/main" id="{BE8E75FC-D4AF-4C3C-8114-95A0FEEC5F7D}"/>
              </a:ext>
            </a:extLst>
          </p:cNvPr>
          <p:cNvSpPr/>
          <p:nvPr/>
        </p:nvSpPr>
        <p:spPr>
          <a:xfrm>
            <a:off x="2366054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423062D0-EE79-448B-B4A6-0957211BB3DC}"/>
              </a:ext>
            </a:extLst>
          </p:cNvPr>
          <p:cNvSpPr/>
          <p:nvPr/>
        </p:nvSpPr>
        <p:spPr>
          <a:xfrm>
            <a:off x="2572267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624AD10D-C424-41E8-8E2A-20A7F07496C3}"/>
              </a:ext>
            </a:extLst>
          </p:cNvPr>
          <p:cNvSpPr/>
          <p:nvPr/>
        </p:nvSpPr>
        <p:spPr>
          <a:xfrm>
            <a:off x="277848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808A105-74D7-40F4-8C38-E5F3B50DD309}"/>
              </a:ext>
            </a:extLst>
          </p:cNvPr>
          <p:cNvSpPr/>
          <p:nvPr/>
        </p:nvSpPr>
        <p:spPr>
          <a:xfrm>
            <a:off x="2984693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DA100065-D4DA-405A-A11C-D34A43AB2733}"/>
              </a:ext>
            </a:extLst>
          </p:cNvPr>
          <p:cNvSpPr/>
          <p:nvPr/>
        </p:nvSpPr>
        <p:spPr>
          <a:xfrm>
            <a:off x="3187991" y="374797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타원 154">
            <a:extLst>
              <a:ext uri="{FF2B5EF4-FFF2-40B4-BE49-F238E27FC236}">
                <a16:creationId xmlns:a16="http://schemas.microsoft.com/office/drawing/2014/main" id="{44CB3D26-D657-4334-A2A8-6C59DFACAAE8}"/>
              </a:ext>
            </a:extLst>
          </p:cNvPr>
          <p:cNvSpPr/>
          <p:nvPr/>
        </p:nvSpPr>
        <p:spPr>
          <a:xfrm>
            <a:off x="134082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2A0C5F96-623C-4CE9-B3FC-F1C48E7378D9}"/>
              </a:ext>
            </a:extLst>
          </p:cNvPr>
          <p:cNvSpPr/>
          <p:nvPr/>
        </p:nvSpPr>
        <p:spPr>
          <a:xfrm>
            <a:off x="1547034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9EF3ECD9-435B-4BC3-BB4F-485DFC9AAA75}"/>
              </a:ext>
            </a:extLst>
          </p:cNvPr>
          <p:cNvSpPr/>
          <p:nvPr/>
        </p:nvSpPr>
        <p:spPr>
          <a:xfrm>
            <a:off x="1753246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8" name="타원 157">
            <a:extLst>
              <a:ext uri="{FF2B5EF4-FFF2-40B4-BE49-F238E27FC236}">
                <a16:creationId xmlns:a16="http://schemas.microsoft.com/office/drawing/2014/main" id="{BE9358CF-B5CB-4CB6-A146-46AE299F53D2}"/>
              </a:ext>
            </a:extLst>
          </p:cNvPr>
          <p:cNvSpPr/>
          <p:nvPr/>
        </p:nvSpPr>
        <p:spPr>
          <a:xfrm>
            <a:off x="1959459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타원 158">
            <a:extLst>
              <a:ext uri="{FF2B5EF4-FFF2-40B4-BE49-F238E27FC236}">
                <a16:creationId xmlns:a16="http://schemas.microsoft.com/office/drawing/2014/main" id="{D58D3C85-FCDB-43ED-B7B1-87B58F4057F7}"/>
              </a:ext>
            </a:extLst>
          </p:cNvPr>
          <p:cNvSpPr/>
          <p:nvPr/>
        </p:nvSpPr>
        <p:spPr>
          <a:xfrm>
            <a:off x="2162757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타원 159">
            <a:extLst>
              <a:ext uri="{FF2B5EF4-FFF2-40B4-BE49-F238E27FC236}">
                <a16:creationId xmlns:a16="http://schemas.microsoft.com/office/drawing/2014/main" id="{D42A4F03-C35A-4D94-A3D8-4864CE96F703}"/>
              </a:ext>
            </a:extLst>
          </p:cNvPr>
          <p:cNvSpPr/>
          <p:nvPr/>
        </p:nvSpPr>
        <p:spPr>
          <a:xfrm>
            <a:off x="2366054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타원 160">
            <a:extLst>
              <a:ext uri="{FF2B5EF4-FFF2-40B4-BE49-F238E27FC236}">
                <a16:creationId xmlns:a16="http://schemas.microsoft.com/office/drawing/2014/main" id="{1BE50FAD-CD4D-4949-B4AA-DE9468C9D5DB}"/>
              </a:ext>
            </a:extLst>
          </p:cNvPr>
          <p:cNvSpPr/>
          <p:nvPr/>
        </p:nvSpPr>
        <p:spPr>
          <a:xfrm>
            <a:off x="2572267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타원 161">
            <a:extLst>
              <a:ext uri="{FF2B5EF4-FFF2-40B4-BE49-F238E27FC236}">
                <a16:creationId xmlns:a16="http://schemas.microsoft.com/office/drawing/2014/main" id="{0C792246-0CBE-4858-A8A6-0388267D4FFB}"/>
              </a:ext>
            </a:extLst>
          </p:cNvPr>
          <p:cNvSpPr/>
          <p:nvPr/>
        </p:nvSpPr>
        <p:spPr>
          <a:xfrm>
            <a:off x="277848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타원 162">
            <a:extLst>
              <a:ext uri="{FF2B5EF4-FFF2-40B4-BE49-F238E27FC236}">
                <a16:creationId xmlns:a16="http://schemas.microsoft.com/office/drawing/2014/main" id="{FCE6FEBB-D9D7-4679-A5DA-75252B122492}"/>
              </a:ext>
            </a:extLst>
          </p:cNvPr>
          <p:cNvSpPr/>
          <p:nvPr/>
        </p:nvSpPr>
        <p:spPr>
          <a:xfrm>
            <a:off x="2984693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4" name="타원 163">
            <a:extLst>
              <a:ext uri="{FF2B5EF4-FFF2-40B4-BE49-F238E27FC236}">
                <a16:creationId xmlns:a16="http://schemas.microsoft.com/office/drawing/2014/main" id="{A674D68F-7BEF-4A03-B898-DFB76F3F9DFC}"/>
              </a:ext>
            </a:extLst>
          </p:cNvPr>
          <p:cNvSpPr/>
          <p:nvPr/>
        </p:nvSpPr>
        <p:spPr>
          <a:xfrm>
            <a:off x="3187991" y="393235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타원 164">
            <a:extLst>
              <a:ext uri="{FF2B5EF4-FFF2-40B4-BE49-F238E27FC236}">
                <a16:creationId xmlns:a16="http://schemas.microsoft.com/office/drawing/2014/main" id="{B860F5CF-0E4A-48CF-8E67-AE351E342621}"/>
              </a:ext>
            </a:extLst>
          </p:cNvPr>
          <p:cNvSpPr/>
          <p:nvPr/>
        </p:nvSpPr>
        <p:spPr>
          <a:xfrm>
            <a:off x="134082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타원 165">
            <a:extLst>
              <a:ext uri="{FF2B5EF4-FFF2-40B4-BE49-F238E27FC236}">
                <a16:creationId xmlns:a16="http://schemas.microsoft.com/office/drawing/2014/main" id="{FDA1B40D-C282-4E4A-9D51-760C1105F647}"/>
              </a:ext>
            </a:extLst>
          </p:cNvPr>
          <p:cNvSpPr/>
          <p:nvPr/>
        </p:nvSpPr>
        <p:spPr>
          <a:xfrm>
            <a:off x="1547034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02987F42-6B15-49C9-BB61-32A06F12476E}"/>
              </a:ext>
            </a:extLst>
          </p:cNvPr>
          <p:cNvSpPr/>
          <p:nvPr/>
        </p:nvSpPr>
        <p:spPr>
          <a:xfrm>
            <a:off x="1753246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타원 167">
            <a:extLst>
              <a:ext uri="{FF2B5EF4-FFF2-40B4-BE49-F238E27FC236}">
                <a16:creationId xmlns:a16="http://schemas.microsoft.com/office/drawing/2014/main" id="{6792497E-5C49-487B-AF6B-2900C5559318}"/>
              </a:ext>
            </a:extLst>
          </p:cNvPr>
          <p:cNvSpPr/>
          <p:nvPr/>
        </p:nvSpPr>
        <p:spPr>
          <a:xfrm>
            <a:off x="1959459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타원 168">
            <a:extLst>
              <a:ext uri="{FF2B5EF4-FFF2-40B4-BE49-F238E27FC236}">
                <a16:creationId xmlns:a16="http://schemas.microsoft.com/office/drawing/2014/main" id="{49B758EE-B7F5-41BE-9235-704A3ACC15CD}"/>
              </a:ext>
            </a:extLst>
          </p:cNvPr>
          <p:cNvSpPr/>
          <p:nvPr/>
        </p:nvSpPr>
        <p:spPr>
          <a:xfrm>
            <a:off x="2162757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타원 169">
            <a:extLst>
              <a:ext uri="{FF2B5EF4-FFF2-40B4-BE49-F238E27FC236}">
                <a16:creationId xmlns:a16="http://schemas.microsoft.com/office/drawing/2014/main" id="{FCF9D9B1-E988-408C-9EF9-60654930642A}"/>
              </a:ext>
            </a:extLst>
          </p:cNvPr>
          <p:cNvSpPr/>
          <p:nvPr/>
        </p:nvSpPr>
        <p:spPr>
          <a:xfrm>
            <a:off x="2366054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6F6999D3-579F-485B-9FCD-A74DDC611406}"/>
              </a:ext>
            </a:extLst>
          </p:cNvPr>
          <p:cNvSpPr/>
          <p:nvPr/>
        </p:nvSpPr>
        <p:spPr>
          <a:xfrm>
            <a:off x="2572267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타원 171">
            <a:extLst>
              <a:ext uri="{FF2B5EF4-FFF2-40B4-BE49-F238E27FC236}">
                <a16:creationId xmlns:a16="http://schemas.microsoft.com/office/drawing/2014/main" id="{55E10EF5-B4CC-48E1-B11E-E3116993F6DE}"/>
              </a:ext>
            </a:extLst>
          </p:cNvPr>
          <p:cNvSpPr/>
          <p:nvPr/>
        </p:nvSpPr>
        <p:spPr>
          <a:xfrm>
            <a:off x="277848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타원 172">
            <a:extLst>
              <a:ext uri="{FF2B5EF4-FFF2-40B4-BE49-F238E27FC236}">
                <a16:creationId xmlns:a16="http://schemas.microsoft.com/office/drawing/2014/main" id="{4BE707CB-F340-4ADB-A82F-8E63D0DBA72C}"/>
              </a:ext>
            </a:extLst>
          </p:cNvPr>
          <p:cNvSpPr/>
          <p:nvPr/>
        </p:nvSpPr>
        <p:spPr>
          <a:xfrm>
            <a:off x="2984693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4" name="타원 173">
            <a:extLst>
              <a:ext uri="{FF2B5EF4-FFF2-40B4-BE49-F238E27FC236}">
                <a16:creationId xmlns:a16="http://schemas.microsoft.com/office/drawing/2014/main" id="{C7F2C976-ED90-46A3-8204-40AC536CF09A}"/>
              </a:ext>
            </a:extLst>
          </p:cNvPr>
          <p:cNvSpPr/>
          <p:nvPr/>
        </p:nvSpPr>
        <p:spPr>
          <a:xfrm>
            <a:off x="3187991" y="411674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E219E74E-E989-4C7B-8C3E-F5035F65C615}"/>
              </a:ext>
            </a:extLst>
          </p:cNvPr>
          <p:cNvSpPr txBox="1"/>
          <p:nvPr/>
        </p:nvSpPr>
        <p:spPr>
          <a:xfrm>
            <a:off x="1326904" y="1911510"/>
            <a:ext cx="2007785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47937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56%</a:t>
            </a:r>
            <a:endParaRPr lang="ko-KR" altLang="en-US" sz="2000" dirty="0">
              <a:solidFill>
                <a:srgbClr val="479374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5E71BDE5-4ABC-41E1-BEFC-6D28B285E9BA}"/>
              </a:ext>
            </a:extLst>
          </p:cNvPr>
          <p:cNvSpPr txBox="1"/>
          <p:nvPr/>
        </p:nvSpPr>
        <p:spPr>
          <a:xfrm>
            <a:off x="4700313" y="4588694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75" name="타원 174">
            <a:extLst>
              <a:ext uri="{FF2B5EF4-FFF2-40B4-BE49-F238E27FC236}">
                <a16:creationId xmlns:a16="http://schemas.microsoft.com/office/drawing/2014/main" id="{44CB01E5-FC49-4031-8C93-72EA9A5FC40C}"/>
              </a:ext>
            </a:extLst>
          </p:cNvPr>
          <p:cNvSpPr/>
          <p:nvPr/>
        </p:nvSpPr>
        <p:spPr>
          <a:xfrm>
            <a:off x="506354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8C76566F-08C2-4B86-AD9B-3795D8EECAA2}"/>
              </a:ext>
            </a:extLst>
          </p:cNvPr>
          <p:cNvSpPr/>
          <p:nvPr/>
        </p:nvSpPr>
        <p:spPr>
          <a:xfrm>
            <a:off x="5269752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6B5076BA-9EA8-4C10-B432-F2E626008C47}"/>
              </a:ext>
            </a:extLst>
          </p:cNvPr>
          <p:cNvSpPr/>
          <p:nvPr/>
        </p:nvSpPr>
        <p:spPr>
          <a:xfrm>
            <a:off x="5475965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DC8BD1AB-149F-4C65-BE2D-A77F3A4FCF5A}"/>
              </a:ext>
            </a:extLst>
          </p:cNvPr>
          <p:cNvSpPr/>
          <p:nvPr/>
        </p:nvSpPr>
        <p:spPr>
          <a:xfrm>
            <a:off x="5682178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타원 178">
            <a:extLst>
              <a:ext uri="{FF2B5EF4-FFF2-40B4-BE49-F238E27FC236}">
                <a16:creationId xmlns:a16="http://schemas.microsoft.com/office/drawing/2014/main" id="{932E4DD0-6BDB-4E59-9BB9-535C4ACFC339}"/>
              </a:ext>
            </a:extLst>
          </p:cNvPr>
          <p:cNvSpPr/>
          <p:nvPr/>
        </p:nvSpPr>
        <p:spPr>
          <a:xfrm>
            <a:off x="5885477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타원 179">
            <a:extLst>
              <a:ext uri="{FF2B5EF4-FFF2-40B4-BE49-F238E27FC236}">
                <a16:creationId xmlns:a16="http://schemas.microsoft.com/office/drawing/2014/main" id="{D83C8A40-C7FC-4F64-9CBD-D14EB09EC497}"/>
              </a:ext>
            </a:extLst>
          </p:cNvPr>
          <p:cNvSpPr/>
          <p:nvPr/>
        </p:nvSpPr>
        <p:spPr>
          <a:xfrm>
            <a:off x="6088774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타원 180">
            <a:extLst>
              <a:ext uri="{FF2B5EF4-FFF2-40B4-BE49-F238E27FC236}">
                <a16:creationId xmlns:a16="http://schemas.microsoft.com/office/drawing/2014/main" id="{2B366D30-C75E-42A5-B95E-F32434F2AAF2}"/>
              </a:ext>
            </a:extLst>
          </p:cNvPr>
          <p:cNvSpPr/>
          <p:nvPr/>
        </p:nvSpPr>
        <p:spPr>
          <a:xfrm>
            <a:off x="6294987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2" name="타원 181">
            <a:extLst>
              <a:ext uri="{FF2B5EF4-FFF2-40B4-BE49-F238E27FC236}">
                <a16:creationId xmlns:a16="http://schemas.microsoft.com/office/drawing/2014/main" id="{E151DD5D-1ED2-4524-9FC6-17F2351E7C66}"/>
              </a:ext>
            </a:extLst>
          </p:cNvPr>
          <p:cNvSpPr/>
          <p:nvPr/>
        </p:nvSpPr>
        <p:spPr>
          <a:xfrm>
            <a:off x="650120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타원 182">
            <a:extLst>
              <a:ext uri="{FF2B5EF4-FFF2-40B4-BE49-F238E27FC236}">
                <a16:creationId xmlns:a16="http://schemas.microsoft.com/office/drawing/2014/main" id="{E91E4BAC-398B-498B-9DC4-EEE10F869098}"/>
              </a:ext>
            </a:extLst>
          </p:cNvPr>
          <p:cNvSpPr/>
          <p:nvPr/>
        </p:nvSpPr>
        <p:spPr>
          <a:xfrm>
            <a:off x="6707412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4" name="타원 183">
            <a:extLst>
              <a:ext uri="{FF2B5EF4-FFF2-40B4-BE49-F238E27FC236}">
                <a16:creationId xmlns:a16="http://schemas.microsoft.com/office/drawing/2014/main" id="{AFD5DEEF-7278-44EA-A6E2-B57C6093498D}"/>
              </a:ext>
            </a:extLst>
          </p:cNvPr>
          <p:cNvSpPr/>
          <p:nvPr/>
        </p:nvSpPr>
        <p:spPr>
          <a:xfrm>
            <a:off x="6910710" y="2483163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타원 184">
            <a:extLst>
              <a:ext uri="{FF2B5EF4-FFF2-40B4-BE49-F238E27FC236}">
                <a16:creationId xmlns:a16="http://schemas.microsoft.com/office/drawing/2014/main" id="{18ED6098-F3C4-4186-9C91-E5A18C14D2C6}"/>
              </a:ext>
            </a:extLst>
          </p:cNvPr>
          <p:cNvSpPr/>
          <p:nvPr/>
        </p:nvSpPr>
        <p:spPr>
          <a:xfrm>
            <a:off x="506354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6" name="타원 185">
            <a:extLst>
              <a:ext uri="{FF2B5EF4-FFF2-40B4-BE49-F238E27FC236}">
                <a16:creationId xmlns:a16="http://schemas.microsoft.com/office/drawing/2014/main" id="{EF34D3CB-F7B4-4480-98A3-B2690686AEE7}"/>
              </a:ext>
            </a:extLst>
          </p:cNvPr>
          <p:cNvSpPr/>
          <p:nvPr/>
        </p:nvSpPr>
        <p:spPr>
          <a:xfrm>
            <a:off x="5269752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타원 186">
            <a:extLst>
              <a:ext uri="{FF2B5EF4-FFF2-40B4-BE49-F238E27FC236}">
                <a16:creationId xmlns:a16="http://schemas.microsoft.com/office/drawing/2014/main" id="{6BD02644-E3BF-409C-85C6-8F82D5C3E3DF}"/>
              </a:ext>
            </a:extLst>
          </p:cNvPr>
          <p:cNvSpPr/>
          <p:nvPr/>
        </p:nvSpPr>
        <p:spPr>
          <a:xfrm>
            <a:off x="5475965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8" name="타원 187">
            <a:extLst>
              <a:ext uri="{FF2B5EF4-FFF2-40B4-BE49-F238E27FC236}">
                <a16:creationId xmlns:a16="http://schemas.microsoft.com/office/drawing/2014/main" id="{259D5B85-02E8-4A6B-8F32-FC9E54D673F2}"/>
              </a:ext>
            </a:extLst>
          </p:cNvPr>
          <p:cNvSpPr/>
          <p:nvPr/>
        </p:nvSpPr>
        <p:spPr>
          <a:xfrm>
            <a:off x="5682178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타원 188">
            <a:extLst>
              <a:ext uri="{FF2B5EF4-FFF2-40B4-BE49-F238E27FC236}">
                <a16:creationId xmlns:a16="http://schemas.microsoft.com/office/drawing/2014/main" id="{57E263E0-C9FF-477B-BFA1-51DC630D77BF}"/>
              </a:ext>
            </a:extLst>
          </p:cNvPr>
          <p:cNvSpPr/>
          <p:nvPr/>
        </p:nvSpPr>
        <p:spPr>
          <a:xfrm>
            <a:off x="5885477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타원 189">
            <a:extLst>
              <a:ext uri="{FF2B5EF4-FFF2-40B4-BE49-F238E27FC236}">
                <a16:creationId xmlns:a16="http://schemas.microsoft.com/office/drawing/2014/main" id="{2E40D576-7858-43A0-BEF7-739DD7096085}"/>
              </a:ext>
            </a:extLst>
          </p:cNvPr>
          <p:cNvSpPr/>
          <p:nvPr/>
        </p:nvSpPr>
        <p:spPr>
          <a:xfrm>
            <a:off x="6088774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타원 190">
            <a:extLst>
              <a:ext uri="{FF2B5EF4-FFF2-40B4-BE49-F238E27FC236}">
                <a16:creationId xmlns:a16="http://schemas.microsoft.com/office/drawing/2014/main" id="{4CA4F598-CFFF-4465-B5C3-D60E4BF8FA6D}"/>
              </a:ext>
            </a:extLst>
          </p:cNvPr>
          <p:cNvSpPr/>
          <p:nvPr/>
        </p:nvSpPr>
        <p:spPr>
          <a:xfrm>
            <a:off x="6294987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0076FB8F-B5EB-4DF9-AEA1-17730E60B400}"/>
              </a:ext>
            </a:extLst>
          </p:cNvPr>
          <p:cNvSpPr/>
          <p:nvPr/>
        </p:nvSpPr>
        <p:spPr>
          <a:xfrm>
            <a:off x="650120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06D8719D-EA82-44C7-B509-4B5E0F05704E}"/>
              </a:ext>
            </a:extLst>
          </p:cNvPr>
          <p:cNvSpPr/>
          <p:nvPr/>
        </p:nvSpPr>
        <p:spPr>
          <a:xfrm>
            <a:off x="6707412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4505DF4D-5613-43B0-8CF6-BFDB10CA13CA}"/>
              </a:ext>
            </a:extLst>
          </p:cNvPr>
          <p:cNvSpPr/>
          <p:nvPr/>
        </p:nvSpPr>
        <p:spPr>
          <a:xfrm>
            <a:off x="6910710" y="2667545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7CCF184B-A551-4A52-8482-EA028FF1DCF3}"/>
              </a:ext>
            </a:extLst>
          </p:cNvPr>
          <p:cNvSpPr/>
          <p:nvPr/>
        </p:nvSpPr>
        <p:spPr>
          <a:xfrm>
            <a:off x="5063540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6" name="타원 195">
            <a:extLst>
              <a:ext uri="{FF2B5EF4-FFF2-40B4-BE49-F238E27FC236}">
                <a16:creationId xmlns:a16="http://schemas.microsoft.com/office/drawing/2014/main" id="{B939E79B-3FE3-4096-BC79-D705F96DB66A}"/>
              </a:ext>
            </a:extLst>
          </p:cNvPr>
          <p:cNvSpPr/>
          <p:nvPr/>
        </p:nvSpPr>
        <p:spPr>
          <a:xfrm>
            <a:off x="5269752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타원 196">
            <a:extLst>
              <a:ext uri="{FF2B5EF4-FFF2-40B4-BE49-F238E27FC236}">
                <a16:creationId xmlns:a16="http://schemas.microsoft.com/office/drawing/2014/main" id="{B9D33B6F-E561-4D48-82AF-95DE58785323}"/>
              </a:ext>
            </a:extLst>
          </p:cNvPr>
          <p:cNvSpPr/>
          <p:nvPr/>
        </p:nvSpPr>
        <p:spPr>
          <a:xfrm>
            <a:off x="5475965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타원 197">
            <a:extLst>
              <a:ext uri="{FF2B5EF4-FFF2-40B4-BE49-F238E27FC236}">
                <a16:creationId xmlns:a16="http://schemas.microsoft.com/office/drawing/2014/main" id="{149F5123-E2B7-43C9-A0A3-FB41509C139B}"/>
              </a:ext>
            </a:extLst>
          </p:cNvPr>
          <p:cNvSpPr/>
          <p:nvPr/>
        </p:nvSpPr>
        <p:spPr>
          <a:xfrm>
            <a:off x="5682178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타원 198">
            <a:extLst>
              <a:ext uri="{FF2B5EF4-FFF2-40B4-BE49-F238E27FC236}">
                <a16:creationId xmlns:a16="http://schemas.microsoft.com/office/drawing/2014/main" id="{AAD64705-DAF3-4CFE-B698-08DB6EA54246}"/>
              </a:ext>
            </a:extLst>
          </p:cNvPr>
          <p:cNvSpPr/>
          <p:nvPr/>
        </p:nvSpPr>
        <p:spPr>
          <a:xfrm>
            <a:off x="5885477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타원 199">
            <a:extLst>
              <a:ext uri="{FF2B5EF4-FFF2-40B4-BE49-F238E27FC236}">
                <a16:creationId xmlns:a16="http://schemas.microsoft.com/office/drawing/2014/main" id="{77914A1B-EACB-41CB-B010-1D96F64B8746}"/>
              </a:ext>
            </a:extLst>
          </p:cNvPr>
          <p:cNvSpPr/>
          <p:nvPr/>
        </p:nvSpPr>
        <p:spPr>
          <a:xfrm>
            <a:off x="6088774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타원 200">
            <a:extLst>
              <a:ext uri="{FF2B5EF4-FFF2-40B4-BE49-F238E27FC236}">
                <a16:creationId xmlns:a16="http://schemas.microsoft.com/office/drawing/2014/main" id="{0B07C025-D6C2-4A90-AB35-556C39BBAF16}"/>
              </a:ext>
            </a:extLst>
          </p:cNvPr>
          <p:cNvSpPr/>
          <p:nvPr/>
        </p:nvSpPr>
        <p:spPr>
          <a:xfrm>
            <a:off x="6294987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2" name="타원 201">
            <a:extLst>
              <a:ext uri="{FF2B5EF4-FFF2-40B4-BE49-F238E27FC236}">
                <a16:creationId xmlns:a16="http://schemas.microsoft.com/office/drawing/2014/main" id="{489CE2FB-45EE-4747-808C-61864F2AA598}"/>
              </a:ext>
            </a:extLst>
          </p:cNvPr>
          <p:cNvSpPr/>
          <p:nvPr/>
        </p:nvSpPr>
        <p:spPr>
          <a:xfrm>
            <a:off x="6501200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타원 202">
            <a:extLst>
              <a:ext uri="{FF2B5EF4-FFF2-40B4-BE49-F238E27FC236}">
                <a16:creationId xmlns:a16="http://schemas.microsoft.com/office/drawing/2014/main" id="{2FA3B39F-57DF-4D70-A1A3-50833CB7539E}"/>
              </a:ext>
            </a:extLst>
          </p:cNvPr>
          <p:cNvSpPr/>
          <p:nvPr/>
        </p:nvSpPr>
        <p:spPr>
          <a:xfrm>
            <a:off x="6707412" y="2851927"/>
            <a:ext cx="132776" cy="132776"/>
          </a:xfrm>
          <a:prstGeom prst="ellipse">
            <a:avLst/>
          </a:prstGeom>
          <a:solidFill>
            <a:srgbClr val="A1BFB4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667B157B-CAE0-4545-B3D0-9F7203B200BB}"/>
              </a:ext>
            </a:extLst>
          </p:cNvPr>
          <p:cNvSpPr/>
          <p:nvPr/>
        </p:nvSpPr>
        <p:spPr>
          <a:xfrm>
            <a:off x="6910710" y="285192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1566B6FD-AC53-48E5-894E-25C48C75EA93}"/>
              </a:ext>
            </a:extLst>
          </p:cNvPr>
          <p:cNvSpPr/>
          <p:nvPr/>
        </p:nvSpPr>
        <p:spPr>
          <a:xfrm>
            <a:off x="506354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12455650-182C-4AC4-9D82-CC92A3BB5DA5}"/>
              </a:ext>
            </a:extLst>
          </p:cNvPr>
          <p:cNvSpPr/>
          <p:nvPr/>
        </p:nvSpPr>
        <p:spPr>
          <a:xfrm>
            <a:off x="5269752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7" name="타원 206">
            <a:extLst>
              <a:ext uri="{FF2B5EF4-FFF2-40B4-BE49-F238E27FC236}">
                <a16:creationId xmlns:a16="http://schemas.microsoft.com/office/drawing/2014/main" id="{31717503-294F-45C6-8121-36931F60CAD3}"/>
              </a:ext>
            </a:extLst>
          </p:cNvPr>
          <p:cNvSpPr/>
          <p:nvPr/>
        </p:nvSpPr>
        <p:spPr>
          <a:xfrm>
            <a:off x="5475965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타원 207">
            <a:extLst>
              <a:ext uri="{FF2B5EF4-FFF2-40B4-BE49-F238E27FC236}">
                <a16:creationId xmlns:a16="http://schemas.microsoft.com/office/drawing/2014/main" id="{4EEB38C0-947D-4986-825A-0342A165E430}"/>
              </a:ext>
            </a:extLst>
          </p:cNvPr>
          <p:cNvSpPr/>
          <p:nvPr/>
        </p:nvSpPr>
        <p:spPr>
          <a:xfrm>
            <a:off x="5682178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9" name="타원 208">
            <a:extLst>
              <a:ext uri="{FF2B5EF4-FFF2-40B4-BE49-F238E27FC236}">
                <a16:creationId xmlns:a16="http://schemas.microsoft.com/office/drawing/2014/main" id="{9358102E-01D1-4B07-A223-1924BA723595}"/>
              </a:ext>
            </a:extLst>
          </p:cNvPr>
          <p:cNvSpPr/>
          <p:nvPr/>
        </p:nvSpPr>
        <p:spPr>
          <a:xfrm>
            <a:off x="5885477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타원 209">
            <a:extLst>
              <a:ext uri="{FF2B5EF4-FFF2-40B4-BE49-F238E27FC236}">
                <a16:creationId xmlns:a16="http://schemas.microsoft.com/office/drawing/2014/main" id="{C518C5D8-A2CB-4EF6-94B3-D49E203B31E5}"/>
              </a:ext>
            </a:extLst>
          </p:cNvPr>
          <p:cNvSpPr/>
          <p:nvPr/>
        </p:nvSpPr>
        <p:spPr>
          <a:xfrm>
            <a:off x="6088774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1" name="타원 210">
            <a:extLst>
              <a:ext uri="{FF2B5EF4-FFF2-40B4-BE49-F238E27FC236}">
                <a16:creationId xmlns:a16="http://schemas.microsoft.com/office/drawing/2014/main" id="{2C8A6B41-8672-4237-B545-4F66CA5E26CC}"/>
              </a:ext>
            </a:extLst>
          </p:cNvPr>
          <p:cNvSpPr/>
          <p:nvPr/>
        </p:nvSpPr>
        <p:spPr>
          <a:xfrm>
            <a:off x="6294987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8129B1F8-6D75-4DB2-8605-68D555CBB724}"/>
              </a:ext>
            </a:extLst>
          </p:cNvPr>
          <p:cNvSpPr/>
          <p:nvPr/>
        </p:nvSpPr>
        <p:spPr>
          <a:xfrm>
            <a:off x="650120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타원 212">
            <a:extLst>
              <a:ext uri="{FF2B5EF4-FFF2-40B4-BE49-F238E27FC236}">
                <a16:creationId xmlns:a16="http://schemas.microsoft.com/office/drawing/2014/main" id="{BBDAA58F-74CA-490B-8287-74A939D74B5B}"/>
              </a:ext>
            </a:extLst>
          </p:cNvPr>
          <p:cNvSpPr/>
          <p:nvPr/>
        </p:nvSpPr>
        <p:spPr>
          <a:xfrm>
            <a:off x="6707412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타원 213">
            <a:extLst>
              <a:ext uri="{FF2B5EF4-FFF2-40B4-BE49-F238E27FC236}">
                <a16:creationId xmlns:a16="http://schemas.microsoft.com/office/drawing/2014/main" id="{A00EC8C5-28CC-4AD9-96AC-E6833C3369B8}"/>
              </a:ext>
            </a:extLst>
          </p:cNvPr>
          <p:cNvSpPr/>
          <p:nvPr/>
        </p:nvSpPr>
        <p:spPr>
          <a:xfrm>
            <a:off x="6910710" y="303631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5" name="타원 214">
            <a:extLst>
              <a:ext uri="{FF2B5EF4-FFF2-40B4-BE49-F238E27FC236}">
                <a16:creationId xmlns:a16="http://schemas.microsoft.com/office/drawing/2014/main" id="{37A7405F-B882-4A83-80F4-1574F30EF4EA}"/>
              </a:ext>
            </a:extLst>
          </p:cNvPr>
          <p:cNvSpPr/>
          <p:nvPr/>
        </p:nvSpPr>
        <p:spPr>
          <a:xfrm>
            <a:off x="506354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" name="타원 215">
            <a:extLst>
              <a:ext uri="{FF2B5EF4-FFF2-40B4-BE49-F238E27FC236}">
                <a16:creationId xmlns:a16="http://schemas.microsoft.com/office/drawing/2014/main" id="{DEBD6C18-1CBD-475B-92BB-925A79E6C5FC}"/>
              </a:ext>
            </a:extLst>
          </p:cNvPr>
          <p:cNvSpPr/>
          <p:nvPr/>
        </p:nvSpPr>
        <p:spPr>
          <a:xfrm>
            <a:off x="5269752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C711CCC9-0F76-491E-BA45-DB9FEE438EBA}"/>
              </a:ext>
            </a:extLst>
          </p:cNvPr>
          <p:cNvSpPr/>
          <p:nvPr/>
        </p:nvSpPr>
        <p:spPr>
          <a:xfrm>
            <a:off x="5475965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8" name="타원 217">
            <a:extLst>
              <a:ext uri="{FF2B5EF4-FFF2-40B4-BE49-F238E27FC236}">
                <a16:creationId xmlns:a16="http://schemas.microsoft.com/office/drawing/2014/main" id="{DD5BC93E-C1E2-483D-A535-BCA596F2EBA4}"/>
              </a:ext>
            </a:extLst>
          </p:cNvPr>
          <p:cNvSpPr/>
          <p:nvPr/>
        </p:nvSpPr>
        <p:spPr>
          <a:xfrm>
            <a:off x="5682178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015BE58E-F97A-4992-B061-86336C2A81EF}"/>
              </a:ext>
            </a:extLst>
          </p:cNvPr>
          <p:cNvSpPr/>
          <p:nvPr/>
        </p:nvSpPr>
        <p:spPr>
          <a:xfrm>
            <a:off x="5885477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0" name="타원 219">
            <a:extLst>
              <a:ext uri="{FF2B5EF4-FFF2-40B4-BE49-F238E27FC236}">
                <a16:creationId xmlns:a16="http://schemas.microsoft.com/office/drawing/2014/main" id="{192AA9BF-36DB-4346-894C-81A1F04DB24A}"/>
              </a:ext>
            </a:extLst>
          </p:cNvPr>
          <p:cNvSpPr/>
          <p:nvPr/>
        </p:nvSpPr>
        <p:spPr>
          <a:xfrm>
            <a:off x="6088774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1" name="타원 220">
            <a:extLst>
              <a:ext uri="{FF2B5EF4-FFF2-40B4-BE49-F238E27FC236}">
                <a16:creationId xmlns:a16="http://schemas.microsoft.com/office/drawing/2014/main" id="{F97B8F0E-3E9F-4063-AE05-0CB56630BE03}"/>
              </a:ext>
            </a:extLst>
          </p:cNvPr>
          <p:cNvSpPr/>
          <p:nvPr/>
        </p:nvSpPr>
        <p:spPr>
          <a:xfrm>
            <a:off x="6294987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8501DF63-BE15-478B-BC62-E7269CD71ACB}"/>
              </a:ext>
            </a:extLst>
          </p:cNvPr>
          <p:cNvSpPr/>
          <p:nvPr/>
        </p:nvSpPr>
        <p:spPr>
          <a:xfrm>
            <a:off x="650120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7142E60-68E6-4753-82D7-6C846590772C}"/>
              </a:ext>
            </a:extLst>
          </p:cNvPr>
          <p:cNvSpPr/>
          <p:nvPr/>
        </p:nvSpPr>
        <p:spPr>
          <a:xfrm>
            <a:off x="6707412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4" name="타원 223">
            <a:extLst>
              <a:ext uri="{FF2B5EF4-FFF2-40B4-BE49-F238E27FC236}">
                <a16:creationId xmlns:a16="http://schemas.microsoft.com/office/drawing/2014/main" id="{87BDA614-E5C7-452C-9926-C59E1913B845}"/>
              </a:ext>
            </a:extLst>
          </p:cNvPr>
          <p:cNvSpPr/>
          <p:nvPr/>
        </p:nvSpPr>
        <p:spPr>
          <a:xfrm>
            <a:off x="6910710" y="322069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5" name="타원 224">
            <a:extLst>
              <a:ext uri="{FF2B5EF4-FFF2-40B4-BE49-F238E27FC236}">
                <a16:creationId xmlns:a16="http://schemas.microsoft.com/office/drawing/2014/main" id="{73634901-9BE1-4867-8A36-D260525BE82B}"/>
              </a:ext>
            </a:extLst>
          </p:cNvPr>
          <p:cNvSpPr/>
          <p:nvPr/>
        </p:nvSpPr>
        <p:spPr>
          <a:xfrm>
            <a:off x="506354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6" name="타원 225">
            <a:extLst>
              <a:ext uri="{FF2B5EF4-FFF2-40B4-BE49-F238E27FC236}">
                <a16:creationId xmlns:a16="http://schemas.microsoft.com/office/drawing/2014/main" id="{D7C26406-B3C7-4870-BD0D-AE3512B30D43}"/>
              </a:ext>
            </a:extLst>
          </p:cNvPr>
          <p:cNvSpPr/>
          <p:nvPr/>
        </p:nvSpPr>
        <p:spPr>
          <a:xfrm>
            <a:off x="5269752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CE6D15A3-93C6-42CF-AE4B-8C072976C751}"/>
              </a:ext>
            </a:extLst>
          </p:cNvPr>
          <p:cNvSpPr/>
          <p:nvPr/>
        </p:nvSpPr>
        <p:spPr>
          <a:xfrm>
            <a:off x="5475965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09FDE42B-5AF1-4F3F-970D-A23659F8C8A3}"/>
              </a:ext>
            </a:extLst>
          </p:cNvPr>
          <p:cNvSpPr/>
          <p:nvPr/>
        </p:nvSpPr>
        <p:spPr>
          <a:xfrm>
            <a:off x="5682178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타원 228">
            <a:extLst>
              <a:ext uri="{FF2B5EF4-FFF2-40B4-BE49-F238E27FC236}">
                <a16:creationId xmlns:a16="http://schemas.microsoft.com/office/drawing/2014/main" id="{E38616E1-CCAC-48EA-9984-3D8F82105D25}"/>
              </a:ext>
            </a:extLst>
          </p:cNvPr>
          <p:cNvSpPr/>
          <p:nvPr/>
        </p:nvSpPr>
        <p:spPr>
          <a:xfrm>
            <a:off x="5885477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0" name="타원 229">
            <a:extLst>
              <a:ext uri="{FF2B5EF4-FFF2-40B4-BE49-F238E27FC236}">
                <a16:creationId xmlns:a16="http://schemas.microsoft.com/office/drawing/2014/main" id="{D45306E4-39AA-4EAF-961E-A62B33F90B9F}"/>
              </a:ext>
            </a:extLst>
          </p:cNvPr>
          <p:cNvSpPr/>
          <p:nvPr/>
        </p:nvSpPr>
        <p:spPr>
          <a:xfrm>
            <a:off x="6088774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1" name="타원 230">
            <a:extLst>
              <a:ext uri="{FF2B5EF4-FFF2-40B4-BE49-F238E27FC236}">
                <a16:creationId xmlns:a16="http://schemas.microsoft.com/office/drawing/2014/main" id="{6FB899E0-6D63-4A00-A06F-97C2DE1E1B2D}"/>
              </a:ext>
            </a:extLst>
          </p:cNvPr>
          <p:cNvSpPr/>
          <p:nvPr/>
        </p:nvSpPr>
        <p:spPr>
          <a:xfrm>
            <a:off x="6294987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2" name="타원 231">
            <a:extLst>
              <a:ext uri="{FF2B5EF4-FFF2-40B4-BE49-F238E27FC236}">
                <a16:creationId xmlns:a16="http://schemas.microsoft.com/office/drawing/2014/main" id="{C8410571-5BE1-4617-A069-EA4AA67AD77C}"/>
              </a:ext>
            </a:extLst>
          </p:cNvPr>
          <p:cNvSpPr/>
          <p:nvPr/>
        </p:nvSpPr>
        <p:spPr>
          <a:xfrm>
            <a:off x="650120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3" name="타원 232">
            <a:extLst>
              <a:ext uri="{FF2B5EF4-FFF2-40B4-BE49-F238E27FC236}">
                <a16:creationId xmlns:a16="http://schemas.microsoft.com/office/drawing/2014/main" id="{A069664B-4549-46D5-866E-2C5CAE1BE70D}"/>
              </a:ext>
            </a:extLst>
          </p:cNvPr>
          <p:cNvSpPr/>
          <p:nvPr/>
        </p:nvSpPr>
        <p:spPr>
          <a:xfrm>
            <a:off x="6707412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4" name="타원 233">
            <a:extLst>
              <a:ext uri="{FF2B5EF4-FFF2-40B4-BE49-F238E27FC236}">
                <a16:creationId xmlns:a16="http://schemas.microsoft.com/office/drawing/2014/main" id="{C4FF891D-7174-4F80-AED6-4B86D30E319D}"/>
              </a:ext>
            </a:extLst>
          </p:cNvPr>
          <p:cNvSpPr/>
          <p:nvPr/>
        </p:nvSpPr>
        <p:spPr>
          <a:xfrm>
            <a:off x="6910710" y="3405074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5" name="타원 234">
            <a:extLst>
              <a:ext uri="{FF2B5EF4-FFF2-40B4-BE49-F238E27FC236}">
                <a16:creationId xmlns:a16="http://schemas.microsoft.com/office/drawing/2014/main" id="{8617BDA3-742C-40F5-8209-B0F0D2DB317B}"/>
              </a:ext>
            </a:extLst>
          </p:cNvPr>
          <p:cNvSpPr/>
          <p:nvPr/>
        </p:nvSpPr>
        <p:spPr>
          <a:xfrm>
            <a:off x="506354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6" name="타원 235">
            <a:extLst>
              <a:ext uri="{FF2B5EF4-FFF2-40B4-BE49-F238E27FC236}">
                <a16:creationId xmlns:a16="http://schemas.microsoft.com/office/drawing/2014/main" id="{52CAB3DF-4B60-4F3E-8605-513E25B31BC8}"/>
              </a:ext>
            </a:extLst>
          </p:cNvPr>
          <p:cNvSpPr/>
          <p:nvPr/>
        </p:nvSpPr>
        <p:spPr>
          <a:xfrm>
            <a:off x="5269752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7" name="타원 236">
            <a:extLst>
              <a:ext uri="{FF2B5EF4-FFF2-40B4-BE49-F238E27FC236}">
                <a16:creationId xmlns:a16="http://schemas.microsoft.com/office/drawing/2014/main" id="{9A43729D-7B53-4B79-B1B2-CE631A51EE69}"/>
              </a:ext>
            </a:extLst>
          </p:cNvPr>
          <p:cNvSpPr/>
          <p:nvPr/>
        </p:nvSpPr>
        <p:spPr>
          <a:xfrm>
            <a:off x="5475965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8" name="타원 237">
            <a:extLst>
              <a:ext uri="{FF2B5EF4-FFF2-40B4-BE49-F238E27FC236}">
                <a16:creationId xmlns:a16="http://schemas.microsoft.com/office/drawing/2014/main" id="{404A2B9C-D3D9-452B-9848-DE5E7EF57DB1}"/>
              </a:ext>
            </a:extLst>
          </p:cNvPr>
          <p:cNvSpPr/>
          <p:nvPr/>
        </p:nvSpPr>
        <p:spPr>
          <a:xfrm>
            <a:off x="5682178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타원 238">
            <a:extLst>
              <a:ext uri="{FF2B5EF4-FFF2-40B4-BE49-F238E27FC236}">
                <a16:creationId xmlns:a16="http://schemas.microsoft.com/office/drawing/2014/main" id="{8CA80EF1-1F5B-4669-A802-9BAEB1D2F605}"/>
              </a:ext>
            </a:extLst>
          </p:cNvPr>
          <p:cNvSpPr/>
          <p:nvPr/>
        </p:nvSpPr>
        <p:spPr>
          <a:xfrm>
            <a:off x="5885477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타원 239">
            <a:extLst>
              <a:ext uri="{FF2B5EF4-FFF2-40B4-BE49-F238E27FC236}">
                <a16:creationId xmlns:a16="http://schemas.microsoft.com/office/drawing/2014/main" id="{FC2F9ADF-DEEB-4811-9009-4DEF42BE1B83}"/>
              </a:ext>
            </a:extLst>
          </p:cNvPr>
          <p:cNvSpPr/>
          <p:nvPr/>
        </p:nvSpPr>
        <p:spPr>
          <a:xfrm>
            <a:off x="6088774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타원 240">
            <a:extLst>
              <a:ext uri="{FF2B5EF4-FFF2-40B4-BE49-F238E27FC236}">
                <a16:creationId xmlns:a16="http://schemas.microsoft.com/office/drawing/2014/main" id="{F98FDDBD-E58A-474E-B8BE-54449D8BC1F9}"/>
              </a:ext>
            </a:extLst>
          </p:cNvPr>
          <p:cNvSpPr/>
          <p:nvPr/>
        </p:nvSpPr>
        <p:spPr>
          <a:xfrm>
            <a:off x="6294987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2" name="타원 241">
            <a:extLst>
              <a:ext uri="{FF2B5EF4-FFF2-40B4-BE49-F238E27FC236}">
                <a16:creationId xmlns:a16="http://schemas.microsoft.com/office/drawing/2014/main" id="{C6B3BC94-F029-4BC4-A761-65F9FDAADB6E}"/>
              </a:ext>
            </a:extLst>
          </p:cNvPr>
          <p:cNvSpPr/>
          <p:nvPr/>
        </p:nvSpPr>
        <p:spPr>
          <a:xfrm>
            <a:off x="650120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3" name="타원 242">
            <a:extLst>
              <a:ext uri="{FF2B5EF4-FFF2-40B4-BE49-F238E27FC236}">
                <a16:creationId xmlns:a16="http://schemas.microsoft.com/office/drawing/2014/main" id="{94478AA9-9E2C-4694-9451-54CDB826A2A7}"/>
              </a:ext>
            </a:extLst>
          </p:cNvPr>
          <p:cNvSpPr/>
          <p:nvPr/>
        </p:nvSpPr>
        <p:spPr>
          <a:xfrm>
            <a:off x="6707412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4" name="타원 243">
            <a:extLst>
              <a:ext uri="{FF2B5EF4-FFF2-40B4-BE49-F238E27FC236}">
                <a16:creationId xmlns:a16="http://schemas.microsoft.com/office/drawing/2014/main" id="{05225B6E-D27D-4096-9DCC-BCCD330B0E9D}"/>
              </a:ext>
            </a:extLst>
          </p:cNvPr>
          <p:cNvSpPr/>
          <p:nvPr/>
        </p:nvSpPr>
        <p:spPr>
          <a:xfrm>
            <a:off x="6910710" y="3589456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5" name="타원 244">
            <a:extLst>
              <a:ext uri="{FF2B5EF4-FFF2-40B4-BE49-F238E27FC236}">
                <a16:creationId xmlns:a16="http://schemas.microsoft.com/office/drawing/2014/main" id="{ED6321C8-5677-4309-8C39-F6E1B4CC459D}"/>
              </a:ext>
            </a:extLst>
          </p:cNvPr>
          <p:cNvSpPr/>
          <p:nvPr/>
        </p:nvSpPr>
        <p:spPr>
          <a:xfrm>
            <a:off x="506354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6" name="타원 245">
            <a:extLst>
              <a:ext uri="{FF2B5EF4-FFF2-40B4-BE49-F238E27FC236}">
                <a16:creationId xmlns:a16="http://schemas.microsoft.com/office/drawing/2014/main" id="{DD431CED-DAA1-4955-9167-9707ACE0BB7B}"/>
              </a:ext>
            </a:extLst>
          </p:cNvPr>
          <p:cNvSpPr/>
          <p:nvPr/>
        </p:nvSpPr>
        <p:spPr>
          <a:xfrm>
            <a:off x="5269752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7" name="타원 246">
            <a:extLst>
              <a:ext uri="{FF2B5EF4-FFF2-40B4-BE49-F238E27FC236}">
                <a16:creationId xmlns:a16="http://schemas.microsoft.com/office/drawing/2014/main" id="{07B9DC1F-EAF8-4D6C-B379-B2BF2E4E584A}"/>
              </a:ext>
            </a:extLst>
          </p:cNvPr>
          <p:cNvSpPr/>
          <p:nvPr/>
        </p:nvSpPr>
        <p:spPr>
          <a:xfrm>
            <a:off x="5475965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8" name="타원 247">
            <a:extLst>
              <a:ext uri="{FF2B5EF4-FFF2-40B4-BE49-F238E27FC236}">
                <a16:creationId xmlns:a16="http://schemas.microsoft.com/office/drawing/2014/main" id="{B3B9F0E8-E15E-47BC-9C6A-9541F9980F29}"/>
              </a:ext>
            </a:extLst>
          </p:cNvPr>
          <p:cNvSpPr/>
          <p:nvPr/>
        </p:nvSpPr>
        <p:spPr>
          <a:xfrm>
            <a:off x="5682178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9" name="타원 248">
            <a:extLst>
              <a:ext uri="{FF2B5EF4-FFF2-40B4-BE49-F238E27FC236}">
                <a16:creationId xmlns:a16="http://schemas.microsoft.com/office/drawing/2014/main" id="{2AE046BE-BD4F-4E17-B33F-41840F50C402}"/>
              </a:ext>
            </a:extLst>
          </p:cNvPr>
          <p:cNvSpPr/>
          <p:nvPr/>
        </p:nvSpPr>
        <p:spPr>
          <a:xfrm>
            <a:off x="5885477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0" name="타원 249">
            <a:extLst>
              <a:ext uri="{FF2B5EF4-FFF2-40B4-BE49-F238E27FC236}">
                <a16:creationId xmlns:a16="http://schemas.microsoft.com/office/drawing/2014/main" id="{E102616F-56CF-458C-8147-CE47A4CD6B44}"/>
              </a:ext>
            </a:extLst>
          </p:cNvPr>
          <p:cNvSpPr/>
          <p:nvPr/>
        </p:nvSpPr>
        <p:spPr>
          <a:xfrm>
            <a:off x="6088774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1" name="타원 250">
            <a:extLst>
              <a:ext uri="{FF2B5EF4-FFF2-40B4-BE49-F238E27FC236}">
                <a16:creationId xmlns:a16="http://schemas.microsoft.com/office/drawing/2014/main" id="{108DB916-EB46-4DFF-8BFD-1C162DF7D182}"/>
              </a:ext>
            </a:extLst>
          </p:cNvPr>
          <p:cNvSpPr/>
          <p:nvPr/>
        </p:nvSpPr>
        <p:spPr>
          <a:xfrm>
            <a:off x="6294987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2" name="타원 251">
            <a:extLst>
              <a:ext uri="{FF2B5EF4-FFF2-40B4-BE49-F238E27FC236}">
                <a16:creationId xmlns:a16="http://schemas.microsoft.com/office/drawing/2014/main" id="{6FECAC84-8D89-4154-B3C6-FB8C0669B41E}"/>
              </a:ext>
            </a:extLst>
          </p:cNvPr>
          <p:cNvSpPr/>
          <p:nvPr/>
        </p:nvSpPr>
        <p:spPr>
          <a:xfrm>
            <a:off x="650120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3" name="타원 252">
            <a:extLst>
              <a:ext uri="{FF2B5EF4-FFF2-40B4-BE49-F238E27FC236}">
                <a16:creationId xmlns:a16="http://schemas.microsoft.com/office/drawing/2014/main" id="{EEBB74DE-3AD5-43EF-9905-719F8195DFCC}"/>
              </a:ext>
            </a:extLst>
          </p:cNvPr>
          <p:cNvSpPr/>
          <p:nvPr/>
        </p:nvSpPr>
        <p:spPr>
          <a:xfrm>
            <a:off x="6707412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4" name="타원 253">
            <a:extLst>
              <a:ext uri="{FF2B5EF4-FFF2-40B4-BE49-F238E27FC236}">
                <a16:creationId xmlns:a16="http://schemas.microsoft.com/office/drawing/2014/main" id="{77EB508B-0313-4185-A6DA-7B9FF75908C1}"/>
              </a:ext>
            </a:extLst>
          </p:cNvPr>
          <p:cNvSpPr/>
          <p:nvPr/>
        </p:nvSpPr>
        <p:spPr>
          <a:xfrm>
            <a:off x="6910710" y="3773838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5" name="타원 254">
            <a:extLst>
              <a:ext uri="{FF2B5EF4-FFF2-40B4-BE49-F238E27FC236}">
                <a16:creationId xmlns:a16="http://schemas.microsoft.com/office/drawing/2014/main" id="{3E1E7030-D5F7-472F-8E4A-277B8ED23982}"/>
              </a:ext>
            </a:extLst>
          </p:cNvPr>
          <p:cNvSpPr/>
          <p:nvPr/>
        </p:nvSpPr>
        <p:spPr>
          <a:xfrm>
            <a:off x="506354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6" name="타원 255">
            <a:extLst>
              <a:ext uri="{FF2B5EF4-FFF2-40B4-BE49-F238E27FC236}">
                <a16:creationId xmlns:a16="http://schemas.microsoft.com/office/drawing/2014/main" id="{831E2DAB-8436-4BD6-B81F-7ADAC724E6AC}"/>
              </a:ext>
            </a:extLst>
          </p:cNvPr>
          <p:cNvSpPr/>
          <p:nvPr/>
        </p:nvSpPr>
        <p:spPr>
          <a:xfrm>
            <a:off x="5269752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7" name="타원 256">
            <a:extLst>
              <a:ext uri="{FF2B5EF4-FFF2-40B4-BE49-F238E27FC236}">
                <a16:creationId xmlns:a16="http://schemas.microsoft.com/office/drawing/2014/main" id="{E36F54DC-5B05-449D-843D-E11DDE0F6EAE}"/>
              </a:ext>
            </a:extLst>
          </p:cNvPr>
          <p:cNvSpPr/>
          <p:nvPr/>
        </p:nvSpPr>
        <p:spPr>
          <a:xfrm>
            <a:off x="5475965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8" name="타원 257">
            <a:extLst>
              <a:ext uri="{FF2B5EF4-FFF2-40B4-BE49-F238E27FC236}">
                <a16:creationId xmlns:a16="http://schemas.microsoft.com/office/drawing/2014/main" id="{205B9410-A60F-4D07-B428-2114C67EA1A1}"/>
              </a:ext>
            </a:extLst>
          </p:cNvPr>
          <p:cNvSpPr/>
          <p:nvPr/>
        </p:nvSpPr>
        <p:spPr>
          <a:xfrm>
            <a:off x="5682178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9" name="타원 258">
            <a:extLst>
              <a:ext uri="{FF2B5EF4-FFF2-40B4-BE49-F238E27FC236}">
                <a16:creationId xmlns:a16="http://schemas.microsoft.com/office/drawing/2014/main" id="{D13D62B7-74D2-4143-B719-6DE1B17CA4A4}"/>
              </a:ext>
            </a:extLst>
          </p:cNvPr>
          <p:cNvSpPr/>
          <p:nvPr/>
        </p:nvSpPr>
        <p:spPr>
          <a:xfrm>
            <a:off x="5885477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0" name="타원 259">
            <a:extLst>
              <a:ext uri="{FF2B5EF4-FFF2-40B4-BE49-F238E27FC236}">
                <a16:creationId xmlns:a16="http://schemas.microsoft.com/office/drawing/2014/main" id="{ED9AF873-AF67-41E2-8D73-618F324BA521}"/>
              </a:ext>
            </a:extLst>
          </p:cNvPr>
          <p:cNvSpPr/>
          <p:nvPr/>
        </p:nvSpPr>
        <p:spPr>
          <a:xfrm>
            <a:off x="6088774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1" name="타원 260">
            <a:extLst>
              <a:ext uri="{FF2B5EF4-FFF2-40B4-BE49-F238E27FC236}">
                <a16:creationId xmlns:a16="http://schemas.microsoft.com/office/drawing/2014/main" id="{1C27F2CC-9280-4154-9C23-D940CD3EFE9E}"/>
              </a:ext>
            </a:extLst>
          </p:cNvPr>
          <p:cNvSpPr/>
          <p:nvPr/>
        </p:nvSpPr>
        <p:spPr>
          <a:xfrm>
            <a:off x="6294987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2" name="타원 261">
            <a:extLst>
              <a:ext uri="{FF2B5EF4-FFF2-40B4-BE49-F238E27FC236}">
                <a16:creationId xmlns:a16="http://schemas.microsoft.com/office/drawing/2014/main" id="{22027DB6-3C2F-4B7F-A2C5-A91E52DEB75E}"/>
              </a:ext>
            </a:extLst>
          </p:cNvPr>
          <p:cNvSpPr/>
          <p:nvPr/>
        </p:nvSpPr>
        <p:spPr>
          <a:xfrm>
            <a:off x="650120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3" name="타원 262">
            <a:extLst>
              <a:ext uri="{FF2B5EF4-FFF2-40B4-BE49-F238E27FC236}">
                <a16:creationId xmlns:a16="http://schemas.microsoft.com/office/drawing/2014/main" id="{BA3BA694-2147-4726-BF3E-AB48E626DF06}"/>
              </a:ext>
            </a:extLst>
          </p:cNvPr>
          <p:cNvSpPr/>
          <p:nvPr/>
        </p:nvSpPr>
        <p:spPr>
          <a:xfrm>
            <a:off x="6707412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31B7D765-A703-4121-B4EE-2351523AB7C7}"/>
              </a:ext>
            </a:extLst>
          </p:cNvPr>
          <p:cNvSpPr/>
          <p:nvPr/>
        </p:nvSpPr>
        <p:spPr>
          <a:xfrm>
            <a:off x="6910710" y="3958220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5" name="타원 264">
            <a:extLst>
              <a:ext uri="{FF2B5EF4-FFF2-40B4-BE49-F238E27FC236}">
                <a16:creationId xmlns:a16="http://schemas.microsoft.com/office/drawing/2014/main" id="{A544D66A-61B6-4351-8789-0DE2081B7852}"/>
              </a:ext>
            </a:extLst>
          </p:cNvPr>
          <p:cNvSpPr/>
          <p:nvPr/>
        </p:nvSpPr>
        <p:spPr>
          <a:xfrm>
            <a:off x="506354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6" name="타원 265">
            <a:extLst>
              <a:ext uri="{FF2B5EF4-FFF2-40B4-BE49-F238E27FC236}">
                <a16:creationId xmlns:a16="http://schemas.microsoft.com/office/drawing/2014/main" id="{5F79DB1A-F466-41B7-B486-02EE37B0CF5A}"/>
              </a:ext>
            </a:extLst>
          </p:cNvPr>
          <p:cNvSpPr/>
          <p:nvPr/>
        </p:nvSpPr>
        <p:spPr>
          <a:xfrm>
            <a:off x="5269752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A6E2CA89-EE8F-432F-8CCE-034F6C44A9A5}"/>
              </a:ext>
            </a:extLst>
          </p:cNvPr>
          <p:cNvSpPr/>
          <p:nvPr/>
        </p:nvSpPr>
        <p:spPr>
          <a:xfrm>
            <a:off x="5475965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8" name="타원 267">
            <a:extLst>
              <a:ext uri="{FF2B5EF4-FFF2-40B4-BE49-F238E27FC236}">
                <a16:creationId xmlns:a16="http://schemas.microsoft.com/office/drawing/2014/main" id="{59701B73-D997-41DB-9579-B449B7360B77}"/>
              </a:ext>
            </a:extLst>
          </p:cNvPr>
          <p:cNvSpPr/>
          <p:nvPr/>
        </p:nvSpPr>
        <p:spPr>
          <a:xfrm>
            <a:off x="5682178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9" name="타원 268">
            <a:extLst>
              <a:ext uri="{FF2B5EF4-FFF2-40B4-BE49-F238E27FC236}">
                <a16:creationId xmlns:a16="http://schemas.microsoft.com/office/drawing/2014/main" id="{1E67E28B-8C55-4992-A624-B238EC87AC0C}"/>
              </a:ext>
            </a:extLst>
          </p:cNvPr>
          <p:cNvSpPr/>
          <p:nvPr/>
        </p:nvSpPr>
        <p:spPr>
          <a:xfrm>
            <a:off x="5885477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타원 269">
            <a:extLst>
              <a:ext uri="{FF2B5EF4-FFF2-40B4-BE49-F238E27FC236}">
                <a16:creationId xmlns:a16="http://schemas.microsoft.com/office/drawing/2014/main" id="{EE7DB0AD-5C63-4E47-B031-EFC69D16D327}"/>
              </a:ext>
            </a:extLst>
          </p:cNvPr>
          <p:cNvSpPr/>
          <p:nvPr/>
        </p:nvSpPr>
        <p:spPr>
          <a:xfrm>
            <a:off x="6088774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232CE330-53FB-4BD3-B0A6-272B62720B23}"/>
              </a:ext>
            </a:extLst>
          </p:cNvPr>
          <p:cNvSpPr/>
          <p:nvPr/>
        </p:nvSpPr>
        <p:spPr>
          <a:xfrm>
            <a:off x="6294987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2" name="타원 271">
            <a:extLst>
              <a:ext uri="{FF2B5EF4-FFF2-40B4-BE49-F238E27FC236}">
                <a16:creationId xmlns:a16="http://schemas.microsoft.com/office/drawing/2014/main" id="{7B3FF423-51D2-4265-9B19-BB95B99FD114}"/>
              </a:ext>
            </a:extLst>
          </p:cNvPr>
          <p:cNvSpPr/>
          <p:nvPr/>
        </p:nvSpPr>
        <p:spPr>
          <a:xfrm>
            <a:off x="650120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3" name="타원 272">
            <a:extLst>
              <a:ext uri="{FF2B5EF4-FFF2-40B4-BE49-F238E27FC236}">
                <a16:creationId xmlns:a16="http://schemas.microsoft.com/office/drawing/2014/main" id="{AC1F0D15-5483-48EF-B44E-678ECC2BFC2B}"/>
              </a:ext>
            </a:extLst>
          </p:cNvPr>
          <p:cNvSpPr/>
          <p:nvPr/>
        </p:nvSpPr>
        <p:spPr>
          <a:xfrm>
            <a:off x="6707412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A109B34F-41B7-4B29-BB5A-FB0D7E2BCF87}"/>
              </a:ext>
            </a:extLst>
          </p:cNvPr>
          <p:cNvSpPr/>
          <p:nvPr/>
        </p:nvSpPr>
        <p:spPr>
          <a:xfrm>
            <a:off x="6910710" y="4142602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6C37843A-4ECA-4514-A61D-8EFF6D6E437F}"/>
              </a:ext>
            </a:extLst>
          </p:cNvPr>
          <p:cNvSpPr txBox="1"/>
          <p:nvPr/>
        </p:nvSpPr>
        <p:spPr>
          <a:xfrm>
            <a:off x="5082579" y="1909058"/>
            <a:ext cx="2007786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8BAFA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29%</a:t>
            </a:r>
            <a:endParaRPr lang="ko-KR" altLang="en-US" sz="2000" dirty="0">
              <a:solidFill>
                <a:srgbClr val="8BAFA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C6FE2774-76F8-4E47-867F-A24260845587}"/>
              </a:ext>
            </a:extLst>
          </p:cNvPr>
          <p:cNvSpPr/>
          <p:nvPr/>
        </p:nvSpPr>
        <p:spPr>
          <a:xfrm>
            <a:off x="879137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6" name="타원 275">
            <a:extLst>
              <a:ext uri="{FF2B5EF4-FFF2-40B4-BE49-F238E27FC236}">
                <a16:creationId xmlns:a16="http://schemas.microsoft.com/office/drawing/2014/main" id="{C481EEBB-3B88-4804-85B9-2AFE77919DDC}"/>
              </a:ext>
            </a:extLst>
          </p:cNvPr>
          <p:cNvSpPr/>
          <p:nvPr/>
        </p:nvSpPr>
        <p:spPr>
          <a:xfrm>
            <a:off x="8997588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7" name="타원 276">
            <a:extLst>
              <a:ext uri="{FF2B5EF4-FFF2-40B4-BE49-F238E27FC236}">
                <a16:creationId xmlns:a16="http://schemas.microsoft.com/office/drawing/2014/main" id="{1E9D18C1-1EDE-48A8-BB20-3005F9587FA2}"/>
              </a:ext>
            </a:extLst>
          </p:cNvPr>
          <p:cNvSpPr/>
          <p:nvPr/>
        </p:nvSpPr>
        <p:spPr>
          <a:xfrm>
            <a:off x="9203801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8" name="타원 277">
            <a:extLst>
              <a:ext uri="{FF2B5EF4-FFF2-40B4-BE49-F238E27FC236}">
                <a16:creationId xmlns:a16="http://schemas.microsoft.com/office/drawing/2014/main" id="{BA7C6C89-41CB-42A7-A271-35DB8E79FA43}"/>
              </a:ext>
            </a:extLst>
          </p:cNvPr>
          <p:cNvSpPr/>
          <p:nvPr/>
        </p:nvSpPr>
        <p:spPr>
          <a:xfrm>
            <a:off x="9410014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9" name="타원 278">
            <a:extLst>
              <a:ext uri="{FF2B5EF4-FFF2-40B4-BE49-F238E27FC236}">
                <a16:creationId xmlns:a16="http://schemas.microsoft.com/office/drawing/2014/main" id="{70B9CE30-82FC-44C9-8A3D-9478E0EFC7A9}"/>
              </a:ext>
            </a:extLst>
          </p:cNvPr>
          <p:cNvSpPr/>
          <p:nvPr/>
        </p:nvSpPr>
        <p:spPr>
          <a:xfrm>
            <a:off x="9613312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0" name="타원 279">
            <a:extLst>
              <a:ext uri="{FF2B5EF4-FFF2-40B4-BE49-F238E27FC236}">
                <a16:creationId xmlns:a16="http://schemas.microsoft.com/office/drawing/2014/main" id="{B12B0622-EBAD-4FC7-953D-BB17DD7EFE9C}"/>
              </a:ext>
            </a:extLst>
          </p:cNvPr>
          <p:cNvSpPr/>
          <p:nvPr/>
        </p:nvSpPr>
        <p:spPr>
          <a:xfrm>
            <a:off x="9816609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1" name="타원 280">
            <a:extLst>
              <a:ext uri="{FF2B5EF4-FFF2-40B4-BE49-F238E27FC236}">
                <a16:creationId xmlns:a16="http://schemas.microsoft.com/office/drawing/2014/main" id="{110F1DA0-A33C-419D-8B77-C5685E3588C4}"/>
              </a:ext>
            </a:extLst>
          </p:cNvPr>
          <p:cNvSpPr/>
          <p:nvPr/>
        </p:nvSpPr>
        <p:spPr>
          <a:xfrm>
            <a:off x="10022822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2" name="타원 281">
            <a:extLst>
              <a:ext uri="{FF2B5EF4-FFF2-40B4-BE49-F238E27FC236}">
                <a16:creationId xmlns:a16="http://schemas.microsoft.com/office/drawing/2014/main" id="{8B7E2464-CCCC-4613-A449-912661F93544}"/>
              </a:ext>
            </a:extLst>
          </p:cNvPr>
          <p:cNvSpPr/>
          <p:nvPr/>
        </p:nvSpPr>
        <p:spPr>
          <a:xfrm>
            <a:off x="1022903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3" name="타원 282">
            <a:extLst>
              <a:ext uri="{FF2B5EF4-FFF2-40B4-BE49-F238E27FC236}">
                <a16:creationId xmlns:a16="http://schemas.microsoft.com/office/drawing/2014/main" id="{B4ED1F02-C3F2-402C-9644-35063507D032}"/>
              </a:ext>
            </a:extLst>
          </p:cNvPr>
          <p:cNvSpPr/>
          <p:nvPr/>
        </p:nvSpPr>
        <p:spPr>
          <a:xfrm>
            <a:off x="10435248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4" name="타원 283">
            <a:extLst>
              <a:ext uri="{FF2B5EF4-FFF2-40B4-BE49-F238E27FC236}">
                <a16:creationId xmlns:a16="http://schemas.microsoft.com/office/drawing/2014/main" id="{3FC2DDAF-DC17-42A8-AAAF-F2F94C3046B2}"/>
              </a:ext>
            </a:extLst>
          </p:cNvPr>
          <p:cNvSpPr/>
          <p:nvPr/>
        </p:nvSpPr>
        <p:spPr>
          <a:xfrm>
            <a:off x="10638546" y="245529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5" name="타원 284">
            <a:extLst>
              <a:ext uri="{FF2B5EF4-FFF2-40B4-BE49-F238E27FC236}">
                <a16:creationId xmlns:a16="http://schemas.microsoft.com/office/drawing/2014/main" id="{5BCE5AFD-71E1-4B16-ABE6-BBB7A9DF81CA}"/>
              </a:ext>
            </a:extLst>
          </p:cNvPr>
          <p:cNvSpPr/>
          <p:nvPr/>
        </p:nvSpPr>
        <p:spPr>
          <a:xfrm>
            <a:off x="879137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6" name="타원 285">
            <a:extLst>
              <a:ext uri="{FF2B5EF4-FFF2-40B4-BE49-F238E27FC236}">
                <a16:creationId xmlns:a16="http://schemas.microsoft.com/office/drawing/2014/main" id="{42DCDDF3-652B-4A61-8ACB-F8F39BFD99E6}"/>
              </a:ext>
            </a:extLst>
          </p:cNvPr>
          <p:cNvSpPr/>
          <p:nvPr/>
        </p:nvSpPr>
        <p:spPr>
          <a:xfrm>
            <a:off x="8997588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7" name="타원 286">
            <a:extLst>
              <a:ext uri="{FF2B5EF4-FFF2-40B4-BE49-F238E27FC236}">
                <a16:creationId xmlns:a16="http://schemas.microsoft.com/office/drawing/2014/main" id="{D8FAAA47-34AF-4E86-9BC6-72D53BD6A5E6}"/>
              </a:ext>
            </a:extLst>
          </p:cNvPr>
          <p:cNvSpPr/>
          <p:nvPr/>
        </p:nvSpPr>
        <p:spPr>
          <a:xfrm>
            <a:off x="9203801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8" name="타원 287">
            <a:extLst>
              <a:ext uri="{FF2B5EF4-FFF2-40B4-BE49-F238E27FC236}">
                <a16:creationId xmlns:a16="http://schemas.microsoft.com/office/drawing/2014/main" id="{41867ED2-D968-4399-8851-7B197C7DF746}"/>
              </a:ext>
            </a:extLst>
          </p:cNvPr>
          <p:cNvSpPr/>
          <p:nvPr/>
        </p:nvSpPr>
        <p:spPr>
          <a:xfrm>
            <a:off x="9410014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9" name="타원 288">
            <a:extLst>
              <a:ext uri="{FF2B5EF4-FFF2-40B4-BE49-F238E27FC236}">
                <a16:creationId xmlns:a16="http://schemas.microsoft.com/office/drawing/2014/main" id="{16ABF814-A23B-433D-856C-BFDE98423703}"/>
              </a:ext>
            </a:extLst>
          </p:cNvPr>
          <p:cNvSpPr/>
          <p:nvPr/>
        </p:nvSpPr>
        <p:spPr>
          <a:xfrm>
            <a:off x="9613312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0" name="타원 289">
            <a:extLst>
              <a:ext uri="{FF2B5EF4-FFF2-40B4-BE49-F238E27FC236}">
                <a16:creationId xmlns:a16="http://schemas.microsoft.com/office/drawing/2014/main" id="{4ACB3CEB-7FD7-440D-B006-6AF54ED0E37F}"/>
              </a:ext>
            </a:extLst>
          </p:cNvPr>
          <p:cNvSpPr/>
          <p:nvPr/>
        </p:nvSpPr>
        <p:spPr>
          <a:xfrm>
            <a:off x="9816609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1" name="타원 290">
            <a:extLst>
              <a:ext uri="{FF2B5EF4-FFF2-40B4-BE49-F238E27FC236}">
                <a16:creationId xmlns:a16="http://schemas.microsoft.com/office/drawing/2014/main" id="{CE6747D3-CAC7-4B2B-8B0C-146A657D38A6}"/>
              </a:ext>
            </a:extLst>
          </p:cNvPr>
          <p:cNvSpPr/>
          <p:nvPr/>
        </p:nvSpPr>
        <p:spPr>
          <a:xfrm>
            <a:off x="10022822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2" name="타원 291">
            <a:extLst>
              <a:ext uri="{FF2B5EF4-FFF2-40B4-BE49-F238E27FC236}">
                <a16:creationId xmlns:a16="http://schemas.microsoft.com/office/drawing/2014/main" id="{4FA6A9EF-426C-4950-84AC-2A8535A7411F}"/>
              </a:ext>
            </a:extLst>
          </p:cNvPr>
          <p:cNvSpPr/>
          <p:nvPr/>
        </p:nvSpPr>
        <p:spPr>
          <a:xfrm>
            <a:off x="1022903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3" name="타원 292">
            <a:extLst>
              <a:ext uri="{FF2B5EF4-FFF2-40B4-BE49-F238E27FC236}">
                <a16:creationId xmlns:a16="http://schemas.microsoft.com/office/drawing/2014/main" id="{7FCEF067-28E8-4D56-9C9F-ADF8FA26FA6F}"/>
              </a:ext>
            </a:extLst>
          </p:cNvPr>
          <p:cNvSpPr/>
          <p:nvPr/>
        </p:nvSpPr>
        <p:spPr>
          <a:xfrm>
            <a:off x="10435248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타원 293">
            <a:extLst>
              <a:ext uri="{FF2B5EF4-FFF2-40B4-BE49-F238E27FC236}">
                <a16:creationId xmlns:a16="http://schemas.microsoft.com/office/drawing/2014/main" id="{B892E285-CBC7-4F9E-8ABC-93D04DA991EA}"/>
              </a:ext>
            </a:extLst>
          </p:cNvPr>
          <p:cNvSpPr/>
          <p:nvPr/>
        </p:nvSpPr>
        <p:spPr>
          <a:xfrm>
            <a:off x="10638546" y="263967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5" name="타원 294">
            <a:extLst>
              <a:ext uri="{FF2B5EF4-FFF2-40B4-BE49-F238E27FC236}">
                <a16:creationId xmlns:a16="http://schemas.microsoft.com/office/drawing/2014/main" id="{C5AF9E9F-F306-42FF-B84F-EABD4C31B7A7}"/>
              </a:ext>
            </a:extLst>
          </p:cNvPr>
          <p:cNvSpPr/>
          <p:nvPr/>
        </p:nvSpPr>
        <p:spPr>
          <a:xfrm>
            <a:off x="879137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6" name="타원 295">
            <a:extLst>
              <a:ext uri="{FF2B5EF4-FFF2-40B4-BE49-F238E27FC236}">
                <a16:creationId xmlns:a16="http://schemas.microsoft.com/office/drawing/2014/main" id="{4FB43E9C-C21D-4685-AA93-D3FAF63F1410}"/>
              </a:ext>
            </a:extLst>
          </p:cNvPr>
          <p:cNvSpPr/>
          <p:nvPr/>
        </p:nvSpPr>
        <p:spPr>
          <a:xfrm>
            <a:off x="8997588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7" name="타원 296">
            <a:extLst>
              <a:ext uri="{FF2B5EF4-FFF2-40B4-BE49-F238E27FC236}">
                <a16:creationId xmlns:a16="http://schemas.microsoft.com/office/drawing/2014/main" id="{AC77C2FC-AF75-42E5-8BE3-15DFE3963001}"/>
              </a:ext>
            </a:extLst>
          </p:cNvPr>
          <p:cNvSpPr/>
          <p:nvPr/>
        </p:nvSpPr>
        <p:spPr>
          <a:xfrm>
            <a:off x="9203801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8" name="타원 297">
            <a:extLst>
              <a:ext uri="{FF2B5EF4-FFF2-40B4-BE49-F238E27FC236}">
                <a16:creationId xmlns:a16="http://schemas.microsoft.com/office/drawing/2014/main" id="{23DF897D-6E00-4569-9647-9314D20EA532}"/>
              </a:ext>
            </a:extLst>
          </p:cNvPr>
          <p:cNvSpPr/>
          <p:nvPr/>
        </p:nvSpPr>
        <p:spPr>
          <a:xfrm>
            <a:off x="9410014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9" name="타원 298">
            <a:extLst>
              <a:ext uri="{FF2B5EF4-FFF2-40B4-BE49-F238E27FC236}">
                <a16:creationId xmlns:a16="http://schemas.microsoft.com/office/drawing/2014/main" id="{925E6AD2-4C87-4F86-B490-ECE3AD4FCA03}"/>
              </a:ext>
            </a:extLst>
          </p:cNvPr>
          <p:cNvSpPr/>
          <p:nvPr/>
        </p:nvSpPr>
        <p:spPr>
          <a:xfrm>
            <a:off x="9613312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0" name="타원 299">
            <a:extLst>
              <a:ext uri="{FF2B5EF4-FFF2-40B4-BE49-F238E27FC236}">
                <a16:creationId xmlns:a16="http://schemas.microsoft.com/office/drawing/2014/main" id="{67FC575A-D578-42C4-903D-F791EF45C96D}"/>
              </a:ext>
            </a:extLst>
          </p:cNvPr>
          <p:cNvSpPr/>
          <p:nvPr/>
        </p:nvSpPr>
        <p:spPr>
          <a:xfrm>
            <a:off x="9816609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1" name="타원 300">
            <a:extLst>
              <a:ext uri="{FF2B5EF4-FFF2-40B4-BE49-F238E27FC236}">
                <a16:creationId xmlns:a16="http://schemas.microsoft.com/office/drawing/2014/main" id="{E8D4CF65-3ED7-49D0-A76F-5D8FBE7F969A}"/>
              </a:ext>
            </a:extLst>
          </p:cNvPr>
          <p:cNvSpPr/>
          <p:nvPr/>
        </p:nvSpPr>
        <p:spPr>
          <a:xfrm>
            <a:off x="10022822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타원 301">
            <a:extLst>
              <a:ext uri="{FF2B5EF4-FFF2-40B4-BE49-F238E27FC236}">
                <a16:creationId xmlns:a16="http://schemas.microsoft.com/office/drawing/2014/main" id="{20694598-DA33-4B94-BE7A-B0B05B5AB313}"/>
              </a:ext>
            </a:extLst>
          </p:cNvPr>
          <p:cNvSpPr/>
          <p:nvPr/>
        </p:nvSpPr>
        <p:spPr>
          <a:xfrm>
            <a:off x="1022903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3" name="타원 302">
            <a:extLst>
              <a:ext uri="{FF2B5EF4-FFF2-40B4-BE49-F238E27FC236}">
                <a16:creationId xmlns:a16="http://schemas.microsoft.com/office/drawing/2014/main" id="{F99AC6EF-E02C-4A9F-8F3C-AD3580B25990}"/>
              </a:ext>
            </a:extLst>
          </p:cNvPr>
          <p:cNvSpPr/>
          <p:nvPr/>
        </p:nvSpPr>
        <p:spPr>
          <a:xfrm>
            <a:off x="10435248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4" name="타원 303">
            <a:extLst>
              <a:ext uri="{FF2B5EF4-FFF2-40B4-BE49-F238E27FC236}">
                <a16:creationId xmlns:a16="http://schemas.microsoft.com/office/drawing/2014/main" id="{01134AC9-7C5B-4A59-B45F-41CACD94EEA7}"/>
              </a:ext>
            </a:extLst>
          </p:cNvPr>
          <p:cNvSpPr/>
          <p:nvPr/>
        </p:nvSpPr>
        <p:spPr>
          <a:xfrm>
            <a:off x="10638546" y="2824058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타원 304">
            <a:extLst>
              <a:ext uri="{FF2B5EF4-FFF2-40B4-BE49-F238E27FC236}">
                <a16:creationId xmlns:a16="http://schemas.microsoft.com/office/drawing/2014/main" id="{A5DA9CB7-B163-4370-A7B8-269756868E11}"/>
              </a:ext>
            </a:extLst>
          </p:cNvPr>
          <p:cNvSpPr/>
          <p:nvPr/>
        </p:nvSpPr>
        <p:spPr>
          <a:xfrm>
            <a:off x="879137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타원 305">
            <a:extLst>
              <a:ext uri="{FF2B5EF4-FFF2-40B4-BE49-F238E27FC236}">
                <a16:creationId xmlns:a16="http://schemas.microsoft.com/office/drawing/2014/main" id="{AA7170C5-8CDE-4B96-92FA-19C80EADC34E}"/>
              </a:ext>
            </a:extLst>
          </p:cNvPr>
          <p:cNvSpPr/>
          <p:nvPr/>
        </p:nvSpPr>
        <p:spPr>
          <a:xfrm>
            <a:off x="8997588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7" name="타원 306">
            <a:extLst>
              <a:ext uri="{FF2B5EF4-FFF2-40B4-BE49-F238E27FC236}">
                <a16:creationId xmlns:a16="http://schemas.microsoft.com/office/drawing/2014/main" id="{4ED91098-AB2B-4B73-A485-E9B311513029}"/>
              </a:ext>
            </a:extLst>
          </p:cNvPr>
          <p:cNvSpPr/>
          <p:nvPr/>
        </p:nvSpPr>
        <p:spPr>
          <a:xfrm>
            <a:off x="9203801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8" name="타원 307">
            <a:extLst>
              <a:ext uri="{FF2B5EF4-FFF2-40B4-BE49-F238E27FC236}">
                <a16:creationId xmlns:a16="http://schemas.microsoft.com/office/drawing/2014/main" id="{61D92CA7-71AE-4DA0-BF2B-D848DEECB648}"/>
              </a:ext>
            </a:extLst>
          </p:cNvPr>
          <p:cNvSpPr/>
          <p:nvPr/>
        </p:nvSpPr>
        <p:spPr>
          <a:xfrm>
            <a:off x="9410014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9" name="타원 308">
            <a:extLst>
              <a:ext uri="{FF2B5EF4-FFF2-40B4-BE49-F238E27FC236}">
                <a16:creationId xmlns:a16="http://schemas.microsoft.com/office/drawing/2014/main" id="{78F3CDA6-FD6E-4CA1-96A4-C165441EF627}"/>
              </a:ext>
            </a:extLst>
          </p:cNvPr>
          <p:cNvSpPr/>
          <p:nvPr/>
        </p:nvSpPr>
        <p:spPr>
          <a:xfrm>
            <a:off x="9613312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0" name="타원 309">
            <a:extLst>
              <a:ext uri="{FF2B5EF4-FFF2-40B4-BE49-F238E27FC236}">
                <a16:creationId xmlns:a16="http://schemas.microsoft.com/office/drawing/2014/main" id="{096CE670-7665-4587-81BC-9EB27EEE27CB}"/>
              </a:ext>
            </a:extLst>
          </p:cNvPr>
          <p:cNvSpPr/>
          <p:nvPr/>
        </p:nvSpPr>
        <p:spPr>
          <a:xfrm>
            <a:off x="9816609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F59DE6AC-A245-4FEC-8BD6-2D376C90E639}"/>
              </a:ext>
            </a:extLst>
          </p:cNvPr>
          <p:cNvSpPr/>
          <p:nvPr/>
        </p:nvSpPr>
        <p:spPr>
          <a:xfrm>
            <a:off x="10022822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6EC43AE8-6423-4A61-878A-B8A99039EBD0}"/>
              </a:ext>
            </a:extLst>
          </p:cNvPr>
          <p:cNvSpPr/>
          <p:nvPr/>
        </p:nvSpPr>
        <p:spPr>
          <a:xfrm>
            <a:off x="1022903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096D4141-8DDC-4F8F-A9DF-6D57EC519E3F}"/>
              </a:ext>
            </a:extLst>
          </p:cNvPr>
          <p:cNvSpPr/>
          <p:nvPr/>
        </p:nvSpPr>
        <p:spPr>
          <a:xfrm>
            <a:off x="10435248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4" name="타원 313">
            <a:extLst>
              <a:ext uri="{FF2B5EF4-FFF2-40B4-BE49-F238E27FC236}">
                <a16:creationId xmlns:a16="http://schemas.microsoft.com/office/drawing/2014/main" id="{FE3CE61B-2F94-4457-AA44-6EF29966BC87}"/>
              </a:ext>
            </a:extLst>
          </p:cNvPr>
          <p:cNvSpPr/>
          <p:nvPr/>
        </p:nvSpPr>
        <p:spPr>
          <a:xfrm>
            <a:off x="10638546" y="3008441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5" name="타원 314">
            <a:extLst>
              <a:ext uri="{FF2B5EF4-FFF2-40B4-BE49-F238E27FC236}">
                <a16:creationId xmlns:a16="http://schemas.microsoft.com/office/drawing/2014/main" id="{CA7654AD-52B7-45DA-95A3-BEDACFF1E956}"/>
              </a:ext>
            </a:extLst>
          </p:cNvPr>
          <p:cNvSpPr/>
          <p:nvPr/>
        </p:nvSpPr>
        <p:spPr>
          <a:xfrm>
            <a:off x="879137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6" name="타원 315">
            <a:extLst>
              <a:ext uri="{FF2B5EF4-FFF2-40B4-BE49-F238E27FC236}">
                <a16:creationId xmlns:a16="http://schemas.microsoft.com/office/drawing/2014/main" id="{FBDDE1E4-19D1-4589-9AE2-4FA16D391FC1}"/>
              </a:ext>
            </a:extLst>
          </p:cNvPr>
          <p:cNvSpPr/>
          <p:nvPr/>
        </p:nvSpPr>
        <p:spPr>
          <a:xfrm>
            <a:off x="8997588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7" name="타원 316">
            <a:extLst>
              <a:ext uri="{FF2B5EF4-FFF2-40B4-BE49-F238E27FC236}">
                <a16:creationId xmlns:a16="http://schemas.microsoft.com/office/drawing/2014/main" id="{77008C93-A039-4CA2-80EA-F75C702D9C3B}"/>
              </a:ext>
            </a:extLst>
          </p:cNvPr>
          <p:cNvSpPr/>
          <p:nvPr/>
        </p:nvSpPr>
        <p:spPr>
          <a:xfrm>
            <a:off x="9203801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8" name="타원 317">
            <a:extLst>
              <a:ext uri="{FF2B5EF4-FFF2-40B4-BE49-F238E27FC236}">
                <a16:creationId xmlns:a16="http://schemas.microsoft.com/office/drawing/2014/main" id="{CC62059F-AF85-4EC2-A0CF-54D763D6C41D}"/>
              </a:ext>
            </a:extLst>
          </p:cNvPr>
          <p:cNvSpPr/>
          <p:nvPr/>
        </p:nvSpPr>
        <p:spPr>
          <a:xfrm>
            <a:off x="9410014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9" name="타원 318">
            <a:extLst>
              <a:ext uri="{FF2B5EF4-FFF2-40B4-BE49-F238E27FC236}">
                <a16:creationId xmlns:a16="http://schemas.microsoft.com/office/drawing/2014/main" id="{67AB4F46-D0B6-40E0-A9D5-6189B7D50E37}"/>
              </a:ext>
            </a:extLst>
          </p:cNvPr>
          <p:cNvSpPr/>
          <p:nvPr/>
        </p:nvSpPr>
        <p:spPr>
          <a:xfrm>
            <a:off x="9613312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0" name="타원 319">
            <a:extLst>
              <a:ext uri="{FF2B5EF4-FFF2-40B4-BE49-F238E27FC236}">
                <a16:creationId xmlns:a16="http://schemas.microsoft.com/office/drawing/2014/main" id="{FD8ABB3C-87D8-4A6C-A1B9-18EFDF38DE1B}"/>
              </a:ext>
            </a:extLst>
          </p:cNvPr>
          <p:cNvSpPr/>
          <p:nvPr/>
        </p:nvSpPr>
        <p:spPr>
          <a:xfrm>
            <a:off x="9816609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1" name="타원 320">
            <a:extLst>
              <a:ext uri="{FF2B5EF4-FFF2-40B4-BE49-F238E27FC236}">
                <a16:creationId xmlns:a16="http://schemas.microsoft.com/office/drawing/2014/main" id="{08E469B4-2920-4290-861C-180BAA583F64}"/>
              </a:ext>
            </a:extLst>
          </p:cNvPr>
          <p:cNvSpPr/>
          <p:nvPr/>
        </p:nvSpPr>
        <p:spPr>
          <a:xfrm>
            <a:off x="10022822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2" name="타원 321">
            <a:extLst>
              <a:ext uri="{FF2B5EF4-FFF2-40B4-BE49-F238E27FC236}">
                <a16:creationId xmlns:a16="http://schemas.microsoft.com/office/drawing/2014/main" id="{EE6B2FE7-BD6E-4136-84BB-E93E2651D7D4}"/>
              </a:ext>
            </a:extLst>
          </p:cNvPr>
          <p:cNvSpPr/>
          <p:nvPr/>
        </p:nvSpPr>
        <p:spPr>
          <a:xfrm>
            <a:off x="1022903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3" name="타원 322">
            <a:extLst>
              <a:ext uri="{FF2B5EF4-FFF2-40B4-BE49-F238E27FC236}">
                <a16:creationId xmlns:a16="http://schemas.microsoft.com/office/drawing/2014/main" id="{FF9F2EFF-89EB-4DCD-821D-F90246A2A1A7}"/>
              </a:ext>
            </a:extLst>
          </p:cNvPr>
          <p:cNvSpPr/>
          <p:nvPr/>
        </p:nvSpPr>
        <p:spPr>
          <a:xfrm>
            <a:off x="10435248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4" name="타원 323">
            <a:extLst>
              <a:ext uri="{FF2B5EF4-FFF2-40B4-BE49-F238E27FC236}">
                <a16:creationId xmlns:a16="http://schemas.microsoft.com/office/drawing/2014/main" id="{CAF75E3B-10FF-4D0F-BA74-1CDA00A4B157}"/>
              </a:ext>
            </a:extLst>
          </p:cNvPr>
          <p:cNvSpPr/>
          <p:nvPr/>
        </p:nvSpPr>
        <p:spPr>
          <a:xfrm>
            <a:off x="10638546" y="3192823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5" name="타원 324">
            <a:extLst>
              <a:ext uri="{FF2B5EF4-FFF2-40B4-BE49-F238E27FC236}">
                <a16:creationId xmlns:a16="http://schemas.microsoft.com/office/drawing/2014/main" id="{DC723B2E-D16F-4D2B-B259-9797AD46F1B3}"/>
              </a:ext>
            </a:extLst>
          </p:cNvPr>
          <p:cNvSpPr/>
          <p:nvPr/>
        </p:nvSpPr>
        <p:spPr>
          <a:xfrm>
            <a:off x="879137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6" name="타원 325">
            <a:extLst>
              <a:ext uri="{FF2B5EF4-FFF2-40B4-BE49-F238E27FC236}">
                <a16:creationId xmlns:a16="http://schemas.microsoft.com/office/drawing/2014/main" id="{4FB17D81-F7AD-4F16-89C0-464F22C7789B}"/>
              </a:ext>
            </a:extLst>
          </p:cNvPr>
          <p:cNvSpPr/>
          <p:nvPr/>
        </p:nvSpPr>
        <p:spPr>
          <a:xfrm>
            <a:off x="8997588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7" name="타원 326">
            <a:extLst>
              <a:ext uri="{FF2B5EF4-FFF2-40B4-BE49-F238E27FC236}">
                <a16:creationId xmlns:a16="http://schemas.microsoft.com/office/drawing/2014/main" id="{3920AC33-BA60-41CA-A02B-45232C492B44}"/>
              </a:ext>
            </a:extLst>
          </p:cNvPr>
          <p:cNvSpPr/>
          <p:nvPr/>
        </p:nvSpPr>
        <p:spPr>
          <a:xfrm>
            <a:off x="9203801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8" name="타원 327">
            <a:extLst>
              <a:ext uri="{FF2B5EF4-FFF2-40B4-BE49-F238E27FC236}">
                <a16:creationId xmlns:a16="http://schemas.microsoft.com/office/drawing/2014/main" id="{19F97DE1-0BA6-49C7-9D85-7B4A6D89089D}"/>
              </a:ext>
            </a:extLst>
          </p:cNvPr>
          <p:cNvSpPr/>
          <p:nvPr/>
        </p:nvSpPr>
        <p:spPr>
          <a:xfrm>
            <a:off x="9410014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9" name="타원 328">
            <a:extLst>
              <a:ext uri="{FF2B5EF4-FFF2-40B4-BE49-F238E27FC236}">
                <a16:creationId xmlns:a16="http://schemas.microsoft.com/office/drawing/2014/main" id="{C33C6DF2-56B3-4CA3-80F8-D3088FB44802}"/>
              </a:ext>
            </a:extLst>
          </p:cNvPr>
          <p:cNvSpPr/>
          <p:nvPr/>
        </p:nvSpPr>
        <p:spPr>
          <a:xfrm>
            <a:off x="9613312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0" name="타원 329">
            <a:extLst>
              <a:ext uri="{FF2B5EF4-FFF2-40B4-BE49-F238E27FC236}">
                <a16:creationId xmlns:a16="http://schemas.microsoft.com/office/drawing/2014/main" id="{D5F3AB7D-7D81-4849-A507-71E1FA180B74}"/>
              </a:ext>
            </a:extLst>
          </p:cNvPr>
          <p:cNvSpPr/>
          <p:nvPr/>
        </p:nvSpPr>
        <p:spPr>
          <a:xfrm>
            <a:off x="9816609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1" name="타원 330">
            <a:extLst>
              <a:ext uri="{FF2B5EF4-FFF2-40B4-BE49-F238E27FC236}">
                <a16:creationId xmlns:a16="http://schemas.microsoft.com/office/drawing/2014/main" id="{D0CF1E81-1649-4D45-8136-11505B9957A0}"/>
              </a:ext>
            </a:extLst>
          </p:cNvPr>
          <p:cNvSpPr/>
          <p:nvPr/>
        </p:nvSpPr>
        <p:spPr>
          <a:xfrm>
            <a:off x="10022822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2" name="타원 331">
            <a:extLst>
              <a:ext uri="{FF2B5EF4-FFF2-40B4-BE49-F238E27FC236}">
                <a16:creationId xmlns:a16="http://schemas.microsoft.com/office/drawing/2014/main" id="{9C094B28-5C93-4844-8064-7AE119F65C8F}"/>
              </a:ext>
            </a:extLst>
          </p:cNvPr>
          <p:cNvSpPr/>
          <p:nvPr/>
        </p:nvSpPr>
        <p:spPr>
          <a:xfrm>
            <a:off x="1022903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3" name="타원 332">
            <a:extLst>
              <a:ext uri="{FF2B5EF4-FFF2-40B4-BE49-F238E27FC236}">
                <a16:creationId xmlns:a16="http://schemas.microsoft.com/office/drawing/2014/main" id="{45DF41F9-209D-425D-BCBE-F668C324F075}"/>
              </a:ext>
            </a:extLst>
          </p:cNvPr>
          <p:cNvSpPr/>
          <p:nvPr/>
        </p:nvSpPr>
        <p:spPr>
          <a:xfrm>
            <a:off x="10435248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4" name="타원 333">
            <a:extLst>
              <a:ext uri="{FF2B5EF4-FFF2-40B4-BE49-F238E27FC236}">
                <a16:creationId xmlns:a16="http://schemas.microsoft.com/office/drawing/2014/main" id="{AB3209F5-78AC-44AF-9B9B-4D222AE51B0C}"/>
              </a:ext>
            </a:extLst>
          </p:cNvPr>
          <p:cNvSpPr/>
          <p:nvPr/>
        </p:nvSpPr>
        <p:spPr>
          <a:xfrm>
            <a:off x="10638546" y="3377205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5" name="타원 334">
            <a:extLst>
              <a:ext uri="{FF2B5EF4-FFF2-40B4-BE49-F238E27FC236}">
                <a16:creationId xmlns:a16="http://schemas.microsoft.com/office/drawing/2014/main" id="{37A7A3EC-0D84-4C88-BB2F-116E7DFF474F}"/>
              </a:ext>
            </a:extLst>
          </p:cNvPr>
          <p:cNvSpPr/>
          <p:nvPr/>
        </p:nvSpPr>
        <p:spPr>
          <a:xfrm>
            <a:off x="8791376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6" name="타원 335">
            <a:extLst>
              <a:ext uri="{FF2B5EF4-FFF2-40B4-BE49-F238E27FC236}">
                <a16:creationId xmlns:a16="http://schemas.microsoft.com/office/drawing/2014/main" id="{B16D89FF-85B2-4650-AF99-DBFCE4C4BB64}"/>
              </a:ext>
            </a:extLst>
          </p:cNvPr>
          <p:cNvSpPr/>
          <p:nvPr/>
        </p:nvSpPr>
        <p:spPr>
          <a:xfrm>
            <a:off x="8997588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7" name="타원 336">
            <a:extLst>
              <a:ext uri="{FF2B5EF4-FFF2-40B4-BE49-F238E27FC236}">
                <a16:creationId xmlns:a16="http://schemas.microsoft.com/office/drawing/2014/main" id="{22E1E115-8B19-44BF-A1C4-5AA759927AA4}"/>
              </a:ext>
            </a:extLst>
          </p:cNvPr>
          <p:cNvSpPr/>
          <p:nvPr/>
        </p:nvSpPr>
        <p:spPr>
          <a:xfrm>
            <a:off x="9203801" y="3561587"/>
            <a:ext cx="132776" cy="132776"/>
          </a:xfrm>
          <a:prstGeom prst="ellipse">
            <a:avLst/>
          </a:prstGeom>
          <a:solidFill>
            <a:srgbClr val="859C80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E9ECD2D2-3E8E-4D90-8BC3-06EB6A6F051C}"/>
              </a:ext>
            </a:extLst>
          </p:cNvPr>
          <p:cNvSpPr/>
          <p:nvPr/>
        </p:nvSpPr>
        <p:spPr>
          <a:xfrm>
            <a:off x="9410014" y="3561587"/>
            <a:ext cx="132776" cy="132776"/>
          </a:xfrm>
          <a:prstGeom prst="ellipse">
            <a:avLst/>
          </a:prstGeom>
          <a:noFill/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DC66DD5-E311-4999-909D-83DB6CB597FF}"/>
              </a:ext>
            </a:extLst>
          </p:cNvPr>
          <p:cNvSpPr/>
          <p:nvPr/>
        </p:nvSpPr>
        <p:spPr>
          <a:xfrm>
            <a:off x="9613312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14EBAC01-8DB3-414D-9C7C-A9C66D1D7BB4}"/>
              </a:ext>
            </a:extLst>
          </p:cNvPr>
          <p:cNvSpPr/>
          <p:nvPr/>
        </p:nvSpPr>
        <p:spPr>
          <a:xfrm>
            <a:off x="9816609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1" name="타원 340">
            <a:extLst>
              <a:ext uri="{FF2B5EF4-FFF2-40B4-BE49-F238E27FC236}">
                <a16:creationId xmlns:a16="http://schemas.microsoft.com/office/drawing/2014/main" id="{7D8FE88D-CF83-4708-90B7-3164D67B89AC}"/>
              </a:ext>
            </a:extLst>
          </p:cNvPr>
          <p:cNvSpPr/>
          <p:nvPr/>
        </p:nvSpPr>
        <p:spPr>
          <a:xfrm>
            <a:off x="10022822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2" name="타원 341">
            <a:extLst>
              <a:ext uri="{FF2B5EF4-FFF2-40B4-BE49-F238E27FC236}">
                <a16:creationId xmlns:a16="http://schemas.microsoft.com/office/drawing/2014/main" id="{32E69018-6615-46D7-84F3-B1E03E04791F}"/>
              </a:ext>
            </a:extLst>
          </p:cNvPr>
          <p:cNvSpPr/>
          <p:nvPr/>
        </p:nvSpPr>
        <p:spPr>
          <a:xfrm>
            <a:off x="10229036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3" name="타원 342">
            <a:extLst>
              <a:ext uri="{FF2B5EF4-FFF2-40B4-BE49-F238E27FC236}">
                <a16:creationId xmlns:a16="http://schemas.microsoft.com/office/drawing/2014/main" id="{B63C3ED3-D943-4FF1-923D-FC7421F6F8C9}"/>
              </a:ext>
            </a:extLst>
          </p:cNvPr>
          <p:cNvSpPr/>
          <p:nvPr/>
        </p:nvSpPr>
        <p:spPr>
          <a:xfrm>
            <a:off x="10435248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4" name="타원 343">
            <a:extLst>
              <a:ext uri="{FF2B5EF4-FFF2-40B4-BE49-F238E27FC236}">
                <a16:creationId xmlns:a16="http://schemas.microsoft.com/office/drawing/2014/main" id="{F327CF8A-8A12-44FE-B101-E75F7A544789}"/>
              </a:ext>
            </a:extLst>
          </p:cNvPr>
          <p:cNvSpPr/>
          <p:nvPr/>
        </p:nvSpPr>
        <p:spPr>
          <a:xfrm>
            <a:off x="10638546" y="3561587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타원 344">
            <a:extLst>
              <a:ext uri="{FF2B5EF4-FFF2-40B4-BE49-F238E27FC236}">
                <a16:creationId xmlns:a16="http://schemas.microsoft.com/office/drawing/2014/main" id="{0C9F9AC0-5004-4E45-A2F9-4B0EEF8962A9}"/>
              </a:ext>
            </a:extLst>
          </p:cNvPr>
          <p:cNvSpPr/>
          <p:nvPr/>
        </p:nvSpPr>
        <p:spPr>
          <a:xfrm>
            <a:off x="879137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6" name="타원 345">
            <a:extLst>
              <a:ext uri="{FF2B5EF4-FFF2-40B4-BE49-F238E27FC236}">
                <a16:creationId xmlns:a16="http://schemas.microsoft.com/office/drawing/2014/main" id="{0A639A84-1E2A-4E59-A0AD-00DF33B324A0}"/>
              </a:ext>
            </a:extLst>
          </p:cNvPr>
          <p:cNvSpPr/>
          <p:nvPr/>
        </p:nvSpPr>
        <p:spPr>
          <a:xfrm>
            <a:off x="8997588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타원 346">
            <a:extLst>
              <a:ext uri="{FF2B5EF4-FFF2-40B4-BE49-F238E27FC236}">
                <a16:creationId xmlns:a16="http://schemas.microsoft.com/office/drawing/2014/main" id="{FF06FFEB-A85F-4F10-BC48-675860710F0B}"/>
              </a:ext>
            </a:extLst>
          </p:cNvPr>
          <p:cNvSpPr/>
          <p:nvPr/>
        </p:nvSpPr>
        <p:spPr>
          <a:xfrm>
            <a:off x="9203801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8" name="타원 347">
            <a:extLst>
              <a:ext uri="{FF2B5EF4-FFF2-40B4-BE49-F238E27FC236}">
                <a16:creationId xmlns:a16="http://schemas.microsoft.com/office/drawing/2014/main" id="{B0F4699A-68F8-4431-8673-9087C52D6ECC}"/>
              </a:ext>
            </a:extLst>
          </p:cNvPr>
          <p:cNvSpPr/>
          <p:nvPr/>
        </p:nvSpPr>
        <p:spPr>
          <a:xfrm>
            <a:off x="9410014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9" name="타원 348">
            <a:extLst>
              <a:ext uri="{FF2B5EF4-FFF2-40B4-BE49-F238E27FC236}">
                <a16:creationId xmlns:a16="http://schemas.microsoft.com/office/drawing/2014/main" id="{74CF5F4D-9FB7-4C06-A080-9271E3241925}"/>
              </a:ext>
            </a:extLst>
          </p:cNvPr>
          <p:cNvSpPr/>
          <p:nvPr/>
        </p:nvSpPr>
        <p:spPr>
          <a:xfrm>
            <a:off x="9613312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0" name="타원 349">
            <a:extLst>
              <a:ext uri="{FF2B5EF4-FFF2-40B4-BE49-F238E27FC236}">
                <a16:creationId xmlns:a16="http://schemas.microsoft.com/office/drawing/2014/main" id="{66022F0E-AEC8-4D51-ABBA-6D5BD71AE2BA}"/>
              </a:ext>
            </a:extLst>
          </p:cNvPr>
          <p:cNvSpPr/>
          <p:nvPr/>
        </p:nvSpPr>
        <p:spPr>
          <a:xfrm>
            <a:off x="9816609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1" name="타원 350">
            <a:extLst>
              <a:ext uri="{FF2B5EF4-FFF2-40B4-BE49-F238E27FC236}">
                <a16:creationId xmlns:a16="http://schemas.microsoft.com/office/drawing/2014/main" id="{0752280A-E5CC-43D5-9B47-D48944B1428C}"/>
              </a:ext>
            </a:extLst>
          </p:cNvPr>
          <p:cNvSpPr/>
          <p:nvPr/>
        </p:nvSpPr>
        <p:spPr>
          <a:xfrm>
            <a:off x="10022822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2" name="타원 351">
            <a:extLst>
              <a:ext uri="{FF2B5EF4-FFF2-40B4-BE49-F238E27FC236}">
                <a16:creationId xmlns:a16="http://schemas.microsoft.com/office/drawing/2014/main" id="{550B088F-6489-4917-860A-0387C3E86542}"/>
              </a:ext>
            </a:extLst>
          </p:cNvPr>
          <p:cNvSpPr/>
          <p:nvPr/>
        </p:nvSpPr>
        <p:spPr>
          <a:xfrm>
            <a:off x="1022903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3" name="타원 352">
            <a:extLst>
              <a:ext uri="{FF2B5EF4-FFF2-40B4-BE49-F238E27FC236}">
                <a16:creationId xmlns:a16="http://schemas.microsoft.com/office/drawing/2014/main" id="{B3683E4E-9946-48AF-9B65-D0E1E6BA8433}"/>
              </a:ext>
            </a:extLst>
          </p:cNvPr>
          <p:cNvSpPr/>
          <p:nvPr/>
        </p:nvSpPr>
        <p:spPr>
          <a:xfrm>
            <a:off x="10435248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4" name="타원 353">
            <a:extLst>
              <a:ext uri="{FF2B5EF4-FFF2-40B4-BE49-F238E27FC236}">
                <a16:creationId xmlns:a16="http://schemas.microsoft.com/office/drawing/2014/main" id="{A87FB73A-E27F-4620-9DA0-919F59CC0B8E}"/>
              </a:ext>
            </a:extLst>
          </p:cNvPr>
          <p:cNvSpPr/>
          <p:nvPr/>
        </p:nvSpPr>
        <p:spPr>
          <a:xfrm>
            <a:off x="10638546" y="3745969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5" name="타원 354">
            <a:extLst>
              <a:ext uri="{FF2B5EF4-FFF2-40B4-BE49-F238E27FC236}">
                <a16:creationId xmlns:a16="http://schemas.microsoft.com/office/drawing/2014/main" id="{9A89C3B1-A7AE-449C-9042-AC1F751E0DB1}"/>
              </a:ext>
            </a:extLst>
          </p:cNvPr>
          <p:cNvSpPr/>
          <p:nvPr/>
        </p:nvSpPr>
        <p:spPr>
          <a:xfrm>
            <a:off x="879137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6" name="타원 355">
            <a:extLst>
              <a:ext uri="{FF2B5EF4-FFF2-40B4-BE49-F238E27FC236}">
                <a16:creationId xmlns:a16="http://schemas.microsoft.com/office/drawing/2014/main" id="{42DD2018-9C55-420A-9BB4-6556D54514E9}"/>
              </a:ext>
            </a:extLst>
          </p:cNvPr>
          <p:cNvSpPr/>
          <p:nvPr/>
        </p:nvSpPr>
        <p:spPr>
          <a:xfrm>
            <a:off x="8997588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7" name="타원 356">
            <a:extLst>
              <a:ext uri="{FF2B5EF4-FFF2-40B4-BE49-F238E27FC236}">
                <a16:creationId xmlns:a16="http://schemas.microsoft.com/office/drawing/2014/main" id="{704DFEBF-148D-47E2-A0DC-9A5841699D47}"/>
              </a:ext>
            </a:extLst>
          </p:cNvPr>
          <p:cNvSpPr/>
          <p:nvPr/>
        </p:nvSpPr>
        <p:spPr>
          <a:xfrm>
            <a:off x="9203801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8" name="타원 357">
            <a:extLst>
              <a:ext uri="{FF2B5EF4-FFF2-40B4-BE49-F238E27FC236}">
                <a16:creationId xmlns:a16="http://schemas.microsoft.com/office/drawing/2014/main" id="{5994808D-954C-45CF-88AD-9DB63016D296}"/>
              </a:ext>
            </a:extLst>
          </p:cNvPr>
          <p:cNvSpPr/>
          <p:nvPr/>
        </p:nvSpPr>
        <p:spPr>
          <a:xfrm>
            <a:off x="9410014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9" name="타원 358">
            <a:extLst>
              <a:ext uri="{FF2B5EF4-FFF2-40B4-BE49-F238E27FC236}">
                <a16:creationId xmlns:a16="http://schemas.microsoft.com/office/drawing/2014/main" id="{2BFA796F-35E1-40D9-BCA0-C67F32A55046}"/>
              </a:ext>
            </a:extLst>
          </p:cNvPr>
          <p:cNvSpPr/>
          <p:nvPr/>
        </p:nvSpPr>
        <p:spPr>
          <a:xfrm>
            <a:off x="9613312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0" name="타원 359">
            <a:extLst>
              <a:ext uri="{FF2B5EF4-FFF2-40B4-BE49-F238E27FC236}">
                <a16:creationId xmlns:a16="http://schemas.microsoft.com/office/drawing/2014/main" id="{A7057F16-AA57-4A53-9463-81DDC2F2849D}"/>
              </a:ext>
            </a:extLst>
          </p:cNvPr>
          <p:cNvSpPr/>
          <p:nvPr/>
        </p:nvSpPr>
        <p:spPr>
          <a:xfrm>
            <a:off x="9816609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1" name="타원 360">
            <a:extLst>
              <a:ext uri="{FF2B5EF4-FFF2-40B4-BE49-F238E27FC236}">
                <a16:creationId xmlns:a16="http://schemas.microsoft.com/office/drawing/2014/main" id="{DC020F34-B0A3-48CD-9A20-A573393708C3}"/>
              </a:ext>
            </a:extLst>
          </p:cNvPr>
          <p:cNvSpPr/>
          <p:nvPr/>
        </p:nvSpPr>
        <p:spPr>
          <a:xfrm>
            <a:off x="10022822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2" name="타원 361">
            <a:extLst>
              <a:ext uri="{FF2B5EF4-FFF2-40B4-BE49-F238E27FC236}">
                <a16:creationId xmlns:a16="http://schemas.microsoft.com/office/drawing/2014/main" id="{0B1E4C1A-6CA1-4FCB-88D3-40630A561CAC}"/>
              </a:ext>
            </a:extLst>
          </p:cNvPr>
          <p:cNvSpPr/>
          <p:nvPr/>
        </p:nvSpPr>
        <p:spPr>
          <a:xfrm>
            <a:off x="1022903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3" name="타원 362">
            <a:extLst>
              <a:ext uri="{FF2B5EF4-FFF2-40B4-BE49-F238E27FC236}">
                <a16:creationId xmlns:a16="http://schemas.microsoft.com/office/drawing/2014/main" id="{61B40E40-AC93-4284-8155-0D15CA64D38B}"/>
              </a:ext>
            </a:extLst>
          </p:cNvPr>
          <p:cNvSpPr/>
          <p:nvPr/>
        </p:nvSpPr>
        <p:spPr>
          <a:xfrm>
            <a:off x="10435248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4" name="타원 363">
            <a:extLst>
              <a:ext uri="{FF2B5EF4-FFF2-40B4-BE49-F238E27FC236}">
                <a16:creationId xmlns:a16="http://schemas.microsoft.com/office/drawing/2014/main" id="{B4385E2A-3BC4-483A-9F04-49D53B491D3C}"/>
              </a:ext>
            </a:extLst>
          </p:cNvPr>
          <p:cNvSpPr/>
          <p:nvPr/>
        </p:nvSpPr>
        <p:spPr>
          <a:xfrm>
            <a:off x="10638546" y="3930351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5" name="타원 364">
            <a:extLst>
              <a:ext uri="{FF2B5EF4-FFF2-40B4-BE49-F238E27FC236}">
                <a16:creationId xmlns:a16="http://schemas.microsoft.com/office/drawing/2014/main" id="{DD505BF4-57BD-4C25-8CD0-8388DDCACE9C}"/>
              </a:ext>
            </a:extLst>
          </p:cNvPr>
          <p:cNvSpPr/>
          <p:nvPr/>
        </p:nvSpPr>
        <p:spPr>
          <a:xfrm>
            <a:off x="879137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6" name="타원 365">
            <a:extLst>
              <a:ext uri="{FF2B5EF4-FFF2-40B4-BE49-F238E27FC236}">
                <a16:creationId xmlns:a16="http://schemas.microsoft.com/office/drawing/2014/main" id="{41B28C22-0F9E-4DDC-82EA-7AD872645054}"/>
              </a:ext>
            </a:extLst>
          </p:cNvPr>
          <p:cNvSpPr/>
          <p:nvPr/>
        </p:nvSpPr>
        <p:spPr>
          <a:xfrm>
            <a:off x="8997588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7" name="타원 366">
            <a:extLst>
              <a:ext uri="{FF2B5EF4-FFF2-40B4-BE49-F238E27FC236}">
                <a16:creationId xmlns:a16="http://schemas.microsoft.com/office/drawing/2014/main" id="{26B81746-E832-41F6-B771-585B71A36F5C}"/>
              </a:ext>
            </a:extLst>
          </p:cNvPr>
          <p:cNvSpPr/>
          <p:nvPr/>
        </p:nvSpPr>
        <p:spPr>
          <a:xfrm>
            <a:off x="9203801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8" name="타원 367">
            <a:extLst>
              <a:ext uri="{FF2B5EF4-FFF2-40B4-BE49-F238E27FC236}">
                <a16:creationId xmlns:a16="http://schemas.microsoft.com/office/drawing/2014/main" id="{C14CAAC3-DBAF-41B3-B09B-76228726DAF1}"/>
              </a:ext>
            </a:extLst>
          </p:cNvPr>
          <p:cNvSpPr/>
          <p:nvPr/>
        </p:nvSpPr>
        <p:spPr>
          <a:xfrm>
            <a:off x="9410014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9" name="타원 368">
            <a:extLst>
              <a:ext uri="{FF2B5EF4-FFF2-40B4-BE49-F238E27FC236}">
                <a16:creationId xmlns:a16="http://schemas.microsoft.com/office/drawing/2014/main" id="{3E1FE9DC-98CC-44AC-9456-40BE4A8BDB16}"/>
              </a:ext>
            </a:extLst>
          </p:cNvPr>
          <p:cNvSpPr/>
          <p:nvPr/>
        </p:nvSpPr>
        <p:spPr>
          <a:xfrm>
            <a:off x="9613312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0" name="타원 369">
            <a:extLst>
              <a:ext uri="{FF2B5EF4-FFF2-40B4-BE49-F238E27FC236}">
                <a16:creationId xmlns:a16="http://schemas.microsoft.com/office/drawing/2014/main" id="{090D4A6E-55F0-42A7-BB79-513FBCDAC8A7}"/>
              </a:ext>
            </a:extLst>
          </p:cNvPr>
          <p:cNvSpPr/>
          <p:nvPr/>
        </p:nvSpPr>
        <p:spPr>
          <a:xfrm>
            <a:off x="9816609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1" name="타원 370">
            <a:extLst>
              <a:ext uri="{FF2B5EF4-FFF2-40B4-BE49-F238E27FC236}">
                <a16:creationId xmlns:a16="http://schemas.microsoft.com/office/drawing/2014/main" id="{BA5F4480-4B08-4DE6-84C0-ABF596F427E9}"/>
              </a:ext>
            </a:extLst>
          </p:cNvPr>
          <p:cNvSpPr/>
          <p:nvPr/>
        </p:nvSpPr>
        <p:spPr>
          <a:xfrm>
            <a:off x="10022822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2" name="타원 371">
            <a:extLst>
              <a:ext uri="{FF2B5EF4-FFF2-40B4-BE49-F238E27FC236}">
                <a16:creationId xmlns:a16="http://schemas.microsoft.com/office/drawing/2014/main" id="{DC45C49F-6E1A-47AF-B2E1-4C385E97AF28}"/>
              </a:ext>
            </a:extLst>
          </p:cNvPr>
          <p:cNvSpPr/>
          <p:nvPr/>
        </p:nvSpPr>
        <p:spPr>
          <a:xfrm>
            <a:off x="1022903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3" name="타원 372">
            <a:extLst>
              <a:ext uri="{FF2B5EF4-FFF2-40B4-BE49-F238E27FC236}">
                <a16:creationId xmlns:a16="http://schemas.microsoft.com/office/drawing/2014/main" id="{BF3096B5-669D-4B67-8042-2A234CADB705}"/>
              </a:ext>
            </a:extLst>
          </p:cNvPr>
          <p:cNvSpPr/>
          <p:nvPr/>
        </p:nvSpPr>
        <p:spPr>
          <a:xfrm>
            <a:off x="10435248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4" name="타원 373">
            <a:extLst>
              <a:ext uri="{FF2B5EF4-FFF2-40B4-BE49-F238E27FC236}">
                <a16:creationId xmlns:a16="http://schemas.microsoft.com/office/drawing/2014/main" id="{8C8A3EAE-E356-40A0-8BA5-198E1DEE8711}"/>
              </a:ext>
            </a:extLst>
          </p:cNvPr>
          <p:cNvSpPr/>
          <p:nvPr/>
        </p:nvSpPr>
        <p:spPr>
          <a:xfrm>
            <a:off x="10638546" y="4114733"/>
            <a:ext cx="132776" cy="132776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9E1CFB9A-F458-45CE-A45C-EAC4ED6166E5}"/>
              </a:ext>
            </a:extLst>
          </p:cNvPr>
          <p:cNvSpPr txBox="1"/>
          <p:nvPr/>
        </p:nvSpPr>
        <p:spPr>
          <a:xfrm>
            <a:off x="8812716" y="1860965"/>
            <a:ext cx="2007786" cy="352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dirty="0">
                <a:solidFill>
                  <a:srgbClr val="6F886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63%</a:t>
            </a:r>
            <a:endParaRPr lang="ko-KR" altLang="en-US" sz="2000" dirty="0">
              <a:solidFill>
                <a:srgbClr val="6F886A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8" name="직사각형 387">
            <a:extLst>
              <a:ext uri="{FF2B5EF4-FFF2-40B4-BE49-F238E27FC236}">
                <a16:creationId xmlns:a16="http://schemas.microsoft.com/office/drawing/2014/main" id="{A9618551-A6AB-459C-9046-6396426128E6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9" name="직사각형 388">
            <a:extLst>
              <a:ext uri="{FF2B5EF4-FFF2-40B4-BE49-F238E27FC236}">
                <a16:creationId xmlns:a16="http://schemas.microsoft.com/office/drawing/2014/main" id="{CFF1C7D0-5598-41A4-9DE7-2E174D260995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3F127988-116A-4B46-BDFA-B389F68B04E2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AFB31116-B2CA-443F-BE70-E57ED53A8A06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AAFA4122-FAB3-4B77-A66F-FFAC496B8682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664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7DD10B1-BA17-44C4-926E-227F180E8EB4}"/>
              </a:ext>
            </a:extLst>
          </p:cNvPr>
          <p:cNvGrpSpPr/>
          <p:nvPr/>
        </p:nvGrpSpPr>
        <p:grpSpPr>
          <a:xfrm>
            <a:off x="835928" y="1809807"/>
            <a:ext cx="10520144" cy="4272603"/>
            <a:chOff x="568403" y="1908900"/>
            <a:chExt cx="11055193" cy="4489905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53E0D202-A4C1-40BC-BE25-89839AAF58EF}"/>
                </a:ext>
              </a:extLst>
            </p:cNvPr>
            <p:cNvSpPr/>
            <p:nvPr/>
          </p:nvSpPr>
          <p:spPr>
            <a:xfrm>
              <a:off x="948717" y="1908900"/>
              <a:ext cx="2050874" cy="2050874"/>
            </a:xfrm>
            <a:prstGeom prst="ellipse">
              <a:avLst/>
            </a:prstGeom>
            <a:solidFill>
              <a:srgbClr val="C7DBD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2CF5FE6C-B823-468B-B71C-34931398427E}"/>
                </a:ext>
              </a:extLst>
            </p:cNvPr>
            <p:cNvSpPr/>
            <p:nvPr/>
          </p:nvSpPr>
          <p:spPr>
            <a:xfrm>
              <a:off x="1142354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F698A68-7AA5-4408-B8C8-567D2CF1C03C}"/>
                </a:ext>
              </a:extLst>
            </p:cNvPr>
            <p:cNvSpPr/>
            <p:nvPr/>
          </p:nvSpPr>
          <p:spPr>
            <a:xfrm>
              <a:off x="3686584" y="1908900"/>
              <a:ext cx="2050874" cy="2050874"/>
            </a:xfrm>
            <a:prstGeom prst="ellipse">
              <a:avLst/>
            </a:prstGeom>
            <a:solidFill>
              <a:srgbClr val="A4C4B9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31BF58B7-18F2-407C-ADA8-24D3187F7BCD}"/>
                </a:ext>
              </a:extLst>
            </p:cNvPr>
            <p:cNvSpPr/>
            <p:nvPr/>
          </p:nvSpPr>
          <p:spPr>
            <a:xfrm>
              <a:off x="3880221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579DA97B-5E1C-45C3-B175-F00932A7968A}"/>
                </a:ext>
              </a:extLst>
            </p:cNvPr>
            <p:cNvSpPr/>
            <p:nvPr/>
          </p:nvSpPr>
          <p:spPr>
            <a:xfrm>
              <a:off x="6424451" y="1908900"/>
              <a:ext cx="2050874" cy="2050874"/>
            </a:xfrm>
            <a:prstGeom prst="ellipse">
              <a:avLst/>
            </a:prstGeom>
            <a:solidFill>
              <a:srgbClr val="85B1A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658DDAFB-422A-4F9F-AC29-32831668F13F}"/>
                </a:ext>
              </a:extLst>
            </p:cNvPr>
            <p:cNvSpPr/>
            <p:nvPr/>
          </p:nvSpPr>
          <p:spPr>
            <a:xfrm>
              <a:off x="6618089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D0ADD060-2B84-4007-88C7-A1DC04BB66F5}"/>
                </a:ext>
              </a:extLst>
            </p:cNvPr>
            <p:cNvSpPr/>
            <p:nvPr/>
          </p:nvSpPr>
          <p:spPr>
            <a:xfrm>
              <a:off x="9162319" y="1908900"/>
              <a:ext cx="2050874" cy="2050874"/>
            </a:xfrm>
            <a:prstGeom prst="ellipse">
              <a:avLst/>
            </a:prstGeom>
            <a:solidFill>
              <a:srgbClr val="41878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042BEB0-9511-431D-B4A9-36A72E373A6C}"/>
                </a:ext>
              </a:extLst>
            </p:cNvPr>
            <p:cNvSpPr/>
            <p:nvPr/>
          </p:nvSpPr>
          <p:spPr>
            <a:xfrm>
              <a:off x="9355956" y="2102537"/>
              <a:ext cx="1665284" cy="1665283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그래픽 10" descr="막대 그래프 상향 추세 단색으로 채워진">
              <a:extLst>
                <a:ext uri="{FF2B5EF4-FFF2-40B4-BE49-F238E27FC236}">
                  <a16:creationId xmlns:a16="http://schemas.microsoft.com/office/drawing/2014/main" id="{2DAE5AD2-D7E7-48E0-BAEA-82045435A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8130" y="2484381"/>
              <a:ext cx="807310" cy="807309"/>
            </a:xfrm>
            <a:prstGeom prst="rect">
              <a:avLst/>
            </a:prstGeom>
          </p:spPr>
        </p:pic>
        <p:pic>
          <p:nvPicPr>
            <p:cNvPr id="13" name="그래픽 12" descr="비즈니스 성장 단색으로 채워진">
              <a:extLst>
                <a:ext uri="{FF2B5EF4-FFF2-40B4-BE49-F238E27FC236}">
                  <a16:creationId xmlns:a16="http://schemas.microsoft.com/office/drawing/2014/main" id="{7A8D0CF8-5750-4450-9BFD-182FE05BF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55503" y="2484381"/>
              <a:ext cx="807310" cy="807309"/>
            </a:xfrm>
            <a:prstGeom prst="rect">
              <a:avLst/>
            </a:prstGeom>
          </p:spPr>
        </p:pic>
        <p:pic>
          <p:nvPicPr>
            <p:cNvPr id="17" name="그래픽 16" descr="클립보드 단색으로 채워진">
              <a:extLst>
                <a:ext uri="{FF2B5EF4-FFF2-40B4-BE49-F238E27FC236}">
                  <a16:creationId xmlns:a16="http://schemas.microsoft.com/office/drawing/2014/main" id="{3C3260F7-A8E3-45B8-B41E-23042211DC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46232" y="2484381"/>
              <a:ext cx="807310" cy="807309"/>
            </a:xfrm>
            <a:prstGeom prst="rect">
              <a:avLst/>
            </a:prstGeom>
          </p:spPr>
        </p:pic>
        <p:pic>
          <p:nvPicPr>
            <p:cNvPr id="19" name="그래픽 18" descr="고객 리뷰 단색으로 채워진">
              <a:extLst>
                <a:ext uri="{FF2B5EF4-FFF2-40B4-BE49-F238E27FC236}">
                  <a16:creationId xmlns:a16="http://schemas.microsoft.com/office/drawing/2014/main" id="{F757D88F-7E4E-470D-BEC7-D10B53DB741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784100" y="2530681"/>
              <a:ext cx="807310" cy="80730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D48AFB2-E764-4580-B58C-DE03CA90E1A1}"/>
                </a:ext>
              </a:extLst>
            </p:cNvPr>
            <p:cNvSpPr txBox="1"/>
            <p:nvPr/>
          </p:nvSpPr>
          <p:spPr>
            <a:xfrm>
              <a:off x="568403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C294508-CEFA-487F-AD6B-B990D8497FAB}"/>
                </a:ext>
              </a:extLst>
            </p:cNvPr>
            <p:cNvSpPr txBox="1"/>
            <p:nvPr/>
          </p:nvSpPr>
          <p:spPr>
            <a:xfrm>
              <a:off x="726002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AE799CD-DF12-4560-933E-05D0E1F38EB6}"/>
                </a:ext>
              </a:extLst>
            </p:cNvPr>
            <p:cNvSpPr txBox="1"/>
            <p:nvPr/>
          </p:nvSpPr>
          <p:spPr>
            <a:xfrm>
              <a:off x="3353910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EBB9098-FA2A-46D0-894B-A5775D2CB4F6}"/>
                </a:ext>
              </a:extLst>
            </p:cNvPr>
            <p:cNvSpPr txBox="1"/>
            <p:nvPr/>
          </p:nvSpPr>
          <p:spPr>
            <a:xfrm>
              <a:off x="3511512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talk, 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02BE22E2-0C89-44E6-A432-14E419A05354}"/>
                </a:ext>
              </a:extLst>
            </p:cNvPr>
            <p:cNvSpPr txBox="1"/>
            <p:nvPr/>
          </p:nvSpPr>
          <p:spPr>
            <a:xfrm>
              <a:off x="6139417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D6DC71E-AD30-4EB8-86A0-3B655672212C}"/>
                </a:ext>
              </a:extLst>
            </p:cNvPr>
            <p:cNvSpPr txBox="1"/>
            <p:nvPr/>
          </p:nvSpPr>
          <p:spPr>
            <a:xfrm>
              <a:off x="6297017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DA695FE-2A97-4B64-9AEE-7948E2B8DF5A}"/>
                </a:ext>
              </a:extLst>
            </p:cNvPr>
            <p:cNvSpPr txBox="1"/>
            <p:nvPr/>
          </p:nvSpPr>
          <p:spPr>
            <a:xfrm>
              <a:off x="8813100" y="4202279"/>
              <a:ext cx="2810496" cy="3397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제목을 입력하세요</a:t>
              </a:r>
              <a:r>
                <a:rPr lang="en-US" altLang="ko-KR" sz="1600" dirty="0">
                  <a:solidFill>
                    <a:srgbClr val="153325"/>
                  </a:solidFill>
                  <a:latin typeface="카페24 써라운드" pitchFamily="2" charset="-127"/>
                  <a:ea typeface="카페24 써라운드" pitchFamily="2" charset="-127"/>
                  <a:cs typeface="카페24 써라운드" pitchFamily="2" charset="-127"/>
                </a:rPr>
                <a:t>.</a:t>
              </a:r>
              <a:endPara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FB2FD7B-DFAE-4A24-9957-2D0B4EDCEB4B}"/>
                </a:ext>
              </a:extLst>
            </p:cNvPr>
            <p:cNvSpPr txBox="1"/>
            <p:nvPr/>
          </p:nvSpPr>
          <p:spPr>
            <a:xfrm>
              <a:off x="8970701" y="4542048"/>
              <a:ext cx="2495294" cy="18567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Then you say I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wanna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dance The music's got me going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Ain't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nothing that can stop how we move yeah Let's break our plans And live just like we're golden And roll in like we're dancing fools We don't need to worry </a:t>
              </a:r>
              <a:r>
                <a:rPr lang="en-US" altLang="ko-KR" sz="1050" b="0" i="0" dirty="0" err="1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'Cause</a:t>
              </a:r>
              <a:r>
                <a:rPr lang="en-US" altLang="ko-KR" sz="1050" b="0" i="0" dirty="0">
                  <a:solidFill>
                    <a:srgbClr val="153325"/>
                  </a:solidFill>
                  <a:effectLst/>
                  <a:latin typeface="나눔바른펜" panose="020B0503000000000000" pitchFamily="50" charset="-127"/>
                  <a:ea typeface="나눔바른펜" panose="020B0503000000000000" pitchFamily="50" charset="-127"/>
                </a:rPr>
                <a:t> when we fall we know how to land Don't need to talk the talk</a:t>
              </a:r>
              <a:endParaRPr lang="ko-KR" altLang="en-US" sz="105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endParaRPr>
            </a:p>
          </p:txBody>
        </p:sp>
      </p:grp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62846FD-0B59-4451-85CD-D3497662EC05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C945D9E-6E5B-4D16-8F09-A7EE1149DAEF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864209-1078-4AE8-899C-80D61A271D51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90E9A7-1183-415F-935C-3B75BD4AF265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9EA750-A9BD-411C-9BDC-C0C547F738CE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3811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647387" y="1949046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</a:t>
            </a:r>
            <a:r>
              <a:rPr lang="en-US" altLang="ko-KR" sz="320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 </a:t>
            </a:r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02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D5AE84-FEE6-4298-B99B-C2AD5BC2C124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A746B-630F-4598-84F8-DE55D75A6C0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0886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061B9CF-338B-4901-ADEC-C8FB16C11592}"/>
              </a:ext>
            </a:extLst>
          </p:cNvPr>
          <p:cNvSpPr txBox="1"/>
          <p:nvPr/>
        </p:nvSpPr>
        <p:spPr>
          <a:xfrm>
            <a:off x="1118387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8A98EC-EB20-45A8-A248-936B50F836CA}"/>
              </a:ext>
            </a:extLst>
          </p:cNvPr>
          <p:cNvSpPr txBox="1"/>
          <p:nvPr/>
        </p:nvSpPr>
        <p:spPr>
          <a:xfrm>
            <a:off x="3870552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F6AB37-0B7C-4CDB-8DE0-BD3241E8BA3F}"/>
              </a:ext>
            </a:extLst>
          </p:cNvPr>
          <p:cNvSpPr txBox="1"/>
          <p:nvPr/>
        </p:nvSpPr>
        <p:spPr>
          <a:xfrm>
            <a:off x="6622717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  <a:endParaRPr lang="ko-KR" altLang="en-US" sz="14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0A237D-DBCF-4D16-94EC-763115FF6907}"/>
              </a:ext>
            </a:extLst>
          </p:cNvPr>
          <p:cNvSpPr txBox="1"/>
          <p:nvPr/>
        </p:nvSpPr>
        <p:spPr>
          <a:xfrm>
            <a:off x="9374876" y="1958460"/>
            <a:ext cx="18386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텍스트 입력</a:t>
            </a:r>
            <a:endParaRPr lang="ko-KR" altLang="en-US" sz="14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7464A7-356E-4635-846C-A32EE3EF55DA}"/>
              </a:ext>
            </a:extLst>
          </p:cNvPr>
          <p:cNvSpPr/>
          <p:nvPr/>
        </p:nvSpPr>
        <p:spPr>
          <a:xfrm>
            <a:off x="753038" y="2420506"/>
            <a:ext cx="2429436" cy="3573872"/>
          </a:xfrm>
          <a:prstGeom prst="rect">
            <a:avLst/>
          </a:prstGeom>
          <a:noFill/>
          <a:ln>
            <a:solidFill>
              <a:srgbClr val="609E6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BD6E24-DA25-43A1-A024-62451416A9D3}"/>
              </a:ext>
            </a:extLst>
          </p:cNvPr>
          <p:cNvSpPr/>
          <p:nvPr/>
        </p:nvSpPr>
        <p:spPr>
          <a:xfrm>
            <a:off x="3505203" y="2420506"/>
            <a:ext cx="2429436" cy="3573872"/>
          </a:xfrm>
          <a:prstGeom prst="rect">
            <a:avLst/>
          </a:prstGeom>
          <a:noFill/>
          <a:ln>
            <a:solidFill>
              <a:srgbClr val="67B7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23DD630-AF73-4D50-A0B6-280B465BF656}"/>
              </a:ext>
            </a:extLst>
          </p:cNvPr>
          <p:cNvSpPr/>
          <p:nvPr/>
        </p:nvSpPr>
        <p:spPr>
          <a:xfrm>
            <a:off x="6257367" y="2420506"/>
            <a:ext cx="2429436" cy="3573872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3A4C57-26C1-4B35-A9DC-749202295178}"/>
              </a:ext>
            </a:extLst>
          </p:cNvPr>
          <p:cNvSpPr/>
          <p:nvPr/>
        </p:nvSpPr>
        <p:spPr>
          <a:xfrm>
            <a:off x="9009526" y="2420506"/>
            <a:ext cx="2429436" cy="3573873"/>
          </a:xfrm>
          <a:prstGeom prst="rect">
            <a:avLst/>
          </a:prstGeom>
          <a:noFill/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E3846D-A8E7-4B0F-A0BC-69F570E43E56}"/>
              </a:ext>
            </a:extLst>
          </p:cNvPr>
          <p:cNvSpPr txBox="1"/>
          <p:nvPr/>
        </p:nvSpPr>
        <p:spPr>
          <a:xfrm>
            <a:off x="900729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41831-043E-43E3-92B9-4F9A8A1BBD6B}"/>
              </a:ext>
            </a:extLst>
          </p:cNvPr>
          <p:cNvSpPr txBox="1"/>
          <p:nvPr/>
        </p:nvSpPr>
        <p:spPr>
          <a:xfrm>
            <a:off x="3652894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D33F8B-698C-4B19-94B7-5A179040DEFA}"/>
              </a:ext>
            </a:extLst>
          </p:cNvPr>
          <p:cNvSpPr txBox="1"/>
          <p:nvPr/>
        </p:nvSpPr>
        <p:spPr>
          <a:xfrm>
            <a:off x="6405057" y="2715338"/>
            <a:ext cx="2134049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4C8414-FADC-4909-87B3-B824CACF9014}"/>
              </a:ext>
            </a:extLst>
          </p:cNvPr>
          <p:cNvSpPr txBox="1"/>
          <p:nvPr/>
        </p:nvSpPr>
        <p:spPr>
          <a:xfrm>
            <a:off x="9157218" y="2715340"/>
            <a:ext cx="2134050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내가 바람 펴도 너는 절대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피지마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Baby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나는 너를 잊어도 넌 나를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잊지마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Lady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가끔 내가 연락이 없고 술을 마셔도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혹시 내가 다른 어떤 여자와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/>
            </a:r>
            <a:b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</a:b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잠시 눈을 맞춰도 넌 나만 바라봐</a:t>
            </a:r>
            <a:endParaRPr lang="ko-KR" altLang="en-US" sz="11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카페24 써라운드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27E1DE4-14B4-4F1D-B47A-38CD3DB82AB1}"/>
              </a:ext>
            </a:extLst>
          </p:cNvPr>
          <p:cNvGrpSpPr/>
          <p:nvPr/>
        </p:nvGrpSpPr>
        <p:grpSpPr>
          <a:xfrm>
            <a:off x="1556011" y="5574505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6E88E0-6F7F-423D-8B51-E6B05CCE0E38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609E6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1B9D5F8-0D5C-4A5A-95DA-48E5759AB366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6A4CD42-4832-46EB-A099-DB8C0489C30F}"/>
              </a:ext>
            </a:extLst>
          </p:cNvPr>
          <p:cNvGrpSpPr/>
          <p:nvPr/>
        </p:nvGrpSpPr>
        <p:grpSpPr>
          <a:xfrm>
            <a:off x="4303407" y="5574505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090F6E4B-490B-4E50-80A2-7983291BBA65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67B7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0D750B60-42DC-4831-9737-CFEF88CD2FF0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0B6ABB8-FE8D-41B7-946D-2F8093567060}"/>
              </a:ext>
            </a:extLst>
          </p:cNvPr>
          <p:cNvGrpSpPr/>
          <p:nvPr/>
        </p:nvGrpSpPr>
        <p:grpSpPr>
          <a:xfrm>
            <a:off x="7057121" y="5574504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8AF7D13D-36B7-45E4-9A96-6EB07BCAD413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B146090D-8C52-47E2-A89B-40D094E0C148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158B33AE-9676-452B-90AA-9694ED9CD7D7}"/>
              </a:ext>
            </a:extLst>
          </p:cNvPr>
          <p:cNvGrpSpPr/>
          <p:nvPr/>
        </p:nvGrpSpPr>
        <p:grpSpPr>
          <a:xfrm>
            <a:off x="9885480" y="5574506"/>
            <a:ext cx="750509" cy="839745"/>
            <a:chOff x="1595716" y="4405728"/>
            <a:chExt cx="750509" cy="839746"/>
          </a:xfrm>
          <a:pattFill prst="pct5">
            <a:fgClr>
              <a:schemeClr val="bg1">
                <a:lumMod val="95000"/>
              </a:schemeClr>
            </a:fgClr>
            <a:bgClr>
              <a:schemeClr val="bg1"/>
            </a:bgClr>
          </a:pattFill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35D9B8C1-FAA5-4C87-BD63-F072D3084323}"/>
                </a:ext>
              </a:extLst>
            </p:cNvPr>
            <p:cNvSpPr/>
            <p:nvPr/>
          </p:nvSpPr>
          <p:spPr>
            <a:xfrm>
              <a:off x="1595716" y="4405728"/>
              <a:ext cx="744071" cy="744071"/>
            </a:xfrm>
            <a:prstGeom prst="ellipse">
              <a:avLst/>
            </a:prstGeom>
            <a:grpFill/>
            <a:ln>
              <a:solidFill>
                <a:srgbClr val="15332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rgbClr val="153325"/>
                  </a:solidFill>
                  <a:latin typeface="코트라 볼드체" panose="02020603020101020101" pitchFamily="18" charset="-127"/>
                  <a:ea typeface="코트라 볼드체" panose="02020603020101020101" pitchFamily="18" charset="-127"/>
                  <a:cs typeface="코트라 볼드체" panose="02020603020101020101" pitchFamily="18" charset="-127"/>
                </a:rPr>
                <a:t>1</a:t>
              </a:r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91C3CC4-F9F6-48A2-B4A2-E697A9307849}"/>
                </a:ext>
              </a:extLst>
            </p:cNvPr>
            <p:cNvSpPr/>
            <p:nvPr/>
          </p:nvSpPr>
          <p:spPr>
            <a:xfrm>
              <a:off x="1602154" y="4501403"/>
              <a:ext cx="744071" cy="74407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endParaRP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359173D8-1143-409E-A2C7-366945960492}"/>
              </a:ext>
            </a:extLst>
          </p:cNvPr>
          <p:cNvSpPr txBox="1"/>
          <p:nvPr/>
        </p:nvSpPr>
        <p:spPr>
          <a:xfrm>
            <a:off x="1638646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01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7303C3-8D3A-49B4-9A2E-0483D40E9297}"/>
              </a:ext>
            </a:extLst>
          </p:cNvPr>
          <p:cNvSpPr txBox="1"/>
          <p:nvPr/>
        </p:nvSpPr>
        <p:spPr>
          <a:xfrm>
            <a:off x="4377740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02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B3DCE6-81AE-4E39-B4E3-B34220E3A4B7}"/>
              </a:ext>
            </a:extLst>
          </p:cNvPr>
          <p:cNvSpPr txBox="1"/>
          <p:nvPr/>
        </p:nvSpPr>
        <p:spPr>
          <a:xfrm>
            <a:off x="9958466" y="5743243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04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A00381-6F62-4948-A283-62AEC8A1F72F}"/>
              </a:ext>
            </a:extLst>
          </p:cNvPr>
          <p:cNvSpPr txBox="1"/>
          <p:nvPr/>
        </p:nvSpPr>
        <p:spPr>
          <a:xfrm>
            <a:off x="7133059" y="5743249"/>
            <a:ext cx="591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03</a:t>
            </a:r>
            <a:endParaRPr lang="ko-KR" altLang="en-US" dirty="0">
              <a:solidFill>
                <a:srgbClr val="153325"/>
              </a:solidFill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FFA1567-152C-49AC-B790-DD83F33CB5E5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BDE107E-AE9C-4BF6-BA77-15C5088FB552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2FB1BA-ECDC-4761-9A1D-DF3DDC8F8407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1DDDB6-FA24-42B7-ACFB-F137F0CD228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2E7EA4-6DAD-441A-B370-EF89F5685CB7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95938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다이어그램 4">
            <a:extLst>
              <a:ext uri="{FF2B5EF4-FFF2-40B4-BE49-F238E27FC236}">
                <a16:creationId xmlns:a16="http://schemas.microsoft.com/office/drawing/2014/main" id="{8C2AE0CA-89B5-4535-A087-1B3EF26FEB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5424161"/>
              </p:ext>
            </p:extLst>
          </p:nvPr>
        </p:nvGraphicFramePr>
        <p:xfrm>
          <a:off x="-445049" y="1923631"/>
          <a:ext cx="6541049" cy="42759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A1D4291-D217-4DE1-AF0A-ADEAD1D2D48A}"/>
              </a:ext>
            </a:extLst>
          </p:cNvPr>
          <p:cNvCxnSpPr/>
          <p:nvPr/>
        </p:nvCxnSpPr>
        <p:spPr>
          <a:xfrm>
            <a:off x="5411928" y="2231265"/>
            <a:ext cx="0" cy="3611880"/>
          </a:xfrm>
          <a:prstGeom prst="line">
            <a:avLst/>
          </a:prstGeom>
          <a:ln>
            <a:solidFill>
              <a:srgbClr val="15332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8CFC5DA-9EC5-4D34-B3AC-F349ADAD157C}"/>
              </a:ext>
            </a:extLst>
          </p:cNvPr>
          <p:cNvSpPr txBox="1"/>
          <p:nvPr/>
        </p:nvSpPr>
        <p:spPr>
          <a:xfrm>
            <a:off x="5999434" y="2348519"/>
            <a:ext cx="5553957" cy="3945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미드나잇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선의 줄거리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XP(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색소성건피증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라는 희귀병으로 태양을 피해야만 하는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오직 밤에만 외출이 허락된 그녀에게는 어머니가 남겨준 기타와 창문 너머로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10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년째 짝사랑해온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세상의 빛이다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어느 날 작은 기차역에서 한밤의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버스킹을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하던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케이티’의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앞에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나타나고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두 사람은 매일 밤마다 모두가 부러워하는 완벽한 데이트를 이어간다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처음으로 함께 여행을 떠난 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꿈 같은 시간을 보내던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케이티’는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그만 지켜야만 하는 규칙을 어기게 되고 결국 피할 수 없는 선택을 해야만 하는데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너에게 하고 싶은 진짜 사랑 고백 태양이 뜬 뒤에도 내 곁에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있어줄래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? – 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0CEE49-3A24-44FA-9408-94642B8B6689}"/>
              </a:ext>
            </a:extLst>
          </p:cNvPr>
          <p:cNvSpPr txBox="1"/>
          <p:nvPr/>
        </p:nvSpPr>
        <p:spPr>
          <a:xfrm>
            <a:off x="5823669" y="1923631"/>
            <a:ext cx="2489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516B3D5-7646-4A1F-A3EE-E52E8DAFCA0B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A4F9C1-B41C-4D08-95D2-860CE2E02BC5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FA0F17-7365-40BF-A0DF-201611ABFDF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8F9130-E69D-4CDF-AE25-FFB667AEFB79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26E6CD-9C45-4723-91F4-25D34B68BE5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2909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육각형 1">
            <a:extLst>
              <a:ext uri="{FF2B5EF4-FFF2-40B4-BE49-F238E27FC236}">
                <a16:creationId xmlns:a16="http://schemas.microsoft.com/office/drawing/2014/main" id="{6FE99528-52E6-42B7-89DF-86FA8994EC51}"/>
              </a:ext>
            </a:extLst>
          </p:cNvPr>
          <p:cNvSpPr/>
          <p:nvPr/>
        </p:nvSpPr>
        <p:spPr>
          <a:xfrm>
            <a:off x="690345" y="3417546"/>
            <a:ext cx="2487780" cy="2144639"/>
          </a:xfrm>
          <a:prstGeom prst="hexagon">
            <a:avLst/>
          </a:prstGeom>
          <a:solidFill>
            <a:srgbClr val="DCF0E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1" name="육각형 10">
            <a:extLst>
              <a:ext uri="{FF2B5EF4-FFF2-40B4-BE49-F238E27FC236}">
                <a16:creationId xmlns:a16="http://schemas.microsoft.com/office/drawing/2014/main" id="{B8A39795-4EAA-4DA6-A198-22AAB33C677D}"/>
              </a:ext>
            </a:extLst>
          </p:cNvPr>
          <p:cNvSpPr/>
          <p:nvPr/>
        </p:nvSpPr>
        <p:spPr>
          <a:xfrm>
            <a:off x="2768045" y="2181275"/>
            <a:ext cx="2487780" cy="2144639"/>
          </a:xfrm>
          <a:prstGeom prst="hexagon">
            <a:avLst/>
          </a:prstGeom>
          <a:solidFill>
            <a:srgbClr val="83A99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3" name="육각형 12">
            <a:extLst>
              <a:ext uri="{FF2B5EF4-FFF2-40B4-BE49-F238E27FC236}">
                <a16:creationId xmlns:a16="http://schemas.microsoft.com/office/drawing/2014/main" id="{52109C0E-D362-4F9B-9C36-5C1F6502EDBE}"/>
              </a:ext>
            </a:extLst>
          </p:cNvPr>
          <p:cNvSpPr/>
          <p:nvPr/>
        </p:nvSpPr>
        <p:spPr>
          <a:xfrm>
            <a:off x="4860985" y="3417546"/>
            <a:ext cx="2487780" cy="2144639"/>
          </a:xfrm>
          <a:prstGeom prst="hexagon">
            <a:avLst/>
          </a:prstGeom>
          <a:solidFill>
            <a:srgbClr val="A1BFB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4" name="육각형 13">
            <a:extLst>
              <a:ext uri="{FF2B5EF4-FFF2-40B4-BE49-F238E27FC236}">
                <a16:creationId xmlns:a16="http://schemas.microsoft.com/office/drawing/2014/main" id="{225F42CA-CB61-4FB6-9602-93856C896771}"/>
              </a:ext>
            </a:extLst>
          </p:cNvPr>
          <p:cNvSpPr/>
          <p:nvPr/>
        </p:nvSpPr>
        <p:spPr>
          <a:xfrm>
            <a:off x="6923445" y="2181275"/>
            <a:ext cx="2487780" cy="2144639"/>
          </a:xfrm>
          <a:prstGeom prst="hexagon">
            <a:avLst/>
          </a:prstGeom>
          <a:solidFill>
            <a:srgbClr val="E8E8E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5" name="육각형 14">
            <a:extLst>
              <a:ext uri="{FF2B5EF4-FFF2-40B4-BE49-F238E27FC236}">
                <a16:creationId xmlns:a16="http://schemas.microsoft.com/office/drawing/2014/main" id="{D1852DD9-2330-4DA0-851D-3E197216DE99}"/>
              </a:ext>
            </a:extLst>
          </p:cNvPr>
          <p:cNvSpPr/>
          <p:nvPr/>
        </p:nvSpPr>
        <p:spPr>
          <a:xfrm>
            <a:off x="9001146" y="3417546"/>
            <a:ext cx="2487780" cy="2144639"/>
          </a:xfrm>
          <a:prstGeom prst="hexagon">
            <a:avLst/>
          </a:prstGeom>
          <a:solidFill>
            <a:srgbClr val="578F7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pic>
        <p:nvPicPr>
          <p:cNvPr id="10" name="그래픽 9" descr="블로그 단색으로 채워진">
            <a:extLst>
              <a:ext uri="{FF2B5EF4-FFF2-40B4-BE49-F238E27FC236}">
                <a16:creationId xmlns:a16="http://schemas.microsoft.com/office/drawing/2014/main" id="{B746178C-5F74-449F-8DFC-F87B8114EF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2769" y="4032665"/>
            <a:ext cx="914400" cy="914400"/>
          </a:xfrm>
          <a:prstGeom prst="rect">
            <a:avLst/>
          </a:prstGeom>
        </p:spPr>
      </p:pic>
      <p:pic>
        <p:nvPicPr>
          <p:cNvPr id="17" name="그래픽 16" descr="도시 단색으로 채워진">
            <a:extLst>
              <a:ext uri="{FF2B5EF4-FFF2-40B4-BE49-F238E27FC236}">
                <a16:creationId xmlns:a16="http://schemas.microsoft.com/office/drawing/2014/main" id="{6B3D5030-63DC-4EEA-B9A1-2AE66D95C80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701" y="4032665"/>
            <a:ext cx="914400" cy="914400"/>
          </a:xfrm>
          <a:prstGeom prst="rect">
            <a:avLst/>
          </a:prstGeom>
        </p:spPr>
      </p:pic>
      <p:pic>
        <p:nvPicPr>
          <p:cNvPr id="19" name="그래픽 18" descr="악수 단색으로 채워진">
            <a:extLst>
              <a:ext uri="{FF2B5EF4-FFF2-40B4-BE49-F238E27FC236}">
                <a16:creationId xmlns:a16="http://schemas.microsoft.com/office/drawing/2014/main" id="{B0864E52-A3C3-419F-BBAD-BDB6FE713C26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65174" y="2796394"/>
            <a:ext cx="914400" cy="914400"/>
          </a:xfrm>
          <a:prstGeom prst="rect">
            <a:avLst/>
          </a:prstGeom>
        </p:spPr>
      </p:pic>
      <p:pic>
        <p:nvPicPr>
          <p:cNvPr id="21" name="그래픽 20" descr="모래 시계 30% 단색으로 채워진">
            <a:extLst>
              <a:ext uri="{FF2B5EF4-FFF2-40B4-BE49-F238E27FC236}">
                <a16:creationId xmlns:a16="http://schemas.microsoft.com/office/drawing/2014/main" id="{1362ABEF-C5FB-4041-B179-1A78E211A441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20574" y="2796394"/>
            <a:ext cx="914400" cy="914400"/>
          </a:xfrm>
          <a:prstGeom prst="rect">
            <a:avLst/>
          </a:prstGeom>
        </p:spPr>
      </p:pic>
      <p:pic>
        <p:nvPicPr>
          <p:cNvPr id="23" name="그래픽 22" descr="전구 및 기어  단색으로 채워진">
            <a:extLst>
              <a:ext uri="{FF2B5EF4-FFF2-40B4-BE49-F238E27FC236}">
                <a16:creationId xmlns:a16="http://schemas.microsoft.com/office/drawing/2014/main" id="{085F8021-97E3-4D53-AB6A-7D3FEE54A4F2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95034" y="4032665"/>
            <a:ext cx="914400" cy="91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824F851-3877-4524-B094-057F036C90C0}"/>
              </a:ext>
            </a:extLst>
          </p:cNvPr>
          <p:cNvSpPr txBox="1"/>
          <p:nvPr/>
        </p:nvSpPr>
        <p:spPr>
          <a:xfrm>
            <a:off x="689605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762EE4-8CC0-4F87-A610-753A68372987}"/>
              </a:ext>
            </a:extLst>
          </p:cNvPr>
          <p:cNvSpPr txBox="1"/>
          <p:nvPr/>
        </p:nvSpPr>
        <p:spPr>
          <a:xfrm>
            <a:off x="2725020" y="4557994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CCB41C-A0E3-4BAD-9AB0-AFC64D55C429}"/>
              </a:ext>
            </a:extLst>
          </p:cNvPr>
          <p:cNvSpPr txBox="1"/>
          <p:nvPr/>
        </p:nvSpPr>
        <p:spPr>
          <a:xfrm>
            <a:off x="4835850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579A220-E14C-4FF2-AF1D-4EF35A3F2099}"/>
              </a:ext>
            </a:extLst>
          </p:cNvPr>
          <p:cNvSpPr txBox="1"/>
          <p:nvPr/>
        </p:nvSpPr>
        <p:spPr>
          <a:xfrm>
            <a:off x="9012617" y="2569092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6DCA2-0743-4D90-9814-A4D883EECFB9}"/>
              </a:ext>
            </a:extLst>
          </p:cNvPr>
          <p:cNvSpPr txBox="1"/>
          <p:nvPr/>
        </p:nvSpPr>
        <p:spPr>
          <a:xfrm>
            <a:off x="7005141" y="4557994"/>
            <a:ext cx="2489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793CFFD-CFAC-4960-A46F-C7EB5AC1CAB9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6E396B6-3669-49B5-B54A-31A18556FE6A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B88F25-CA8F-43B2-9B78-434F6F99E8DE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022D7D-C3AF-418E-A8B8-65F6DF92A9F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88F572-A3D1-4531-BA07-809B80027E6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3748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순서도: 자기 디스크 1">
            <a:extLst>
              <a:ext uri="{FF2B5EF4-FFF2-40B4-BE49-F238E27FC236}">
                <a16:creationId xmlns:a16="http://schemas.microsoft.com/office/drawing/2014/main" id="{F531B724-A4E3-4F89-BE82-4CFA016C877D}"/>
              </a:ext>
            </a:extLst>
          </p:cNvPr>
          <p:cNvSpPr/>
          <p:nvPr/>
        </p:nvSpPr>
        <p:spPr>
          <a:xfrm>
            <a:off x="859741" y="4910543"/>
            <a:ext cx="2746546" cy="1072392"/>
          </a:xfrm>
          <a:prstGeom prst="flowChartMagneticDisk">
            <a:avLst/>
          </a:prstGeom>
          <a:solidFill>
            <a:srgbClr val="C4D6D0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B476A2B7-DCC8-447B-90E6-3CD374E94F04}"/>
              </a:ext>
            </a:extLst>
          </p:cNvPr>
          <p:cNvSpPr/>
          <p:nvPr/>
        </p:nvSpPr>
        <p:spPr>
          <a:xfrm>
            <a:off x="859741" y="3529155"/>
            <a:ext cx="2746546" cy="1072392"/>
          </a:xfrm>
          <a:prstGeom prst="flowChartMagneticDisk">
            <a:avLst/>
          </a:prstGeom>
          <a:solidFill>
            <a:srgbClr val="83A99B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자기 디스크 9">
            <a:extLst>
              <a:ext uri="{FF2B5EF4-FFF2-40B4-BE49-F238E27FC236}">
                <a16:creationId xmlns:a16="http://schemas.microsoft.com/office/drawing/2014/main" id="{CAB3E5ED-52DA-4604-8BD5-8DA257A77404}"/>
              </a:ext>
            </a:extLst>
          </p:cNvPr>
          <p:cNvSpPr/>
          <p:nvPr/>
        </p:nvSpPr>
        <p:spPr>
          <a:xfrm>
            <a:off x="859741" y="2147767"/>
            <a:ext cx="2746546" cy="1072392"/>
          </a:xfrm>
          <a:prstGeom prst="flowChartMagneticDisk">
            <a:avLst/>
          </a:prstGeom>
          <a:solidFill>
            <a:srgbClr val="479374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0498D4A-A483-4488-AEE0-5CDDBDAD36E0}"/>
              </a:ext>
            </a:extLst>
          </p:cNvPr>
          <p:cNvCxnSpPr>
            <a:cxnSpLocks/>
          </p:cNvCxnSpPr>
          <p:nvPr/>
        </p:nvCxnSpPr>
        <p:spPr>
          <a:xfrm flipV="1">
            <a:off x="3329441" y="2340839"/>
            <a:ext cx="1615440" cy="373169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3FC92C-D5F1-48EB-899A-8A535E42871D}"/>
              </a:ext>
            </a:extLst>
          </p:cNvPr>
          <p:cNvSpPr/>
          <p:nvPr/>
        </p:nvSpPr>
        <p:spPr>
          <a:xfrm>
            <a:off x="5141199" y="1883419"/>
            <a:ext cx="6327946" cy="1263104"/>
          </a:xfrm>
          <a:prstGeom prst="rect">
            <a:avLst/>
          </a:prstGeom>
          <a:noFill/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1AA2A74-F7E6-4836-A547-444B7E5B8357}"/>
              </a:ext>
            </a:extLst>
          </p:cNvPr>
          <p:cNvSpPr/>
          <p:nvPr/>
        </p:nvSpPr>
        <p:spPr>
          <a:xfrm>
            <a:off x="5141199" y="3386728"/>
            <a:ext cx="6327946" cy="1263104"/>
          </a:xfrm>
          <a:prstGeom prst="rect">
            <a:avLst/>
          </a:prstGeom>
          <a:noFill/>
          <a:ln>
            <a:solidFill>
              <a:srgbClr val="67B7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62BBDB1-EB63-4500-A3DF-762B966298FE}"/>
              </a:ext>
            </a:extLst>
          </p:cNvPr>
          <p:cNvSpPr/>
          <p:nvPr/>
        </p:nvSpPr>
        <p:spPr>
          <a:xfrm>
            <a:off x="5141199" y="4890038"/>
            <a:ext cx="6327946" cy="1263104"/>
          </a:xfrm>
          <a:prstGeom prst="rect">
            <a:avLst/>
          </a:prstGeom>
          <a:noFill/>
          <a:ln>
            <a:solidFill>
              <a:srgbClr val="A1BFB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6D7A98D-D379-4A9A-A72D-E40C67071C46}"/>
              </a:ext>
            </a:extLst>
          </p:cNvPr>
          <p:cNvCxnSpPr>
            <a:cxnSpLocks/>
          </p:cNvCxnSpPr>
          <p:nvPr/>
        </p:nvCxnSpPr>
        <p:spPr>
          <a:xfrm flipV="1">
            <a:off x="3329441" y="4006137"/>
            <a:ext cx="1647270" cy="12144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C8075CB-E971-425D-9430-A01470FB6D1B}"/>
              </a:ext>
            </a:extLst>
          </p:cNvPr>
          <p:cNvCxnSpPr>
            <a:cxnSpLocks/>
          </p:cNvCxnSpPr>
          <p:nvPr/>
        </p:nvCxnSpPr>
        <p:spPr>
          <a:xfrm>
            <a:off x="3297611" y="5133062"/>
            <a:ext cx="1540590" cy="304587"/>
          </a:xfrm>
          <a:prstGeom prst="line">
            <a:avLst/>
          </a:prstGeom>
          <a:ln>
            <a:solidFill>
              <a:srgbClr val="153325"/>
            </a:solidFill>
            <a:prstDash val="dash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1ECA1DD-4B76-401C-BDE5-60DEC5423714}"/>
              </a:ext>
            </a:extLst>
          </p:cNvPr>
          <p:cNvSpPr txBox="1"/>
          <p:nvPr/>
        </p:nvSpPr>
        <p:spPr>
          <a:xfrm>
            <a:off x="988125" y="2562522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5968AE-CCD7-4A00-8776-D8A952C0800D}"/>
              </a:ext>
            </a:extLst>
          </p:cNvPr>
          <p:cNvSpPr txBox="1"/>
          <p:nvPr/>
        </p:nvSpPr>
        <p:spPr>
          <a:xfrm>
            <a:off x="988125" y="3948828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5E8186-8BA9-4755-9FB3-CB2D51673047}"/>
              </a:ext>
            </a:extLst>
          </p:cNvPr>
          <p:cNvSpPr txBox="1"/>
          <p:nvPr/>
        </p:nvSpPr>
        <p:spPr>
          <a:xfrm>
            <a:off x="988125" y="5304897"/>
            <a:ext cx="24897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</a:t>
            </a:r>
            <a: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/>
            </a:r>
            <a:b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</a:br>
            <a:r>
              <a:rPr lang="ko-KR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입력하세요</a:t>
            </a:r>
            <a:r>
              <a:rPr lang="en-US" altLang="ko-K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BDE52B-1125-4508-BA67-1380E525C81A}"/>
              </a:ext>
            </a:extLst>
          </p:cNvPr>
          <p:cNvSpPr txBox="1"/>
          <p:nvPr/>
        </p:nvSpPr>
        <p:spPr>
          <a:xfrm>
            <a:off x="5423917" y="2147767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55F006-F931-40DC-B007-35BAB00AB0F4}"/>
              </a:ext>
            </a:extLst>
          </p:cNvPr>
          <p:cNvSpPr txBox="1"/>
          <p:nvPr/>
        </p:nvSpPr>
        <p:spPr>
          <a:xfrm>
            <a:off x="5423917" y="3696725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633D13-CFAF-40B1-A5B2-D9ED668E3C38}"/>
              </a:ext>
            </a:extLst>
          </p:cNvPr>
          <p:cNvSpPr txBox="1"/>
          <p:nvPr/>
        </p:nvSpPr>
        <p:spPr>
          <a:xfrm>
            <a:off x="5423917" y="5285355"/>
            <a:ext cx="5762510" cy="618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200" dirty="0">
              <a:solidFill>
                <a:srgbClr val="153325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55F20E8-A324-40D1-A384-456A8C0A65CC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214C8EA-182F-41F0-B697-C3687B7F7D37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CC2E4D-E2D8-4F41-9F01-FCFFD983720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EFAF15-D716-493B-B52B-AEB17CA8760D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73D4B7-1B42-4EEB-82E7-A66860586C4A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20894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487351E-E9E3-4CA5-9F9A-68211728F757}"/>
              </a:ext>
            </a:extLst>
          </p:cNvPr>
          <p:cNvCxnSpPr/>
          <p:nvPr/>
        </p:nvCxnSpPr>
        <p:spPr>
          <a:xfrm>
            <a:off x="3582205" y="2801074"/>
            <a:ext cx="4826643" cy="0"/>
          </a:xfrm>
          <a:prstGeom prst="line">
            <a:avLst/>
          </a:prstGeom>
          <a:ln>
            <a:solidFill>
              <a:srgbClr val="153325"/>
            </a:solidFill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F4E395-D679-4EF5-A6D3-80FA4BB274C5}"/>
              </a:ext>
            </a:extLst>
          </p:cNvPr>
          <p:cNvSpPr txBox="1"/>
          <p:nvPr/>
        </p:nvSpPr>
        <p:spPr>
          <a:xfrm>
            <a:off x="4647387" y="1949046"/>
            <a:ext cx="2800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 dirty="0">
                <a:solidFill>
                  <a:srgbClr val="22523B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VERSION. 03</a:t>
            </a:r>
            <a:endParaRPr lang="ko-KR" altLang="en-US" sz="3200" dirty="0">
              <a:solidFill>
                <a:srgbClr val="22523B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21DE91-787C-4781-8148-FFF50B50A33D}"/>
              </a:ext>
            </a:extLst>
          </p:cNvPr>
          <p:cNvSpPr txBox="1"/>
          <p:nvPr/>
        </p:nvSpPr>
        <p:spPr>
          <a:xfrm>
            <a:off x="4595304" y="3181677"/>
            <a:ext cx="28004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2000" dirty="0">
                <a:solidFill>
                  <a:srgbClr val="22523B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D5AE84-FEE6-4298-B99B-C2AD5BC2C124}"/>
              </a:ext>
            </a:extLst>
          </p:cNvPr>
          <p:cNvSpPr txBox="1"/>
          <p:nvPr/>
        </p:nvSpPr>
        <p:spPr>
          <a:xfrm>
            <a:off x="3379962" y="3662809"/>
            <a:ext cx="5432075" cy="898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High like the moon rock with me baby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Know that I got that heat Let me show you </a:t>
            </a:r>
            <a:r>
              <a:rPr lang="en-US" altLang="ko-KR" sz="1200" b="0" i="0" dirty="0" err="1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'cause</a:t>
            </a: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talk is cheap</a:t>
            </a:r>
          </a:p>
          <a:p>
            <a:pPr algn="ctr">
              <a:lnSpc>
                <a:spcPct val="150000"/>
              </a:lnSpc>
            </a:pPr>
            <a:r>
              <a:rPr lang="en-US" altLang="ko-KR" sz="1200" b="0" i="0" dirty="0">
                <a:solidFill>
                  <a:srgbClr val="22523B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Side step right left to my beat (heartbeat) Get it, let it roll Smooth like butter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579961-D618-4AF6-9EC4-F5C15CD0557B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44487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AAE79FE7-A59D-42C7-B69C-78C0E76AF3E2}"/>
              </a:ext>
            </a:extLst>
          </p:cNvPr>
          <p:cNvSpPr/>
          <p:nvPr/>
        </p:nvSpPr>
        <p:spPr>
          <a:xfrm>
            <a:off x="987880" y="1950720"/>
            <a:ext cx="2468880" cy="2468880"/>
          </a:xfrm>
          <a:prstGeom prst="ellipse">
            <a:avLst/>
          </a:prstGeom>
          <a:solidFill>
            <a:srgbClr val="67B7B5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45332CB-5195-4A99-847B-47899AB9C44E}"/>
              </a:ext>
            </a:extLst>
          </p:cNvPr>
          <p:cNvSpPr/>
          <p:nvPr/>
        </p:nvSpPr>
        <p:spPr>
          <a:xfrm>
            <a:off x="4797880" y="1950720"/>
            <a:ext cx="2468880" cy="2468880"/>
          </a:xfrm>
          <a:prstGeom prst="ellipse">
            <a:avLst/>
          </a:prstGeom>
          <a:solidFill>
            <a:srgbClr val="D0D5AF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0E0EB83-6B74-43F1-9EDB-E261362606BC}"/>
              </a:ext>
            </a:extLst>
          </p:cNvPr>
          <p:cNvSpPr/>
          <p:nvPr/>
        </p:nvSpPr>
        <p:spPr>
          <a:xfrm>
            <a:off x="8607880" y="1950720"/>
            <a:ext cx="2468880" cy="2468880"/>
          </a:xfrm>
          <a:prstGeom prst="ellipse">
            <a:avLst/>
          </a:prstGeom>
          <a:solidFill>
            <a:srgbClr val="99C7BF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5FCEC5F-6C8C-43C1-9796-6FCFEFFC1B2D}"/>
              </a:ext>
            </a:extLst>
          </p:cNvPr>
          <p:cNvCxnSpPr/>
          <p:nvPr/>
        </p:nvCxnSpPr>
        <p:spPr>
          <a:xfrm>
            <a:off x="3650180" y="3200400"/>
            <a:ext cx="92926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headEnd type="none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65519C3-8BFA-4913-8C9B-0EA7132308EE}"/>
              </a:ext>
            </a:extLst>
          </p:cNvPr>
          <p:cNvCxnSpPr/>
          <p:nvPr/>
        </p:nvCxnSpPr>
        <p:spPr>
          <a:xfrm>
            <a:off x="7490660" y="3200400"/>
            <a:ext cx="92926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headEnd type="none" w="med" len="med"/>
            <a:tailEnd type="arrow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그래픽 18" descr="사람들과 함께 사이클링  단색으로 채워진">
            <a:extLst>
              <a:ext uri="{FF2B5EF4-FFF2-40B4-BE49-F238E27FC236}">
                <a16:creationId xmlns:a16="http://schemas.microsoft.com/office/drawing/2014/main" id="{2FE8273B-83B8-4A7C-90DF-DD98D9C7675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7955" y="2648870"/>
            <a:ext cx="1008730" cy="1008730"/>
          </a:xfrm>
          <a:prstGeom prst="rect">
            <a:avLst/>
          </a:prstGeom>
        </p:spPr>
      </p:pic>
      <p:pic>
        <p:nvPicPr>
          <p:cNvPr id="21" name="그래픽 20" descr="디스크자키 남성 단색으로 채워진">
            <a:extLst>
              <a:ext uri="{FF2B5EF4-FFF2-40B4-BE49-F238E27FC236}">
                <a16:creationId xmlns:a16="http://schemas.microsoft.com/office/drawing/2014/main" id="{7B3540B4-C3E7-4425-A7E3-753162BD5E4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5120" y="2727960"/>
            <a:ext cx="914400" cy="914400"/>
          </a:xfrm>
          <a:prstGeom prst="rect">
            <a:avLst/>
          </a:prstGeom>
        </p:spPr>
      </p:pic>
      <p:pic>
        <p:nvPicPr>
          <p:cNvPr id="33" name="그래픽 32" descr="엘리베이터 단색으로 채워진">
            <a:extLst>
              <a:ext uri="{FF2B5EF4-FFF2-40B4-BE49-F238E27FC236}">
                <a16:creationId xmlns:a16="http://schemas.microsoft.com/office/drawing/2014/main" id="{87830813-DD34-4776-AC34-6197739E4B96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5120" y="2743200"/>
            <a:ext cx="914400" cy="9144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61D3C56-4845-40E9-A545-3B435149A633}"/>
              </a:ext>
            </a:extLst>
          </p:cNvPr>
          <p:cNvSpPr txBox="1"/>
          <p:nvPr/>
        </p:nvSpPr>
        <p:spPr>
          <a:xfrm>
            <a:off x="988218" y="4767208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758E40-FBE8-4099-914D-31C14DD0712B}"/>
              </a:ext>
            </a:extLst>
          </p:cNvPr>
          <p:cNvSpPr txBox="1"/>
          <p:nvPr/>
        </p:nvSpPr>
        <p:spPr>
          <a:xfrm>
            <a:off x="1003577" y="5083815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FFE6B3-833B-4089-BC08-90F9760B2345}"/>
              </a:ext>
            </a:extLst>
          </p:cNvPr>
          <p:cNvSpPr txBox="1"/>
          <p:nvPr/>
        </p:nvSpPr>
        <p:spPr>
          <a:xfrm>
            <a:off x="4663635" y="4784015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BF76BF-45F8-4DC4-B761-BF32064DD8EA}"/>
              </a:ext>
            </a:extLst>
          </p:cNvPr>
          <p:cNvSpPr txBox="1"/>
          <p:nvPr/>
        </p:nvSpPr>
        <p:spPr>
          <a:xfrm>
            <a:off x="4678994" y="5100622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C08653-B7D6-491D-852A-D239914D5CD2}"/>
              </a:ext>
            </a:extLst>
          </p:cNvPr>
          <p:cNvSpPr txBox="1"/>
          <p:nvPr/>
        </p:nvSpPr>
        <p:spPr>
          <a:xfrm>
            <a:off x="8446193" y="4784015"/>
            <a:ext cx="27579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24A57F-733A-4B1C-BD41-738A7CEBE48A}"/>
              </a:ext>
            </a:extLst>
          </p:cNvPr>
          <p:cNvSpPr txBox="1"/>
          <p:nvPr/>
        </p:nvSpPr>
        <p:spPr>
          <a:xfrm>
            <a:off x="8461552" y="5100622"/>
            <a:ext cx="2727207" cy="108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0284438-9242-4281-BBF4-D4BAB205203D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1533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153325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FD601DF-D511-4110-BEC4-4A3FB6F4C2A0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29F683-1946-481C-A57C-25D8B664087A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39844-68FD-470D-882B-3AAF78B0DBE3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153325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153325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03DE86-21E5-4FDA-A5DF-ADFAA7F34AF1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4287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다이어그램 1">
            <a:extLst>
              <a:ext uri="{FF2B5EF4-FFF2-40B4-BE49-F238E27FC236}">
                <a16:creationId xmlns:a16="http://schemas.microsoft.com/office/drawing/2014/main" id="{381D86A1-08FF-4F88-BAEC-F06EC56584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97987190"/>
              </p:ext>
            </p:extLst>
          </p:nvPr>
        </p:nvGraphicFramePr>
        <p:xfrm>
          <a:off x="3626593" y="2909376"/>
          <a:ext cx="4938814" cy="28837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0F4D52C9-9EE1-4237-ACD7-1516820A47B1}"/>
              </a:ext>
            </a:extLst>
          </p:cNvPr>
          <p:cNvSpPr txBox="1"/>
          <p:nvPr/>
        </p:nvSpPr>
        <p:spPr>
          <a:xfrm>
            <a:off x="548640" y="3548541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0F8D40-7555-4017-944E-E0D5786022D8}"/>
              </a:ext>
            </a:extLst>
          </p:cNvPr>
          <p:cNvSpPr txBox="1"/>
          <p:nvPr/>
        </p:nvSpPr>
        <p:spPr>
          <a:xfrm>
            <a:off x="987711" y="5233591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984C33-3AE6-4D0E-AD38-490D2DE6DAD3}"/>
              </a:ext>
            </a:extLst>
          </p:cNvPr>
          <p:cNvSpPr txBox="1"/>
          <p:nvPr/>
        </p:nvSpPr>
        <p:spPr>
          <a:xfrm>
            <a:off x="7506051" y="5189844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6D5DC6-0CDA-4843-A6B8-8B0DF30963F0}"/>
              </a:ext>
            </a:extLst>
          </p:cNvPr>
          <p:cNvSpPr txBox="1"/>
          <p:nvPr/>
        </p:nvSpPr>
        <p:spPr>
          <a:xfrm>
            <a:off x="7945120" y="3528522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BA3FE2-1DAB-4B37-8ACE-8F6C58C2E0B7}"/>
              </a:ext>
            </a:extLst>
          </p:cNvPr>
          <p:cNvSpPr txBox="1"/>
          <p:nvPr/>
        </p:nvSpPr>
        <p:spPr>
          <a:xfrm>
            <a:off x="4246880" y="1989119"/>
            <a:ext cx="3698240" cy="82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Then you say I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wanna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dance The music's got me going </a:t>
            </a:r>
            <a:r>
              <a:rPr lang="en-US" altLang="ko-KR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Ain't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nothing that can stop how we move yeah Let's break our plans And live just like we're golden And roll in like we're dancing fools </a:t>
            </a:r>
            <a:endParaRPr lang="ko-KR" altLang="en-US" sz="1100" dirty="0">
              <a:solidFill>
                <a:srgbClr val="153325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A90ED92-8177-4800-A68B-597234CF00D1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79B93D1-6D88-4A51-8FFB-5DAE3EB38E76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EFA247-9828-444B-8BCE-6DCAAAA403FD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F674EA-8485-4235-AD83-7E2EF18FDF21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C10F2-4414-41C1-ABF2-05D0C70FC939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334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음악 콘서트에서 즐기고 있는 사람들">
            <a:extLst>
              <a:ext uri="{FF2B5EF4-FFF2-40B4-BE49-F238E27FC236}">
                <a16:creationId xmlns:a16="http://schemas.microsoft.com/office/drawing/2014/main" id="{9A9F4983-9295-4AF6-BB65-BD42FCBBED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642" y="2156208"/>
            <a:ext cx="5004117" cy="38788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0BF1278-DC18-4095-AA7D-2011B1B34A00}"/>
              </a:ext>
            </a:extLst>
          </p:cNvPr>
          <p:cNvSpPr txBox="1"/>
          <p:nvPr/>
        </p:nvSpPr>
        <p:spPr>
          <a:xfrm>
            <a:off x="6096000" y="2348519"/>
            <a:ext cx="5553957" cy="3945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미드나잇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선의 줄거리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XP(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색소성건피증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라는 희귀병으로 태양을 피해야만 하는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오직 밤에만 외출이 허락된 그녀에게는 어머니가 남겨준 기타와 창문 너머로 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10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년째 짝사랑해온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세상의 빛이다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어느 날 작은 기차역에서 한밤의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버스킹을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하던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케이티’의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앞에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찰리’가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나타나고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두 사람은 매일 밤마다 모두가 부러워하는 완벽한 데이트를 이어간다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처음으로 함께 여행을 떠난 날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꿈 같은 시간을 보내던 ‘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케이티’는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그만 지켜야만 하는 규칙을 어기게 되고 결국 피할 수 없는 선택을 해야만 하는데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너에게 하고 싶은 진짜 사랑 고백 태양이 뜬 뒤에도 내 곁에 </a:t>
            </a:r>
            <a:r>
              <a:rPr lang="ko-KR" altLang="en-US" sz="12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있어줄래</a:t>
            </a:r>
            <a:r>
              <a:rPr lang="en-US" altLang="ko-KR" sz="12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? – </a:t>
            </a:r>
            <a:r>
              <a:rPr lang="ko-KR" altLang="en-US" sz="12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2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  <a:p>
            <a:pPr>
              <a:lnSpc>
                <a:spcPct val="150000"/>
              </a:lnSpc>
            </a:pPr>
            <a:endParaRPr lang="ko-KR" altLang="en-US" sz="1200" dirty="0">
              <a:solidFill>
                <a:srgbClr val="153325"/>
              </a:solidFill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2E316E-9386-4AA9-96BE-CEF8C356D30B}"/>
              </a:ext>
            </a:extLst>
          </p:cNvPr>
          <p:cNvSpPr txBox="1"/>
          <p:nvPr/>
        </p:nvSpPr>
        <p:spPr>
          <a:xfrm>
            <a:off x="5920235" y="1923631"/>
            <a:ext cx="2489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dirty="0">
                <a:solidFill>
                  <a:srgbClr val="153325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dirty="0">
              <a:solidFill>
                <a:srgbClr val="153325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3D65B1A-ECCC-48E4-B2AC-3F0633C2D893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A4A30D-F6BE-4022-AB02-18655982E88D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3A8311-D42D-44B4-AE23-E05FEE9363CE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D2659F-9A74-4BA2-898B-77DA35108DD0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B58F7-E7E3-43D6-B627-DE8823EF7D8F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1484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래픽 9" descr="불규칙한 점들로 채워진 원">
            <a:extLst>
              <a:ext uri="{FF2B5EF4-FFF2-40B4-BE49-F238E27FC236}">
                <a16:creationId xmlns:a16="http://schemas.microsoft.com/office/drawing/2014/main" id="{85145854-8D81-4B0C-B0AA-90F0F9FC3FF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731" y="2010367"/>
            <a:ext cx="4572000" cy="4572000"/>
          </a:xfrm>
          <a:prstGeom prst="rect">
            <a:avLst/>
          </a:prstGeom>
        </p:spPr>
      </p:pic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469AC866-5F29-40EF-A9DE-2AC18BF52A07}"/>
              </a:ext>
            </a:extLst>
          </p:cNvPr>
          <p:cNvCxnSpPr>
            <a:cxnSpLocks/>
          </p:cNvCxnSpPr>
          <p:nvPr/>
        </p:nvCxnSpPr>
        <p:spPr>
          <a:xfrm flipV="1">
            <a:off x="3755496" y="2186966"/>
            <a:ext cx="1942936" cy="1330542"/>
          </a:xfrm>
          <a:prstGeom prst="bentConnector3">
            <a:avLst/>
          </a:prstGeom>
          <a:ln>
            <a:solidFill>
              <a:srgbClr val="15332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DC2BD92-C59C-44AC-9C02-B9C7DD697AB5}"/>
              </a:ext>
            </a:extLst>
          </p:cNvPr>
          <p:cNvSpPr/>
          <p:nvPr/>
        </p:nvSpPr>
        <p:spPr>
          <a:xfrm>
            <a:off x="5852556" y="1934710"/>
            <a:ext cx="1930004" cy="467118"/>
          </a:xfrm>
          <a:prstGeom prst="roundRect">
            <a:avLst/>
          </a:prstGeom>
          <a:solidFill>
            <a:srgbClr val="22523B"/>
          </a:solidFill>
          <a:ln>
            <a:solidFill>
              <a:srgbClr val="1533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61C690-F7E0-4369-B21C-305EBBCAC0F0}"/>
              </a:ext>
            </a:extLst>
          </p:cNvPr>
          <p:cNvSpPr txBox="1"/>
          <p:nvPr/>
        </p:nvSpPr>
        <p:spPr>
          <a:xfrm>
            <a:off x="5597215" y="2012793"/>
            <a:ext cx="24897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883249-5E97-4965-9CA6-8284E4FAD0D9}"/>
              </a:ext>
            </a:extLst>
          </p:cNvPr>
          <p:cNvSpPr txBox="1"/>
          <p:nvPr/>
        </p:nvSpPr>
        <p:spPr>
          <a:xfrm>
            <a:off x="5852556" y="2471898"/>
            <a:ext cx="580147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1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1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138355C6-C434-4A7F-820F-C865EBDC6D66}"/>
              </a:ext>
            </a:extLst>
          </p:cNvPr>
          <p:cNvCxnSpPr>
            <a:cxnSpLocks/>
          </p:cNvCxnSpPr>
          <p:nvPr/>
        </p:nvCxnSpPr>
        <p:spPr>
          <a:xfrm>
            <a:off x="3694193" y="4052093"/>
            <a:ext cx="2004239" cy="322239"/>
          </a:xfrm>
          <a:prstGeom prst="bentConnector3">
            <a:avLst/>
          </a:prstGeom>
          <a:ln>
            <a:solidFill>
              <a:srgbClr val="83A9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5C490B6-C845-4BC7-8D2A-CD9A973330FD}"/>
              </a:ext>
            </a:extLst>
          </p:cNvPr>
          <p:cNvSpPr txBox="1"/>
          <p:nvPr/>
        </p:nvSpPr>
        <p:spPr>
          <a:xfrm>
            <a:off x="5852556" y="4669450"/>
            <a:ext cx="5801478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영화 </a:t>
            </a:r>
            <a:r>
              <a:rPr lang="ko-KR" altLang="en-US" sz="1100" dirty="0" err="1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미비포유의</a:t>
            </a:r>
            <a:r>
              <a:rPr lang="ko-KR" altLang="en-US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 줄거리</a:t>
            </a:r>
            <a:r>
              <a:rPr lang="en-US" altLang="ko-KR" sz="1100" dirty="0">
                <a:solidFill>
                  <a:srgbClr val="153325"/>
                </a:solidFill>
                <a:latin typeface="나눔바른펜" panose="020B0503000000000000" pitchFamily="50" charset="-127"/>
                <a:ea typeface="나눔바른펜" panose="020B0503000000000000" pitchFamily="50" charset="-127"/>
              </a:rPr>
              <a:t>…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이별을 준비하는 마지막에 나타난 짜증나는 여자 내 평생 최고의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개월을 선물했다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년 동안이나 일하던 카페가 문을 닫는 바람에 백수가 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에밀리아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클라크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는 새 직장을 찾던 중 촉망 받던 젊은 사업가였던 전신마비 환자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(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샘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클라플린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)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의 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6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개월 임시 간병인이 된다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루이자의 우스꽝스러운 옷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썰렁한 농담들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,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속마음을 그대로 드러내는 얼굴 표정이 신경 쓰이는 윌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말만 하면 멍청이 보듯 두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살짜리처럼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 취급하고 개망나니처럼 구는 윌이 치사하기만 한 </a:t>
            </a:r>
            <a:r>
              <a:rPr lang="ko-KR" altLang="en-US" sz="1100" b="0" i="0" dirty="0" err="1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루이자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그렇게 둘은 서로의 인생을 향해 차츰 걸어 들어가는데</a:t>
            </a:r>
            <a:r>
              <a:rPr lang="en-US" altLang="ko-KR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... - </a:t>
            </a:r>
            <a:r>
              <a:rPr lang="ko-KR" altLang="en-US" sz="1100" b="0" i="0" dirty="0">
                <a:solidFill>
                  <a:srgbClr val="153325"/>
                </a:solidFill>
                <a:effectLst/>
                <a:latin typeface="나눔바른펜" panose="020B0503000000000000" pitchFamily="50" charset="-127"/>
                <a:ea typeface="나눔바른펜" panose="020B0503000000000000" pitchFamily="50" charset="-127"/>
              </a:rPr>
              <a:t>네이버영화</a:t>
            </a:r>
            <a:endParaRPr lang="en-US" altLang="ko-KR" sz="1100" b="0" i="0" dirty="0">
              <a:solidFill>
                <a:srgbClr val="153325"/>
              </a:solidFill>
              <a:effectLst/>
              <a:latin typeface="나눔바른펜" panose="020B0503000000000000" pitchFamily="50" charset="-127"/>
              <a:ea typeface="나눔바른펜" panose="020B0503000000000000" pitchFamily="50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8A2E2561-88BC-42A5-8F52-51A0987B603F}"/>
              </a:ext>
            </a:extLst>
          </p:cNvPr>
          <p:cNvGrpSpPr/>
          <p:nvPr/>
        </p:nvGrpSpPr>
        <p:grpSpPr>
          <a:xfrm>
            <a:off x="3542617" y="4025423"/>
            <a:ext cx="154305" cy="45719"/>
            <a:chOff x="3618892" y="3840948"/>
            <a:chExt cx="154305" cy="45719"/>
          </a:xfrm>
          <a:solidFill>
            <a:srgbClr val="83A99B"/>
          </a:solidFill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B89AE19-683B-4ADA-A07E-D0E3DD8199A3}"/>
                </a:ext>
              </a:extLst>
            </p:cNvPr>
            <p:cNvSpPr/>
            <p:nvPr/>
          </p:nvSpPr>
          <p:spPr>
            <a:xfrm>
              <a:off x="3618892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99891DE0-47A9-4960-8455-6E3CCA289CB7}"/>
                </a:ext>
              </a:extLst>
            </p:cNvPr>
            <p:cNvSpPr/>
            <p:nvPr/>
          </p:nvSpPr>
          <p:spPr>
            <a:xfrm>
              <a:off x="3676254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CEE13070-2B6A-448F-98D5-D0D7F617D19D}"/>
                </a:ext>
              </a:extLst>
            </p:cNvPr>
            <p:cNvSpPr/>
            <p:nvPr/>
          </p:nvSpPr>
          <p:spPr>
            <a:xfrm>
              <a:off x="3727478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6C739EA-93CE-4538-8876-35A7ECC811D7}"/>
              </a:ext>
            </a:extLst>
          </p:cNvPr>
          <p:cNvGrpSpPr/>
          <p:nvPr/>
        </p:nvGrpSpPr>
        <p:grpSpPr>
          <a:xfrm>
            <a:off x="3551582" y="3501072"/>
            <a:ext cx="154305" cy="45719"/>
            <a:chOff x="3618892" y="3840948"/>
            <a:chExt cx="154305" cy="45719"/>
          </a:xfrm>
          <a:solidFill>
            <a:srgbClr val="153325"/>
          </a:solidFill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BECB56BC-2CB7-4DCC-AE2D-85D776D91D50}"/>
                </a:ext>
              </a:extLst>
            </p:cNvPr>
            <p:cNvSpPr/>
            <p:nvPr/>
          </p:nvSpPr>
          <p:spPr>
            <a:xfrm>
              <a:off x="3618892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8BDF9561-2434-482C-910E-A0049BD219C4}"/>
                </a:ext>
              </a:extLst>
            </p:cNvPr>
            <p:cNvSpPr/>
            <p:nvPr/>
          </p:nvSpPr>
          <p:spPr>
            <a:xfrm>
              <a:off x="3676254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2FF7D36E-7247-4D26-99A0-1AEE60EF74A0}"/>
                </a:ext>
              </a:extLst>
            </p:cNvPr>
            <p:cNvSpPr/>
            <p:nvPr/>
          </p:nvSpPr>
          <p:spPr>
            <a:xfrm>
              <a:off x="3727478" y="3840948"/>
              <a:ext cx="45719" cy="4571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F66DBFF-8E3C-4171-9B02-EEEA4C9745A9}"/>
              </a:ext>
            </a:extLst>
          </p:cNvPr>
          <p:cNvSpPr/>
          <p:nvPr/>
        </p:nvSpPr>
        <p:spPr>
          <a:xfrm>
            <a:off x="5852556" y="4082469"/>
            <a:ext cx="1930004" cy="467118"/>
          </a:xfrm>
          <a:prstGeom prst="roundRect">
            <a:avLst/>
          </a:prstGeom>
          <a:solidFill>
            <a:srgbClr val="83A9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39135C-C690-4F38-96BF-DFB2297D4569}"/>
              </a:ext>
            </a:extLst>
          </p:cNvPr>
          <p:cNvSpPr txBox="1"/>
          <p:nvPr/>
        </p:nvSpPr>
        <p:spPr>
          <a:xfrm>
            <a:off x="5597215" y="4171956"/>
            <a:ext cx="24897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제목을 입력하세요</a:t>
            </a:r>
            <a:r>
              <a:rPr lang="en-US" altLang="ko-KR" sz="1600" dirty="0">
                <a:solidFill>
                  <a:schemeClr val="bg1"/>
                </a:solidFill>
                <a:latin typeface="카페24 써라운드" pitchFamily="2" charset="-127"/>
                <a:ea typeface="카페24 써라운드" pitchFamily="2" charset="-127"/>
                <a:cs typeface="카페24 써라운드" pitchFamily="2" charset="-127"/>
              </a:rPr>
              <a:t>.</a:t>
            </a:r>
            <a:endParaRPr lang="ko-KR" altLang="en-US" sz="1600" dirty="0">
              <a:solidFill>
                <a:schemeClr val="bg1"/>
              </a:solidFill>
              <a:latin typeface="카페24 써라운드" pitchFamily="2" charset="-127"/>
              <a:ea typeface="카페24 써라운드" pitchFamily="2" charset="-127"/>
              <a:cs typeface="카페24 써라운드" pitchFamily="2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F5A5BE0-9F6A-4C9C-8053-295DE70F572D}"/>
              </a:ext>
            </a:extLst>
          </p:cNvPr>
          <p:cNvSpPr/>
          <p:nvPr/>
        </p:nvSpPr>
        <p:spPr>
          <a:xfrm>
            <a:off x="766763" y="1309684"/>
            <a:ext cx="441897" cy="110667"/>
          </a:xfrm>
          <a:prstGeom prst="rect">
            <a:avLst/>
          </a:prstGeom>
          <a:solidFill>
            <a:srgbClr val="2252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EEE0450-A2A4-4B2A-91E6-02BB3C928114}"/>
              </a:ext>
            </a:extLst>
          </p:cNvPr>
          <p:cNvSpPr/>
          <p:nvPr/>
        </p:nvSpPr>
        <p:spPr>
          <a:xfrm>
            <a:off x="1208660" y="1309684"/>
            <a:ext cx="3698240" cy="11066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22523B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675FEE9-51A0-4AD2-9C4B-7FA087A76849}"/>
              </a:ext>
            </a:extLst>
          </p:cNvPr>
          <p:cNvSpPr txBox="1"/>
          <p:nvPr/>
        </p:nvSpPr>
        <p:spPr>
          <a:xfrm>
            <a:off x="695643" y="962567"/>
            <a:ext cx="4734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간략한 설명을 적어주세요</a:t>
            </a:r>
            <a:r>
              <a:rPr lang="en-US" altLang="ko-KR" sz="1200" dirty="0">
                <a:solidFill>
                  <a:srgbClr val="22523B"/>
                </a:solidFill>
                <a:latin typeface="나눔바른펜" panose="020B0503000000000000" pitchFamily="50" charset="-127"/>
                <a:ea typeface="나눔바른펜" panose="020B0503000000000000" pitchFamily="50" charset="-127"/>
                <a:cs typeface="코트라 볼드체" panose="02020603020101020101" pitchFamily="18" charset="-127"/>
              </a:rPr>
              <a:t>.</a:t>
            </a:r>
            <a:endParaRPr lang="ko-KR" altLang="en-US" sz="1200" dirty="0">
              <a:solidFill>
                <a:srgbClr val="22523B"/>
              </a:solidFill>
              <a:latin typeface="나눔바른펜" panose="020B0503000000000000" pitchFamily="50" charset="-127"/>
              <a:ea typeface="나눔바른펜" panose="020B0503000000000000" pitchFamily="50" charset="-127"/>
              <a:cs typeface="코트라 볼드체" panose="02020603020101020101" pitchFamily="18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D5D432-5A57-4B90-91C7-5C0F6F496874}"/>
              </a:ext>
            </a:extLst>
          </p:cNvPr>
          <p:cNvSpPr txBox="1"/>
          <p:nvPr/>
        </p:nvSpPr>
        <p:spPr>
          <a:xfrm>
            <a:off x="678859" y="564298"/>
            <a:ext cx="47340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제목을 입력해 주세요</a:t>
            </a:r>
            <a:r>
              <a:rPr lang="en-US" altLang="ko-KR" sz="2000" dirty="0">
                <a:solidFill>
                  <a:srgbClr val="22523B"/>
                </a:solidFill>
                <a:latin typeface="코트라 볼드체" panose="02020603020101020101" pitchFamily="18" charset="-127"/>
                <a:ea typeface="코트라 볼드체" panose="02020603020101020101" pitchFamily="18" charset="-127"/>
                <a:cs typeface="코트라 볼드체" panose="02020603020101020101" pitchFamily="18" charset="-127"/>
              </a:rPr>
              <a:t>.</a:t>
            </a:r>
            <a:endParaRPr lang="ko-KR" altLang="en-US" sz="2000" dirty="0">
              <a:solidFill>
                <a:srgbClr val="22523B"/>
              </a:solidFill>
              <a:latin typeface="코트라 볼드체" panose="02020603020101020101" pitchFamily="18" charset="-127"/>
              <a:ea typeface="코트라 볼드체" panose="02020603020101020101" pitchFamily="18" charset="-127"/>
              <a:cs typeface="코트라 볼드체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690BE5-C4AA-41EB-A6D2-E1D742D5B6C4}"/>
              </a:ext>
            </a:extLst>
          </p:cNvPr>
          <p:cNvSpPr txBox="1"/>
          <p:nvPr/>
        </p:nvSpPr>
        <p:spPr>
          <a:xfrm>
            <a:off x="9491241" y="6504972"/>
            <a:ext cx="33450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  <a:cs typeface="Calibri" panose="020F0502020204030204" pitchFamily="34" charset="0"/>
              </a:rPr>
              <a:t>© </a:t>
            </a:r>
            <a:r>
              <a:rPr lang="en-US" altLang="ko-KR" sz="800" b="1" dirty="0">
                <a:latin typeface="나눔스퀘어라운드 Bold" panose="020B0600000101010101" pitchFamily="50" charset="-127"/>
                <a:ea typeface="나눔스퀘어라운드 Bold" panose="020B0600000101010101" pitchFamily="50" charset="-127"/>
              </a:rPr>
              <a:t>YEONDU-UNNIE POWERPOINT PRESENTATION</a:t>
            </a:r>
            <a:endParaRPr lang="ko-KR" altLang="en-US" sz="800" b="1" dirty="0">
              <a:latin typeface="나눔스퀘어라운드 Bold" panose="020B0600000101010101" pitchFamily="50" charset="-127"/>
              <a:ea typeface="나눔스퀘어라운드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8957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2214</Words>
  <Application>Microsoft Office PowerPoint</Application>
  <PresentationFormat>와이드스크린</PresentationFormat>
  <Paragraphs>186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7" baseType="lpstr">
      <vt:lpstr>Rix열정도</vt:lpstr>
      <vt:lpstr>나눔바른펜</vt:lpstr>
      <vt:lpstr>나눔스퀘어라운드 Bold</vt:lpstr>
      <vt:lpstr>맑은 고딕</vt:lpstr>
      <vt:lpstr>서평원 꺾깎체 TTF</vt:lpstr>
      <vt:lpstr>카페24 써라운드</vt:lpstr>
      <vt:lpstr>코트라 볼드체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한 수미</dc:creator>
  <cp:lastModifiedBy>장종익</cp:lastModifiedBy>
  <cp:revision>4</cp:revision>
  <dcterms:created xsi:type="dcterms:W3CDTF">2021-08-09T13:33:15Z</dcterms:created>
  <dcterms:modified xsi:type="dcterms:W3CDTF">2026-01-11T14:31:03Z</dcterms:modified>
</cp:coreProperties>
</file>