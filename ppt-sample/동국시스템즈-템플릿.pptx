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.wmf" ContentType="image/x-wmf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2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76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13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46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2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15.xml.rels" ContentType="application/vnd.openxmlformats-package.relationships+xml"/>
  <Override PartName="/ppt/slides/_rels/slide5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14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2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63.xml.rels" ContentType="application/vnd.openxmlformats-package.relationships+xml"/>
  <Override PartName="/ppt/slides/_rels/slide76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75.xml.rels" ContentType="application/vnd.openxmlformats-package.relationships+xml"/>
  <Override PartName="/ppt/slides/_rels/slide74.xml.rels" ContentType="application/vnd.openxmlformats-package.relationships+xml"/>
  <Override PartName="/ppt/slides/_rels/slide73.xml.rels" ContentType="application/vnd.openxmlformats-package.relationships+xml"/>
  <Override PartName="/ppt/slides/_rels/slide72.xml.rels" ContentType="application/vnd.openxmlformats-package.relationships+xml"/>
  <Override PartName="/ppt/slides/_rels/slide71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9.xml.rels" ContentType="application/vnd.openxmlformats-package.relationships+xml"/>
  <Override PartName="/ppt/slides/_rels/slide32.xml.rels" ContentType="application/vnd.openxmlformats-package.relationships+xml"/>
  <Override PartName="/ppt/slides/_rels/slide70.xml.rels" ContentType="application/vnd.openxmlformats-package.relationships+xml"/>
  <Override PartName="/ppt/slides/_rels/slide28.xml.rels" ContentType="application/vnd.openxmlformats-package.relationships+xml"/>
  <Override PartName="/ppt/slides/_rels/slide68.xml.rels" ContentType="application/vnd.openxmlformats-package.relationships+xml"/>
  <Override PartName="/ppt/slides/_rels/slide31.xml.rels" ContentType="application/vnd.openxmlformats-package.relationships+xml"/>
  <Override PartName="/ppt/slides/_rels/slide67.xml.rels" ContentType="application/vnd.openxmlformats-package.relationships+xml"/>
  <Override PartName="/ppt/slides/_rels/slide30.xml.rels" ContentType="application/vnd.openxmlformats-package.relationships+xml"/>
  <Override PartName="/ppt/slides/_rels/slide66.xml.rels" ContentType="application/vnd.openxmlformats-package.relationships+xml"/>
  <Override PartName="/ppt/slides/_rels/slide65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7.xml.rels" ContentType="application/vnd.openxmlformats-package.relationships+xml"/>
  <Override PartName="/ppt/slides/slide71.xml" ContentType="application/vnd.openxmlformats-officedocument.presentationml.slide+xml"/>
  <Override PartName="/ppt/slides/slide29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</p:sldIdLst>
  <p:sldSz cx="9906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AB26DC-60DE-4D87-A414-527EB8E94D1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3266323-C252-4600-9BDA-DF9CF07C975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3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4" name="직사각형 9"/>
          <p:cNvSpPr/>
          <p:nvPr/>
        </p:nvSpPr>
        <p:spPr>
          <a:xfrm>
            <a:off x="0" y="-2880"/>
            <a:ext cx="9905040" cy="3492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grpSp>
        <p:nvGrpSpPr>
          <p:cNvPr id="5" name="그룹 11"/>
          <p:cNvGrpSpPr/>
          <p:nvPr/>
        </p:nvGrpSpPr>
        <p:grpSpPr>
          <a:xfrm>
            <a:off x="5705280" y="0"/>
            <a:ext cx="4199760" cy="6231240"/>
            <a:chOff x="5705280" y="0"/>
            <a:chExt cx="4199760" cy="6231240"/>
          </a:xfrm>
        </p:grpSpPr>
        <p:sp>
          <p:nvSpPr>
            <p:cNvPr id="6" name="직사각형 6"/>
            <p:cNvSpPr/>
            <p:nvPr/>
          </p:nvSpPr>
          <p:spPr>
            <a:xfrm rot="2515200">
              <a:off x="6609960" y="3163680"/>
              <a:ext cx="1055880" cy="3113280"/>
            </a:xfrm>
            <a:custGeom>
              <a:avLst/>
              <a:gdLst>
                <a:gd name="textAreaLeft" fmla="*/ 0 w 1055880"/>
                <a:gd name="textAreaRight" fmla="*/ 1056960 w 1055880"/>
                <a:gd name="textAreaTop" fmla="*/ 0 h 3113280"/>
                <a:gd name="textAreaBottom" fmla="*/ 3114360 h 311328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" name="직사각형 7"/>
            <p:cNvSpPr/>
            <p:nvPr/>
          </p:nvSpPr>
          <p:spPr>
            <a:xfrm>
              <a:off x="7094520" y="0"/>
              <a:ext cx="2810520" cy="2544480"/>
            </a:xfrm>
            <a:custGeom>
              <a:avLst/>
              <a:gdLst>
                <a:gd name="textAreaLeft" fmla="*/ 0 w 2810520"/>
                <a:gd name="textAreaRight" fmla="*/ 2811600 w 2810520"/>
                <a:gd name="textAreaTop" fmla="*/ 0 h 2544480"/>
                <a:gd name="textAreaBottom" fmla="*/ 2545560 h 254448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" name="자유형 15"/>
            <p:cNvSpPr/>
            <p:nvPr/>
          </p:nvSpPr>
          <p:spPr>
            <a:xfrm rot="16200000">
              <a:off x="6963840" y="1905480"/>
              <a:ext cx="4047120" cy="1834560"/>
            </a:xfrm>
            <a:custGeom>
              <a:avLst/>
              <a:gdLst>
                <a:gd name="textAreaLeft" fmla="*/ 0 w 4047120"/>
                <a:gd name="textAreaRight" fmla="*/ 4048200 w 4047120"/>
                <a:gd name="textAreaTop" fmla="*/ 0 h 1834560"/>
                <a:gd name="textAreaBottom" fmla="*/ 1835640 h 183456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pic>
        <p:nvPicPr>
          <p:cNvPr id="9" name="그림 16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</a:t>
            </a: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3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4" name="개체 1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15" name="직사각형 10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cxnSp>
        <p:nvCxnSpPr>
          <p:cNvPr id="16" name="직선 연결선 12"/>
          <p:cNvCxnSpPr/>
          <p:nvPr/>
        </p:nvCxnSpPr>
        <p:spPr>
          <a:xfrm>
            <a:off x="270000" y="540000"/>
            <a:ext cx="9363960" cy="1080"/>
          </a:xfrm>
          <a:prstGeom prst="straightConnector1">
            <a:avLst/>
          </a:prstGeom>
          <a:ln w="0">
            <a:solidFill>
              <a:srgbClr val="a6a6a6"/>
            </a:solidFill>
          </a:ln>
        </p:spPr>
      </p:cxnSp>
      <p:pic>
        <p:nvPicPr>
          <p:cNvPr id="17" name="그림 9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4640" cy="18000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ftr" idx="1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2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EF6921-B512-407C-A1EA-F22117F0723F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2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23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24" name="그림 9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0520" cy="3263400"/>
          </a:xfrm>
          <a:prstGeom prst="rect">
            <a:avLst/>
          </a:prstGeom>
          <a:ln w="0">
            <a:noFill/>
          </a:ln>
        </p:spPr>
      </p:pic>
      <p:sp>
        <p:nvSpPr>
          <p:cNvPr id="25" name="직사각형 10"/>
          <p:cNvSpPr/>
          <p:nvPr/>
        </p:nvSpPr>
        <p:spPr>
          <a:xfrm>
            <a:off x="0" y="-2880"/>
            <a:ext cx="9905040" cy="3492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26" name="그림 11" descr=""/>
          <p:cNvPicPr/>
          <p:nvPr/>
        </p:nvPicPr>
        <p:blipFill>
          <a:blip r:embed="rId6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0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1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32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33" name="직사각형 10"/>
          <p:cNvSpPr/>
          <p:nvPr/>
        </p:nvSpPr>
        <p:spPr>
          <a:xfrm>
            <a:off x="0" y="-2880"/>
            <a:ext cx="9905040" cy="3492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34" name="그림 11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40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1" name="직사각형 2"/>
          <p:cNvSpPr/>
          <p:nvPr/>
        </p:nvSpPr>
        <p:spPr>
          <a:xfrm>
            <a:off x="0" y="-5760"/>
            <a:ext cx="9905040" cy="615384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42" name="그림 7" descr=""/>
          <p:cNvPicPr/>
          <p:nvPr/>
        </p:nvPicPr>
        <p:blipFill>
          <a:blip r:embed="rId6"/>
          <a:stretch/>
        </p:blipFill>
        <p:spPr>
          <a:xfrm flipH="1" rot="5400000">
            <a:off x="722520" y="1906920"/>
            <a:ext cx="73440" cy="430200"/>
          </a:xfrm>
          <a:prstGeom prst="rect">
            <a:avLst/>
          </a:prstGeom>
          <a:ln w="0">
            <a:noFill/>
          </a:ln>
        </p:spPr>
      </p:pic>
      <p:pic>
        <p:nvPicPr>
          <p:cNvPr id="43" name="그림 10" descr=""/>
          <p:cNvPicPr/>
          <p:nvPr/>
        </p:nvPicPr>
        <p:blipFill>
          <a:blip r:embed="rId7"/>
          <a:stretch/>
        </p:blipFill>
        <p:spPr>
          <a:xfrm>
            <a:off x="7544160" y="2454840"/>
            <a:ext cx="2360520" cy="3263400"/>
          </a:xfrm>
          <a:prstGeom prst="rect">
            <a:avLst/>
          </a:prstGeom>
          <a:ln w="0">
            <a:noFill/>
          </a:ln>
        </p:spPr>
      </p:pic>
      <p:pic>
        <p:nvPicPr>
          <p:cNvPr id="44" name="그림 9" descr=""/>
          <p:cNvPicPr/>
          <p:nvPr/>
        </p:nvPicPr>
        <p:blipFill>
          <a:blip r:embed="rId8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9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4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4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0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1" name="직사각형 2"/>
          <p:cNvSpPr/>
          <p:nvPr/>
        </p:nvSpPr>
        <p:spPr>
          <a:xfrm>
            <a:off x="0" y="-5760"/>
            <a:ext cx="9905040" cy="615384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52" name="그림 7" descr=""/>
          <p:cNvPicPr/>
          <p:nvPr/>
        </p:nvPicPr>
        <p:blipFill>
          <a:blip r:embed="rId6"/>
          <a:stretch/>
        </p:blipFill>
        <p:spPr>
          <a:xfrm flipH="1" rot="5400000">
            <a:off x="722520" y="1906920"/>
            <a:ext cx="73440" cy="430200"/>
          </a:xfrm>
          <a:prstGeom prst="rect">
            <a:avLst/>
          </a:prstGeom>
          <a:ln w="0">
            <a:noFill/>
          </a:ln>
        </p:spPr>
      </p:pic>
      <p:pic>
        <p:nvPicPr>
          <p:cNvPr id="53" name="그림 8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8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57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5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9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0" name="그림 2" descr=""/>
          <p:cNvPicPr/>
          <p:nvPr/>
        </p:nvPicPr>
        <p:blipFill>
          <a:blip r:embed="rId6"/>
          <a:srcRect l="0" t="0" r="0" b="19206"/>
          <a:stretch/>
        </p:blipFill>
        <p:spPr>
          <a:xfrm>
            <a:off x="0" y="3240"/>
            <a:ext cx="9905040" cy="5524560"/>
          </a:xfrm>
          <a:prstGeom prst="rect">
            <a:avLst/>
          </a:prstGeom>
          <a:ln w="0">
            <a:noFill/>
          </a:ln>
        </p:spPr>
      </p:pic>
      <p:grpSp>
        <p:nvGrpSpPr>
          <p:cNvPr id="61" name="그룹 8"/>
          <p:cNvGrpSpPr/>
          <p:nvPr/>
        </p:nvGrpSpPr>
        <p:grpSpPr>
          <a:xfrm>
            <a:off x="5705280" y="0"/>
            <a:ext cx="4199760" cy="6231240"/>
            <a:chOff x="5705280" y="0"/>
            <a:chExt cx="4199760" cy="6231240"/>
          </a:xfrm>
        </p:grpSpPr>
        <p:sp>
          <p:nvSpPr>
            <p:cNvPr id="62" name="직사각형 6"/>
            <p:cNvSpPr/>
            <p:nvPr/>
          </p:nvSpPr>
          <p:spPr>
            <a:xfrm rot="2515200">
              <a:off x="6609960" y="3163680"/>
              <a:ext cx="1055880" cy="3113280"/>
            </a:xfrm>
            <a:custGeom>
              <a:avLst/>
              <a:gdLst>
                <a:gd name="textAreaLeft" fmla="*/ 0 w 1055880"/>
                <a:gd name="textAreaRight" fmla="*/ 1056960 w 1055880"/>
                <a:gd name="textAreaTop" fmla="*/ 0 h 3113280"/>
                <a:gd name="textAreaBottom" fmla="*/ 3114360 h 311328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3" name="직사각형 7"/>
            <p:cNvSpPr/>
            <p:nvPr/>
          </p:nvSpPr>
          <p:spPr>
            <a:xfrm>
              <a:off x="7094520" y="0"/>
              <a:ext cx="2810520" cy="2544480"/>
            </a:xfrm>
            <a:custGeom>
              <a:avLst/>
              <a:gdLst>
                <a:gd name="textAreaLeft" fmla="*/ 0 w 2810520"/>
                <a:gd name="textAreaRight" fmla="*/ 2811600 w 2810520"/>
                <a:gd name="textAreaTop" fmla="*/ 0 h 2544480"/>
                <a:gd name="textAreaBottom" fmla="*/ 2545560 h 254448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4" name="자유형 11"/>
            <p:cNvSpPr/>
            <p:nvPr/>
          </p:nvSpPr>
          <p:spPr>
            <a:xfrm rot="16200000">
              <a:off x="6963840" y="1905480"/>
              <a:ext cx="4047120" cy="1834560"/>
            </a:xfrm>
            <a:custGeom>
              <a:avLst/>
              <a:gdLst>
                <a:gd name="textAreaLeft" fmla="*/ 0 w 4047120"/>
                <a:gd name="textAreaRight" fmla="*/ 4048200 w 4047120"/>
                <a:gd name="textAreaTop" fmla="*/ 0 h 1834560"/>
                <a:gd name="textAreaBottom" fmla="*/ 1835640 h 183456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pic>
        <p:nvPicPr>
          <p:cNvPr id="65" name="그림 12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89960" cy="205920"/>
          </a:xfrm>
          <a:prstGeom prst="rect">
            <a:avLst/>
          </a:prstGeom>
          <a:ln w="0">
            <a:noFill/>
          </a:ln>
        </p:spPr>
      </p:pic>
      <p:pic>
        <p:nvPicPr>
          <p:cNvPr id="66" name="그림 13" descr=""/>
          <p:cNvPicPr/>
          <p:nvPr/>
        </p:nvPicPr>
        <p:blipFill>
          <a:blip r:embed="rId8"/>
          <a:stretch/>
        </p:blipFill>
        <p:spPr>
          <a:xfrm flipH="1" rot="5400000">
            <a:off x="722520" y="1906920"/>
            <a:ext cx="73440" cy="43020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9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70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71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72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73" name="그림 5" descr=""/>
          <p:cNvPicPr/>
          <p:nvPr/>
        </p:nvPicPr>
        <p:blipFill>
          <a:blip r:embed="rId5"/>
          <a:stretch/>
        </p:blipFill>
        <p:spPr>
          <a:xfrm>
            <a:off x="7715160" y="0"/>
            <a:ext cx="2189520" cy="6856920"/>
          </a:xfrm>
          <a:prstGeom prst="rect">
            <a:avLst/>
          </a:prstGeom>
          <a:ln w="0">
            <a:noFill/>
          </a:ln>
        </p:spPr>
      </p:pic>
      <p:sp>
        <p:nvSpPr>
          <p:cNvPr id="74" name="제목 1"/>
          <p:cNvSpPr/>
          <p:nvPr/>
        </p:nvSpPr>
        <p:spPr>
          <a:xfrm>
            <a:off x="892800" y="1683360"/>
            <a:ext cx="33400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75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4640" cy="18000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79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0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81" name="직사각형 7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82" name="그림 1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0520" cy="3263400"/>
          </a:xfrm>
          <a:prstGeom prst="rect">
            <a:avLst/>
          </a:prstGeom>
          <a:ln w="0">
            <a:noFill/>
          </a:ln>
        </p:spPr>
      </p:pic>
      <p:sp>
        <p:nvSpPr>
          <p:cNvPr id="83" name="제목 1"/>
          <p:cNvSpPr/>
          <p:nvPr/>
        </p:nvSpPr>
        <p:spPr>
          <a:xfrm>
            <a:off x="892800" y="1683360"/>
            <a:ext cx="33400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84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4640" cy="18000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7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8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9" name="개체 1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90" name="직사각형 10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cxnSp>
        <p:nvCxnSpPr>
          <p:cNvPr id="91" name="직선 연결선 12"/>
          <p:cNvCxnSpPr/>
          <p:nvPr/>
        </p:nvCxnSpPr>
        <p:spPr>
          <a:xfrm>
            <a:off x="270000" y="540000"/>
            <a:ext cx="9363960" cy="1080"/>
          </a:xfrm>
          <a:prstGeom prst="straightConnector1">
            <a:avLst/>
          </a:prstGeom>
          <a:ln w="0">
            <a:solidFill>
              <a:srgbClr val="a6a6a6"/>
            </a:solidFill>
          </a:ln>
        </p:spPr>
      </p:cxnSp>
      <p:pic>
        <p:nvPicPr>
          <p:cNvPr id="92" name="그림 13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4640" cy="18000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ftr" idx="3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4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BAA852-39B2-414C-9F32-4CE3A45650FD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F335CA-7424-472A-85FC-925D8708F11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ftr" idx="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2" name="ColumnHeader"/>
          <p:cNvSpPr/>
          <p:nvPr/>
        </p:nvSpPr>
        <p:spPr>
          <a:xfrm>
            <a:off x="495720" y="1677240"/>
            <a:ext cx="2256840" cy="3394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03" name="직선 연결선 6"/>
          <p:cNvCxnSpPr/>
          <p:nvPr/>
        </p:nvCxnSpPr>
        <p:spPr>
          <a:xfrm flipH="1">
            <a:off x="394560" y="3969360"/>
            <a:ext cx="8593560" cy="108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  <p:sp>
        <p:nvSpPr>
          <p:cNvPr id="104" name="텍스트 개체 틀 8"/>
          <p:cNvSpPr/>
          <p:nvPr/>
        </p:nvSpPr>
        <p:spPr>
          <a:xfrm>
            <a:off x="495720" y="4478040"/>
            <a:ext cx="8913600" cy="16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5" name="ColumnHeader"/>
          <p:cNvSpPr/>
          <p:nvPr/>
        </p:nvSpPr>
        <p:spPr>
          <a:xfrm>
            <a:off x="495720" y="4073760"/>
            <a:ext cx="2256840" cy="3394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6" name="텍스트 개체 틀 8"/>
          <p:cNvSpPr/>
          <p:nvPr/>
        </p:nvSpPr>
        <p:spPr>
          <a:xfrm>
            <a:off x="495720" y="2081520"/>
            <a:ext cx="8913600" cy="16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9" name="직사각형 1" hidden="1"/>
          <p:cNvSpPr/>
          <p:nvPr/>
        </p:nvSpPr>
        <p:spPr>
          <a:xfrm>
            <a:off x="0" y="0"/>
            <a:ext cx="157680" cy="15768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C2C5119-E705-4301-BA54-B9AAC5D705E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ftr" idx="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cxnSp>
        <p:nvCxnSpPr>
          <p:cNvPr id="112" name="직선 연결선 4"/>
          <p:cNvCxnSpPr/>
          <p:nvPr/>
        </p:nvCxnSpPr>
        <p:spPr>
          <a:xfrm>
            <a:off x="4962240" y="1799280"/>
            <a:ext cx="1080" cy="451044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  <p:sp>
        <p:nvSpPr>
          <p:cNvPr id="113" name="텍스트 개체 틀 8"/>
          <p:cNvSpPr/>
          <p:nvPr/>
        </p:nvSpPr>
        <p:spPr>
          <a:xfrm>
            <a:off x="5133960" y="2331720"/>
            <a:ext cx="418176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" name="ColumnHeader"/>
          <p:cNvSpPr/>
          <p:nvPr/>
        </p:nvSpPr>
        <p:spPr>
          <a:xfrm>
            <a:off x="5133960" y="1768680"/>
            <a:ext cx="2437560" cy="3394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" name="텍스트 개체 틀 8"/>
          <p:cNvSpPr/>
          <p:nvPr/>
        </p:nvSpPr>
        <p:spPr>
          <a:xfrm>
            <a:off x="473040" y="2331720"/>
            <a:ext cx="418176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" name="ColumnHeader"/>
          <p:cNvSpPr/>
          <p:nvPr/>
        </p:nvSpPr>
        <p:spPr>
          <a:xfrm>
            <a:off x="473040" y="1768680"/>
            <a:ext cx="2437560" cy="3394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ECF749-555E-4CFA-8874-64A72F096A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2" name="텍스트 개체 틀 11"/>
          <p:cNvSpPr/>
          <p:nvPr/>
        </p:nvSpPr>
        <p:spPr>
          <a:xfrm>
            <a:off x="63612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akeaway_box"/>
          <p:cNvSpPr/>
          <p:nvPr/>
        </p:nvSpPr>
        <p:spPr>
          <a:xfrm>
            <a:off x="1982160" y="5531760"/>
            <a:ext cx="594108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ColumnHeader"/>
          <p:cNvSpPr/>
          <p:nvPr/>
        </p:nvSpPr>
        <p:spPr>
          <a:xfrm>
            <a:off x="63612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갈매기형 수장 7"/>
          <p:cNvSpPr/>
          <p:nvPr/>
        </p:nvSpPr>
        <p:spPr>
          <a:xfrm>
            <a:off x="4744800" y="2927520"/>
            <a:ext cx="415080" cy="1220760"/>
          </a:xfrm>
          <a:custGeom>
            <a:avLst/>
            <a:gdLst>
              <a:gd name="textAreaLeft" fmla="*/ 0 w 415080"/>
              <a:gd name="textAreaRight" fmla="*/ 416160 w 415080"/>
              <a:gd name="textAreaTop" fmla="*/ 0 h 1220760"/>
              <a:gd name="textAreaBottom" fmla="*/ 1221840 h 122076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6" name="텍스트 개체 틀 11"/>
          <p:cNvSpPr/>
          <p:nvPr/>
        </p:nvSpPr>
        <p:spPr>
          <a:xfrm>
            <a:off x="5537160" y="1933920"/>
            <a:ext cx="373140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" name="ColumnHeader"/>
          <p:cNvSpPr/>
          <p:nvPr/>
        </p:nvSpPr>
        <p:spPr>
          <a:xfrm>
            <a:off x="5537160" y="1524960"/>
            <a:ext cx="37314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sldNum" idx="1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782EAC-9549-4BA5-9D86-4FC4A548BA3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ftr" idx="1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33" name="텍스트 개체 틀 8"/>
          <p:cNvSpPr/>
          <p:nvPr/>
        </p:nvSpPr>
        <p:spPr>
          <a:xfrm>
            <a:off x="757800" y="2217600"/>
            <a:ext cx="2482560" cy="39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" name="ColumnHeader"/>
          <p:cNvSpPr/>
          <p:nvPr/>
        </p:nvSpPr>
        <p:spPr>
          <a:xfrm>
            <a:off x="870480" y="1788840"/>
            <a:ext cx="225684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35" name="직선 연결선 14"/>
          <p:cNvCxnSpPr/>
          <p:nvPr/>
        </p:nvCxnSpPr>
        <p:spPr>
          <a:xfrm>
            <a:off x="3498840" y="1801800"/>
            <a:ext cx="1080" cy="450828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cxnSp>
        <p:nvCxnSpPr>
          <p:cNvPr id="136" name="직선 연결선 15"/>
          <p:cNvCxnSpPr/>
          <p:nvPr/>
        </p:nvCxnSpPr>
        <p:spPr>
          <a:xfrm>
            <a:off x="6438960" y="1801800"/>
            <a:ext cx="1080" cy="450828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sp>
        <p:nvSpPr>
          <p:cNvPr id="137" name="텍스트 개체 틀 8"/>
          <p:cNvSpPr/>
          <p:nvPr/>
        </p:nvSpPr>
        <p:spPr>
          <a:xfrm>
            <a:off x="3727440" y="2217600"/>
            <a:ext cx="2482560" cy="39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8" name="텍스트 개체 틀 8"/>
          <p:cNvSpPr/>
          <p:nvPr/>
        </p:nvSpPr>
        <p:spPr>
          <a:xfrm>
            <a:off x="6697080" y="2217600"/>
            <a:ext cx="2482560" cy="39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" name="ColumnHeader"/>
          <p:cNvSpPr/>
          <p:nvPr/>
        </p:nvSpPr>
        <p:spPr>
          <a:xfrm>
            <a:off x="3727440" y="1788840"/>
            <a:ext cx="248256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0" name="ColumnHeader"/>
          <p:cNvSpPr/>
          <p:nvPr/>
        </p:nvSpPr>
        <p:spPr>
          <a:xfrm>
            <a:off x="6667200" y="1788840"/>
            <a:ext cx="248256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sldNum" idx="1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1263484-0BFD-4AB8-BC3D-E2E780EE518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ftr" idx="1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6" name="텍스트 개체 틀 22"/>
          <p:cNvSpPr/>
          <p:nvPr/>
        </p:nvSpPr>
        <p:spPr>
          <a:xfrm>
            <a:off x="674640" y="2070360"/>
            <a:ext cx="406692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" name="텍스트 개체 틀 22"/>
          <p:cNvSpPr/>
          <p:nvPr/>
        </p:nvSpPr>
        <p:spPr>
          <a:xfrm>
            <a:off x="5103720" y="2070360"/>
            <a:ext cx="406692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" name="텍스트 개체 틀 22"/>
          <p:cNvSpPr/>
          <p:nvPr/>
        </p:nvSpPr>
        <p:spPr>
          <a:xfrm>
            <a:off x="674640" y="4412880"/>
            <a:ext cx="406692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9" name="텍스트 개체 틀 22"/>
          <p:cNvSpPr/>
          <p:nvPr/>
        </p:nvSpPr>
        <p:spPr>
          <a:xfrm>
            <a:off x="5103720" y="4412880"/>
            <a:ext cx="406692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" name="ColumnHeader"/>
          <p:cNvSpPr/>
          <p:nvPr/>
        </p:nvSpPr>
        <p:spPr>
          <a:xfrm>
            <a:off x="667800" y="1593000"/>
            <a:ext cx="407340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1" name="ColumnHeader"/>
          <p:cNvSpPr/>
          <p:nvPr/>
        </p:nvSpPr>
        <p:spPr>
          <a:xfrm>
            <a:off x="5097240" y="1593000"/>
            <a:ext cx="407340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ColumnHeader"/>
          <p:cNvSpPr/>
          <p:nvPr/>
        </p:nvSpPr>
        <p:spPr>
          <a:xfrm>
            <a:off x="667800" y="3960360"/>
            <a:ext cx="407340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3" name="ColumnHeader"/>
          <p:cNvSpPr/>
          <p:nvPr/>
        </p:nvSpPr>
        <p:spPr>
          <a:xfrm>
            <a:off x="5097240" y="3960360"/>
            <a:ext cx="407340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95C2A9-263A-4B37-9200-2F95F546296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ftr" idx="1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9" name="ColumnHeader"/>
          <p:cNvSpPr/>
          <p:nvPr/>
        </p:nvSpPr>
        <p:spPr>
          <a:xfrm>
            <a:off x="968400" y="3921120"/>
            <a:ext cx="251892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0" name="ColumnHeader"/>
          <p:cNvSpPr/>
          <p:nvPr/>
        </p:nvSpPr>
        <p:spPr>
          <a:xfrm>
            <a:off x="3575160" y="3921120"/>
            <a:ext cx="251892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1" name="ColumnHeader"/>
          <p:cNvSpPr/>
          <p:nvPr/>
        </p:nvSpPr>
        <p:spPr>
          <a:xfrm>
            <a:off x="6182280" y="3921120"/>
            <a:ext cx="251892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텍스트 개체 틀 16"/>
          <p:cNvSpPr/>
          <p:nvPr/>
        </p:nvSpPr>
        <p:spPr>
          <a:xfrm>
            <a:off x="988920" y="4424040"/>
            <a:ext cx="2518920" cy="17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" name="텍스트 개체 틀 16"/>
          <p:cNvSpPr/>
          <p:nvPr/>
        </p:nvSpPr>
        <p:spPr>
          <a:xfrm>
            <a:off x="3575160" y="4424040"/>
            <a:ext cx="2518920" cy="17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" name="텍스트 개체 틀 16"/>
          <p:cNvSpPr/>
          <p:nvPr/>
        </p:nvSpPr>
        <p:spPr>
          <a:xfrm>
            <a:off x="6182280" y="4424040"/>
            <a:ext cx="2518920" cy="17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sldNum" idx="1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03FB7C-8E9B-430F-91AC-87B95BDA04A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ftr" idx="1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70" name="텍스트 개체 틀 22"/>
          <p:cNvSpPr/>
          <p:nvPr/>
        </p:nvSpPr>
        <p:spPr>
          <a:xfrm>
            <a:off x="637200" y="2069280"/>
            <a:ext cx="425088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637200" y="1535760"/>
            <a:ext cx="2435040" cy="460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" name="텍스트 개체 틀 22"/>
          <p:cNvSpPr/>
          <p:nvPr/>
        </p:nvSpPr>
        <p:spPr>
          <a:xfrm>
            <a:off x="5066280" y="2069280"/>
            <a:ext cx="425088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5066280" y="1535760"/>
            <a:ext cx="2435040" cy="460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" name="텍스트 개체 틀 22"/>
          <p:cNvSpPr/>
          <p:nvPr/>
        </p:nvSpPr>
        <p:spPr>
          <a:xfrm>
            <a:off x="637200" y="4411800"/>
            <a:ext cx="425088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637200" y="3878280"/>
            <a:ext cx="2435040" cy="460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" name="텍스트 개체 틀 22"/>
          <p:cNvSpPr/>
          <p:nvPr/>
        </p:nvSpPr>
        <p:spPr>
          <a:xfrm>
            <a:off x="5066280" y="4411800"/>
            <a:ext cx="4250880" cy="17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" name="TextBox 11"/>
          <p:cNvSpPr/>
          <p:nvPr/>
        </p:nvSpPr>
        <p:spPr>
          <a:xfrm>
            <a:off x="5066280" y="3878280"/>
            <a:ext cx="2435040" cy="4604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sldNum" idx="1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0F3F7D2-D822-4F1F-9AD2-DB7666183AD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ftr" idx="2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cxnSp>
        <p:nvCxnSpPr>
          <p:cNvPr id="183" name="직선 연결선 4"/>
          <p:cNvCxnSpPr/>
          <p:nvPr/>
        </p:nvCxnSpPr>
        <p:spPr>
          <a:xfrm flipH="1">
            <a:off x="624600" y="4739040"/>
            <a:ext cx="8593560" cy="108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cxnSp>
        <p:nvCxnSpPr>
          <p:cNvPr id="184" name="직선 연결선 5"/>
          <p:cNvCxnSpPr/>
          <p:nvPr/>
        </p:nvCxnSpPr>
        <p:spPr>
          <a:xfrm flipH="1">
            <a:off x="624600" y="3065400"/>
            <a:ext cx="8593560" cy="108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sp>
        <p:nvSpPr>
          <p:cNvPr id="185" name="텍스트 개체 틀 24"/>
          <p:cNvSpPr/>
          <p:nvPr/>
        </p:nvSpPr>
        <p:spPr>
          <a:xfrm>
            <a:off x="2225880" y="1555560"/>
            <a:ext cx="726660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" name="TextBox 9"/>
          <p:cNvSpPr/>
          <p:nvPr/>
        </p:nvSpPr>
        <p:spPr>
          <a:xfrm>
            <a:off x="636120" y="1560240"/>
            <a:ext cx="1384920" cy="13287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" name="텍스트 개체 틀 24"/>
          <p:cNvSpPr/>
          <p:nvPr/>
        </p:nvSpPr>
        <p:spPr>
          <a:xfrm>
            <a:off x="2226600" y="1806840"/>
            <a:ext cx="726660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188" name="텍스트 개체 틀 26"/>
          <p:cNvSpPr/>
          <p:nvPr/>
        </p:nvSpPr>
        <p:spPr>
          <a:xfrm>
            <a:off x="2226600" y="3468960"/>
            <a:ext cx="726660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</a:pPr>
            <a:endParaRPr b="0" lang="en-US" sz="12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189" name="텍스트 개체 틀 28"/>
          <p:cNvSpPr/>
          <p:nvPr/>
        </p:nvSpPr>
        <p:spPr>
          <a:xfrm>
            <a:off x="2226600" y="5142600"/>
            <a:ext cx="726660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</a:pPr>
            <a:endParaRPr b="0" lang="en-US" sz="12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636120" y="3237480"/>
            <a:ext cx="1384920" cy="13287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" name="TextBox 20"/>
          <p:cNvSpPr/>
          <p:nvPr/>
        </p:nvSpPr>
        <p:spPr>
          <a:xfrm>
            <a:off x="636120" y="4943520"/>
            <a:ext cx="1384920" cy="13287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텍스트 개체 틀 24"/>
          <p:cNvSpPr/>
          <p:nvPr/>
        </p:nvSpPr>
        <p:spPr>
          <a:xfrm>
            <a:off x="2225880" y="3236760"/>
            <a:ext cx="726660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3" name="텍스트 개체 틀 24"/>
          <p:cNvSpPr/>
          <p:nvPr/>
        </p:nvSpPr>
        <p:spPr>
          <a:xfrm>
            <a:off x="2225880" y="4943520"/>
            <a:ext cx="726660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sldNum" idx="2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D6D23B5-CD59-4D21-AC40-A7449086031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ftr" idx="2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9" name="타원 42"/>
          <p:cNvSpPr/>
          <p:nvPr/>
        </p:nvSpPr>
        <p:spPr>
          <a:xfrm>
            <a:off x="5543640" y="2482920"/>
            <a:ext cx="844920" cy="8449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" name="타원 37"/>
          <p:cNvSpPr/>
          <p:nvPr/>
        </p:nvSpPr>
        <p:spPr>
          <a:xfrm>
            <a:off x="5543640" y="3685680"/>
            <a:ext cx="844920" cy="8449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타원 32"/>
          <p:cNvSpPr/>
          <p:nvPr/>
        </p:nvSpPr>
        <p:spPr>
          <a:xfrm>
            <a:off x="5543640" y="4944240"/>
            <a:ext cx="844920" cy="8449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06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" name="타원 27"/>
          <p:cNvSpPr/>
          <p:nvPr/>
        </p:nvSpPr>
        <p:spPr>
          <a:xfrm>
            <a:off x="1125000" y="2482920"/>
            <a:ext cx="844920" cy="844920"/>
          </a:xfrm>
          <a:prstGeom prst="ellipse">
            <a:avLst/>
          </a:prstGeom>
          <a:solidFill>
            <a:schemeClr val="bg2"/>
          </a:solidFill>
          <a:ln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타원 22"/>
          <p:cNvSpPr/>
          <p:nvPr/>
        </p:nvSpPr>
        <p:spPr>
          <a:xfrm>
            <a:off x="1125000" y="3686760"/>
            <a:ext cx="844920" cy="844920"/>
          </a:xfrm>
          <a:prstGeom prst="ellipse">
            <a:avLst/>
          </a:prstGeom>
          <a:solidFill>
            <a:schemeClr val="bg2"/>
          </a:solidFill>
          <a:ln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타원 17"/>
          <p:cNvSpPr/>
          <p:nvPr/>
        </p:nvSpPr>
        <p:spPr>
          <a:xfrm>
            <a:off x="1125000" y="4944240"/>
            <a:ext cx="844920" cy="844920"/>
          </a:xfrm>
          <a:prstGeom prst="ellipse">
            <a:avLst/>
          </a:prstGeom>
          <a:solidFill>
            <a:schemeClr val="bg2"/>
          </a:solidFill>
          <a:ln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205" name="직선 연결선 47"/>
          <p:cNvCxnSpPr/>
          <p:nvPr/>
        </p:nvCxnSpPr>
        <p:spPr>
          <a:xfrm>
            <a:off x="1124640" y="2172960"/>
            <a:ext cx="7489440" cy="108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206" name="직사각형 58"/>
          <p:cNvSpPr/>
          <p:nvPr/>
        </p:nvSpPr>
        <p:spPr>
          <a:xfrm>
            <a:off x="2244240" y="2518920"/>
            <a:ext cx="20692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" name="직사각형 41"/>
          <p:cNvSpPr/>
          <p:nvPr/>
        </p:nvSpPr>
        <p:spPr>
          <a:xfrm>
            <a:off x="2244240" y="3722760"/>
            <a:ext cx="20692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8" name="직사각형 48"/>
          <p:cNvSpPr/>
          <p:nvPr/>
        </p:nvSpPr>
        <p:spPr>
          <a:xfrm>
            <a:off x="2244240" y="4980240"/>
            <a:ext cx="20692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직사각형 49"/>
          <p:cNvSpPr/>
          <p:nvPr/>
        </p:nvSpPr>
        <p:spPr>
          <a:xfrm>
            <a:off x="6701760" y="2518920"/>
            <a:ext cx="20692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0" name="직사각형 65"/>
          <p:cNvSpPr/>
          <p:nvPr/>
        </p:nvSpPr>
        <p:spPr>
          <a:xfrm>
            <a:off x="6701760" y="3722760"/>
            <a:ext cx="20692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1" name="직사각형 66"/>
          <p:cNvSpPr/>
          <p:nvPr/>
        </p:nvSpPr>
        <p:spPr>
          <a:xfrm>
            <a:off x="6701760" y="4980240"/>
            <a:ext cx="206928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sldNum" idx="2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2AEA5B-498A-4BFA-98CA-28ECF574478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7" name="PlaceHolder 6"/>
          <p:cNvSpPr>
            <a:spLocks noGrp="1"/>
          </p:cNvSpPr>
          <p:nvPr>
            <p:ph type="ftr" idx="2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8" name="자유형 18"/>
          <p:cNvSpPr/>
          <p:nvPr/>
        </p:nvSpPr>
        <p:spPr>
          <a:xfrm>
            <a:off x="884520" y="2153160"/>
            <a:ext cx="2214720" cy="1107360"/>
          </a:xfrm>
          <a:custGeom>
            <a:avLst/>
            <a:gdLst>
              <a:gd name="textAreaLeft" fmla="*/ 0 w 2214720"/>
              <a:gd name="textAreaRight" fmla="*/ 2215800 w 2214720"/>
              <a:gd name="textAreaTop" fmla="*/ 0 h 1107360"/>
              <a:gd name="textAreaBottom" fmla="*/ 1108440 h 110736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19" name="직선 연결선 23"/>
          <p:cNvCxnSpPr/>
          <p:nvPr/>
        </p:nvCxnSpPr>
        <p:spPr>
          <a:xfrm>
            <a:off x="714960" y="3261600"/>
            <a:ext cx="2556360" cy="108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220" name="직사각형 24"/>
          <p:cNvSpPr/>
          <p:nvPr/>
        </p:nvSpPr>
        <p:spPr>
          <a:xfrm>
            <a:off x="1467000" y="2744640"/>
            <a:ext cx="1050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1" name="자유형 32"/>
          <p:cNvSpPr/>
          <p:nvPr/>
        </p:nvSpPr>
        <p:spPr>
          <a:xfrm>
            <a:off x="3786480" y="2153160"/>
            <a:ext cx="2214720" cy="1107360"/>
          </a:xfrm>
          <a:custGeom>
            <a:avLst/>
            <a:gdLst>
              <a:gd name="textAreaLeft" fmla="*/ 0 w 2214720"/>
              <a:gd name="textAreaRight" fmla="*/ 2215800 w 2214720"/>
              <a:gd name="textAreaTop" fmla="*/ 0 h 1107360"/>
              <a:gd name="textAreaBottom" fmla="*/ 1108440 h 110736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22" name="직선 연결선 33"/>
          <p:cNvCxnSpPr/>
          <p:nvPr/>
        </p:nvCxnSpPr>
        <p:spPr>
          <a:xfrm>
            <a:off x="3616920" y="3261600"/>
            <a:ext cx="2556360" cy="108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223" name="직사각형 34"/>
          <p:cNvSpPr/>
          <p:nvPr/>
        </p:nvSpPr>
        <p:spPr>
          <a:xfrm>
            <a:off x="4368960" y="2744640"/>
            <a:ext cx="1050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4" name="자유형 36"/>
          <p:cNvSpPr/>
          <p:nvPr/>
        </p:nvSpPr>
        <p:spPr>
          <a:xfrm>
            <a:off x="6743880" y="2153160"/>
            <a:ext cx="2214720" cy="1107360"/>
          </a:xfrm>
          <a:custGeom>
            <a:avLst/>
            <a:gdLst>
              <a:gd name="textAreaLeft" fmla="*/ 0 w 2214720"/>
              <a:gd name="textAreaRight" fmla="*/ 2215800 w 2214720"/>
              <a:gd name="textAreaTop" fmla="*/ 0 h 1107360"/>
              <a:gd name="textAreaBottom" fmla="*/ 1108440 h 110736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25" name="직선 연결선 37"/>
          <p:cNvCxnSpPr/>
          <p:nvPr/>
        </p:nvCxnSpPr>
        <p:spPr>
          <a:xfrm>
            <a:off x="6573960" y="3261600"/>
            <a:ext cx="2556360" cy="108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226" name="직사각형 38"/>
          <p:cNvSpPr/>
          <p:nvPr/>
        </p:nvSpPr>
        <p:spPr>
          <a:xfrm>
            <a:off x="7326360" y="2744640"/>
            <a:ext cx="1050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7" name="텍스트 개체 틀 5"/>
          <p:cNvSpPr/>
          <p:nvPr/>
        </p:nvSpPr>
        <p:spPr>
          <a:xfrm>
            <a:off x="3674160" y="3330000"/>
            <a:ext cx="2439720" cy="22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2452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텍스트 개체 틀 5"/>
          <p:cNvSpPr/>
          <p:nvPr/>
        </p:nvSpPr>
        <p:spPr>
          <a:xfrm>
            <a:off x="6631560" y="3329280"/>
            <a:ext cx="2439720" cy="22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3760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9" name="텍스트 개체 틀 5"/>
          <p:cNvSpPr/>
          <p:nvPr/>
        </p:nvSpPr>
        <p:spPr>
          <a:xfrm>
            <a:off x="772200" y="3330000"/>
            <a:ext cx="2439720" cy="22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2452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sldNum" idx="2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162989-557D-4D72-9935-25647E3C830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ftr" idx="2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35" name="직사각형 4"/>
          <p:cNvSpPr/>
          <p:nvPr/>
        </p:nvSpPr>
        <p:spPr>
          <a:xfrm>
            <a:off x="442440" y="1971000"/>
            <a:ext cx="4372200" cy="167688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6" name="직사각형 6"/>
          <p:cNvSpPr/>
          <p:nvPr/>
        </p:nvSpPr>
        <p:spPr>
          <a:xfrm>
            <a:off x="435960" y="1618920"/>
            <a:ext cx="1798920" cy="353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7" name="직사각형 9"/>
          <p:cNvSpPr/>
          <p:nvPr/>
        </p:nvSpPr>
        <p:spPr>
          <a:xfrm>
            <a:off x="5118480" y="1971000"/>
            <a:ext cx="4372200" cy="167688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자유형 10"/>
          <p:cNvSpPr/>
          <p:nvPr/>
        </p:nvSpPr>
        <p:spPr>
          <a:xfrm>
            <a:off x="4952880" y="1967760"/>
            <a:ext cx="164520" cy="199080"/>
          </a:xfrm>
          <a:custGeom>
            <a:avLst/>
            <a:gdLst>
              <a:gd name="textAreaLeft" fmla="*/ 0 w 164520"/>
              <a:gd name="textAreaRight" fmla="*/ 165600 w 164520"/>
              <a:gd name="textAreaTop" fmla="*/ 0 h 199080"/>
              <a:gd name="textAreaBottom" fmla="*/ 200160 h 199080"/>
            </a:gdLst>
            <a:ahLst/>
            <a:rect l="textAreaLeft" t="textAreaTop" r="textAreaRight" b="textAreaBottom"/>
            <a:pathLst>
              <a:path w="319088" h="316706">
                <a:moveTo>
                  <a:pt x="319088" y="0"/>
                </a:moveTo>
                <a:lnTo>
                  <a:pt x="0" y="0"/>
                </a:lnTo>
                <a:lnTo>
                  <a:pt x="316706" y="316706"/>
                </a:lnTo>
                <a:lnTo>
                  <a:pt x="319088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39" name="자유형 12"/>
          <p:cNvSpPr/>
          <p:nvPr/>
        </p:nvSpPr>
        <p:spPr>
          <a:xfrm>
            <a:off x="4952880" y="1622880"/>
            <a:ext cx="1775160" cy="345960"/>
          </a:xfrm>
          <a:custGeom>
            <a:avLst/>
            <a:gdLst>
              <a:gd name="textAreaLeft" fmla="*/ 0 w 1775160"/>
              <a:gd name="textAreaRight" fmla="*/ 1776240 w 1775160"/>
              <a:gd name="textAreaTop" fmla="*/ 0 h 345960"/>
              <a:gd name="textAreaBottom" fmla="*/ 347040 h 345960"/>
            </a:gdLst>
            <a:ahLst/>
            <a:rect l="textAreaLeft" t="textAreaTop" r="textAreaRight" b="textAreaBottom"/>
            <a:pathLst>
              <a:path w="2133825" h="376881">
                <a:moveTo>
                  <a:pt x="0" y="376881"/>
                </a:moveTo>
                <a:lnTo>
                  <a:pt x="0" y="0"/>
                </a:lnTo>
                <a:lnTo>
                  <a:pt x="1779373" y="0"/>
                </a:lnTo>
                <a:lnTo>
                  <a:pt x="2133825" y="375304"/>
                </a:lnTo>
                <a:lnTo>
                  <a:pt x="0" y="37688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0" name="직사각형 14"/>
          <p:cNvSpPr/>
          <p:nvPr/>
        </p:nvSpPr>
        <p:spPr>
          <a:xfrm>
            <a:off x="442440" y="4350960"/>
            <a:ext cx="4372200" cy="167688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1" name="자유형 29"/>
          <p:cNvSpPr/>
          <p:nvPr/>
        </p:nvSpPr>
        <p:spPr>
          <a:xfrm>
            <a:off x="436320" y="3971880"/>
            <a:ext cx="4384440" cy="376200"/>
          </a:xfrm>
          <a:custGeom>
            <a:avLst/>
            <a:gdLst>
              <a:gd name="textAreaLeft" fmla="*/ 0 w 4384440"/>
              <a:gd name="textAreaRight" fmla="*/ 4385520 w 4384440"/>
              <a:gd name="textAreaTop" fmla="*/ 0 h 376200"/>
              <a:gd name="textAreaBottom" fmla="*/ 377280 h 376200"/>
            </a:gdLst>
            <a:ahLst/>
            <a:rect l="textAreaLeft" t="textAreaTop" r="textAreaRight" b="textAreaBottom"/>
            <a:pathLst>
              <a:path w="5552007" h="377241">
                <a:moveTo>
                  <a:pt x="0" y="377241"/>
                </a:moveTo>
                <a:lnTo>
                  <a:pt x="0" y="0"/>
                </a:lnTo>
                <a:lnTo>
                  <a:pt x="1783695" y="0"/>
                </a:lnTo>
                <a:lnTo>
                  <a:pt x="2070726" y="287031"/>
                </a:lnTo>
                <a:lnTo>
                  <a:pt x="5441295" y="287031"/>
                </a:lnTo>
                <a:lnTo>
                  <a:pt x="5461797" y="287031"/>
                </a:lnTo>
                <a:lnTo>
                  <a:pt x="5552007" y="377241"/>
                </a:lnTo>
                <a:lnTo>
                  <a:pt x="0" y="37724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2" name="직사각형 40"/>
          <p:cNvSpPr/>
          <p:nvPr/>
        </p:nvSpPr>
        <p:spPr>
          <a:xfrm>
            <a:off x="5118480" y="4352760"/>
            <a:ext cx="4372200" cy="167688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직사각형 41"/>
          <p:cNvSpPr/>
          <p:nvPr/>
        </p:nvSpPr>
        <p:spPr>
          <a:xfrm>
            <a:off x="5112360" y="4004280"/>
            <a:ext cx="4388760" cy="353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sldNum" idx="2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A121C4E-8148-4C6C-9F3C-EDE29C57117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ftr" idx="2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49" name="BoxContent"/>
          <p:cNvSpPr/>
          <p:nvPr/>
        </p:nvSpPr>
        <p:spPr>
          <a:xfrm>
            <a:off x="2354040" y="1773720"/>
            <a:ext cx="6878160" cy="18817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solidFill>
              <a:srgbClr val="f2f2f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0" name="BoxHeader"/>
          <p:cNvSpPr/>
          <p:nvPr/>
        </p:nvSpPr>
        <p:spPr>
          <a:xfrm>
            <a:off x="606960" y="3931200"/>
            <a:ext cx="1754640" cy="1881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1" name="BoxContent"/>
          <p:cNvSpPr/>
          <p:nvPr/>
        </p:nvSpPr>
        <p:spPr>
          <a:xfrm>
            <a:off x="2354040" y="3931200"/>
            <a:ext cx="6878160" cy="18817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solidFill>
              <a:srgbClr val="f2f2f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2" name="BoxHeader"/>
          <p:cNvSpPr/>
          <p:nvPr/>
        </p:nvSpPr>
        <p:spPr>
          <a:xfrm>
            <a:off x="606960" y="1773720"/>
            <a:ext cx="1754640" cy="1881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sldNum" idx="2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F472D41-5A7A-4422-9E47-912E563607D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 type="ftr" idx="3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58" name="BoxHeader"/>
          <p:cNvSpPr/>
          <p:nvPr/>
        </p:nvSpPr>
        <p:spPr>
          <a:xfrm>
            <a:off x="873720" y="1844280"/>
            <a:ext cx="3738240" cy="480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9" name="BoxContent"/>
          <p:cNvSpPr/>
          <p:nvPr/>
        </p:nvSpPr>
        <p:spPr>
          <a:xfrm>
            <a:off x="873720" y="2326320"/>
            <a:ext cx="3738240" cy="3601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0" name="BoxHeader"/>
          <p:cNvSpPr/>
          <p:nvPr/>
        </p:nvSpPr>
        <p:spPr>
          <a:xfrm>
            <a:off x="5209200" y="1844280"/>
            <a:ext cx="3738240" cy="480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1" name="BoxContent"/>
          <p:cNvSpPr/>
          <p:nvPr/>
        </p:nvSpPr>
        <p:spPr>
          <a:xfrm>
            <a:off x="5209200" y="2326320"/>
            <a:ext cx="3738240" cy="3601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sldNum" idx="3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2015822-815E-4F04-9A14-A1E26FFB4F3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ftr" idx="3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67" name="BoxHeader"/>
          <p:cNvSpPr/>
          <p:nvPr/>
        </p:nvSpPr>
        <p:spPr>
          <a:xfrm>
            <a:off x="928080" y="1825920"/>
            <a:ext cx="2362680" cy="52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8" name="BoxContent"/>
          <p:cNvSpPr/>
          <p:nvPr/>
        </p:nvSpPr>
        <p:spPr>
          <a:xfrm>
            <a:off x="928080" y="2356200"/>
            <a:ext cx="2362680" cy="3601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9" name="BoxHeader"/>
          <p:cNvSpPr/>
          <p:nvPr/>
        </p:nvSpPr>
        <p:spPr>
          <a:xfrm>
            <a:off x="3722040" y="1825920"/>
            <a:ext cx="2362680" cy="52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0" name="BoxContent"/>
          <p:cNvSpPr/>
          <p:nvPr/>
        </p:nvSpPr>
        <p:spPr>
          <a:xfrm>
            <a:off x="3722040" y="2356200"/>
            <a:ext cx="2362680" cy="3601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1" name="BoxHeader"/>
          <p:cNvSpPr/>
          <p:nvPr/>
        </p:nvSpPr>
        <p:spPr>
          <a:xfrm>
            <a:off x="6516360" y="1825920"/>
            <a:ext cx="2362680" cy="52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2" name="BoxContent"/>
          <p:cNvSpPr/>
          <p:nvPr/>
        </p:nvSpPr>
        <p:spPr>
          <a:xfrm>
            <a:off x="6516360" y="2356200"/>
            <a:ext cx="2362680" cy="3601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sldNum" idx="3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5D7CBB-68CF-4746-BA59-0A4E376661B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ftr" idx="3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78" name="BoxHeader"/>
          <p:cNvSpPr/>
          <p:nvPr/>
        </p:nvSpPr>
        <p:spPr>
          <a:xfrm>
            <a:off x="583200" y="1825920"/>
            <a:ext cx="1952640" cy="52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9" name="BoxContent"/>
          <p:cNvSpPr/>
          <p:nvPr/>
        </p:nvSpPr>
        <p:spPr>
          <a:xfrm>
            <a:off x="583200" y="2356200"/>
            <a:ext cx="1952640" cy="3601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0" name="BoxHeader"/>
          <p:cNvSpPr/>
          <p:nvPr/>
        </p:nvSpPr>
        <p:spPr>
          <a:xfrm>
            <a:off x="2828880" y="1825920"/>
            <a:ext cx="1952640" cy="52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1" name="BoxContent"/>
          <p:cNvSpPr/>
          <p:nvPr/>
        </p:nvSpPr>
        <p:spPr>
          <a:xfrm>
            <a:off x="2828880" y="2356200"/>
            <a:ext cx="1952640" cy="3601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2" name="BoxHeader"/>
          <p:cNvSpPr/>
          <p:nvPr/>
        </p:nvSpPr>
        <p:spPr>
          <a:xfrm>
            <a:off x="7320240" y="1825920"/>
            <a:ext cx="1952640" cy="52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3" name="BoxContent"/>
          <p:cNvSpPr/>
          <p:nvPr/>
        </p:nvSpPr>
        <p:spPr>
          <a:xfrm>
            <a:off x="7320240" y="2356200"/>
            <a:ext cx="1952640" cy="3601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4" name="BoxHeader"/>
          <p:cNvSpPr/>
          <p:nvPr/>
        </p:nvSpPr>
        <p:spPr>
          <a:xfrm>
            <a:off x="5074560" y="1825920"/>
            <a:ext cx="1952640" cy="52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5" name="BoxContent"/>
          <p:cNvSpPr/>
          <p:nvPr/>
        </p:nvSpPr>
        <p:spPr>
          <a:xfrm>
            <a:off x="5074560" y="2356200"/>
            <a:ext cx="1952640" cy="3601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sldNum" idx="3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46A1EE4-5288-4AE5-8A4C-38CA755C9B8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 type="ftr" idx="3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91" name="BoxHeader"/>
          <p:cNvSpPr/>
          <p:nvPr/>
        </p:nvSpPr>
        <p:spPr>
          <a:xfrm>
            <a:off x="895320" y="1604160"/>
            <a:ext cx="3791520" cy="480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2" name="BoxContent"/>
          <p:cNvSpPr/>
          <p:nvPr/>
        </p:nvSpPr>
        <p:spPr>
          <a:xfrm>
            <a:off x="895320" y="2086200"/>
            <a:ext cx="3791520" cy="16794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3" name="BoxHeader"/>
          <p:cNvSpPr/>
          <p:nvPr/>
        </p:nvSpPr>
        <p:spPr>
          <a:xfrm>
            <a:off x="5230800" y="1604160"/>
            <a:ext cx="3791520" cy="480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4" name="BoxContent"/>
          <p:cNvSpPr/>
          <p:nvPr/>
        </p:nvSpPr>
        <p:spPr>
          <a:xfrm>
            <a:off x="5230800" y="2086200"/>
            <a:ext cx="3791520" cy="16794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5" name="BoxHeader"/>
          <p:cNvSpPr/>
          <p:nvPr/>
        </p:nvSpPr>
        <p:spPr>
          <a:xfrm>
            <a:off x="895320" y="4033440"/>
            <a:ext cx="3791520" cy="480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6" name="BoxContent"/>
          <p:cNvSpPr/>
          <p:nvPr/>
        </p:nvSpPr>
        <p:spPr>
          <a:xfrm>
            <a:off x="895320" y="4515480"/>
            <a:ext cx="3791520" cy="16794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7" name="BoxHeader"/>
          <p:cNvSpPr/>
          <p:nvPr/>
        </p:nvSpPr>
        <p:spPr>
          <a:xfrm>
            <a:off x="5230800" y="4033440"/>
            <a:ext cx="3791520" cy="480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8" name="BoxContent"/>
          <p:cNvSpPr/>
          <p:nvPr/>
        </p:nvSpPr>
        <p:spPr>
          <a:xfrm>
            <a:off x="5230800" y="4515480"/>
            <a:ext cx="3791520" cy="16794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sldNum" idx="3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7C571B-8E5B-4FB8-AA34-5DCBFAA564D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ftr" idx="3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aphicFrame>
        <p:nvGraphicFramePr>
          <p:cNvPr id="304" name="Group 4"/>
          <p:cNvGraphicFramePr/>
          <p:nvPr/>
        </p:nvGraphicFramePr>
        <p:xfrm>
          <a:off x="484560" y="1582560"/>
          <a:ext cx="8755920" cy="4618440"/>
        </p:xfrm>
        <a:graphic>
          <a:graphicData uri="http://schemas.openxmlformats.org/drawingml/2006/table">
            <a:tbl>
              <a:tblPr/>
              <a:tblGrid>
                <a:gridCol w="2040480"/>
                <a:gridCol w="5017680"/>
                <a:gridCol w="1698120"/>
              </a:tblGrid>
              <a:tr h="4194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600" spc="-21" strike="noStrike">
                          <a:solidFill>
                            <a:schemeClr val="dk2"/>
                          </a:solidFill>
                          <a:latin typeface="본고딕 Medium"/>
                          <a:ea typeface="본고딕 Medium"/>
                        </a:rPr>
                        <a:t>구분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169920" indent="-169920"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21" strike="noStrike">
                          <a:solidFill>
                            <a:schemeClr val="dk2"/>
                          </a:solidFill>
                          <a:latin typeface="본고딕 Medium"/>
                          <a:ea typeface="본고딕 Medium"/>
                        </a:rPr>
                        <a:t>list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21" strike="noStrike">
                          <a:solidFill>
                            <a:schemeClr val="dk2"/>
                          </a:solidFill>
                          <a:latin typeface="본고딕 Medium"/>
                          <a:ea typeface="본고딕 Medium"/>
                        </a:rPr>
                        <a:t>Point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1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21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6eee0"/>
                    </a:solidFill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6ee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6eee0"/>
                    </a:solidFill>
                  </a:tcPr>
                </a:tc>
              </a:tr>
              <a:tr h="378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5" name="직사각형 7"/>
          <p:cNvSpPr/>
          <p:nvPr/>
        </p:nvSpPr>
        <p:spPr>
          <a:xfrm>
            <a:off x="7543080" y="1999800"/>
            <a:ext cx="1697040" cy="420084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sldNum" idx="3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C2E9A8C-E9B7-4BF9-8243-493B1A26561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ftr" idx="4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aphicFrame>
        <p:nvGraphicFramePr>
          <p:cNvPr id="311" name="표 6"/>
          <p:cNvGraphicFramePr/>
          <p:nvPr/>
        </p:nvGraphicFramePr>
        <p:xfrm>
          <a:off x="509040" y="1752120"/>
          <a:ext cx="4271040" cy="4407840"/>
        </p:xfrm>
        <a:graphic>
          <a:graphicData uri="http://schemas.openxmlformats.org/drawingml/2006/table">
            <a:tbl>
              <a:tblPr/>
              <a:tblGrid>
                <a:gridCol w="901440"/>
                <a:gridCol w="1374120"/>
                <a:gridCol w="665280"/>
                <a:gridCol w="665280"/>
                <a:gridCol w="665280"/>
              </a:tblGrid>
              <a:tr h="3294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 </a:t>
                      </a: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항목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세부내역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연도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YoY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94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자산총계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61,928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63,028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1,101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16,764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19,188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2,424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rowSpan="2"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현금 및 현금성 자산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2,896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3,736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매출채권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7,203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7,970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767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45,164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43,840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유형자산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33,615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32,313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-1,302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부채총계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33,264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35,010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1,745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27,028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28,950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1,922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19,190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-2,180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6,237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6,060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3012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5,329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5,261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-645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29400"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자본총계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28,663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28,018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-645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2" name="표 55"/>
          <p:cNvGraphicFramePr/>
          <p:nvPr/>
        </p:nvGraphicFramePr>
        <p:xfrm>
          <a:off x="5135400" y="1752120"/>
          <a:ext cx="4271040" cy="4403520"/>
        </p:xfrm>
        <a:graphic>
          <a:graphicData uri="http://schemas.openxmlformats.org/drawingml/2006/table">
            <a:tbl>
              <a:tblPr/>
              <a:tblGrid>
                <a:gridCol w="901440"/>
                <a:gridCol w="1374120"/>
                <a:gridCol w="665280"/>
                <a:gridCol w="665280"/>
                <a:gridCol w="665280"/>
              </a:tblGrid>
              <a:tr h="33264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 </a:t>
                      </a: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세부내역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연도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YoY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</a:tr>
              <a:tr h="3326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자산총계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61,928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63,028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1,101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16,764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19,188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2,424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rowSpan="2"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현금 및 현금성 자산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2,896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3,736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매출채권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7,203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7,970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767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45,164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43,840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유형자산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33,615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32,313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-1,302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부채총계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33,264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35,010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1,745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27,028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28,950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1,922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19,190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-2,180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6,237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6,060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5,329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5,261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-645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32640"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자산총계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28,663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28,018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-645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3" name="직사각형 59"/>
          <p:cNvSpPr/>
          <p:nvPr/>
        </p:nvSpPr>
        <p:spPr>
          <a:xfrm>
            <a:off x="3448080" y="2076480"/>
            <a:ext cx="665640" cy="4056480"/>
          </a:xfrm>
          <a:prstGeom prst="rect">
            <a:avLst/>
          </a:prstGeom>
          <a:noFill/>
          <a:ln w="19050">
            <a:solidFill>
              <a:srgbClr val="d55633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14" name="TextBox 60"/>
          <p:cNvSpPr/>
          <p:nvPr/>
        </p:nvSpPr>
        <p:spPr>
          <a:xfrm>
            <a:off x="8250840" y="1495800"/>
            <a:ext cx="124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단위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: 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억원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5" name="TextBox 61"/>
          <p:cNvSpPr/>
          <p:nvPr/>
        </p:nvSpPr>
        <p:spPr>
          <a:xfrm>
            <a:off x="3631320" y="1495800"/>
            <a:ext cx="1242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단위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: 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억원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sldNum" idx="4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9D46C9D-3DD9-4307-A1A8-A7EB073E448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 type="ftr" idx="4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1" name="직사각형 4"/>
          <p:cNvSpPr/>
          <p:nvPr/>
        </p:nvSpPr>
        <p:spPr>
          <a:xfrm>
            <a:off x="566640" y="1830960"/>
            <a:ext cx="1483920" cy="13903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2" name="텍스트 개체 틀 11"/>
          <p:cNvSpPr/>
          <p:nvPr/>
        </p:nvSpPr>
        <p:spPr>
          <a:xfrm>
            <a:off x="2172960" y="1841760"/>
            <a:ext cx="460512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3" name="텍스트 개체 틀 11"/>
          <p:cNvSpPr/>
          <p:nvPr/>
        </p:nvSpPr>
        <p:spPr>
          <a:xfrm>
            <a:off x="6901200" y="1841760"/>
            <a:ext cx="224100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324" name="직선 연결선 10"/>
          <p:cNvCxnSpPr/>
          <p:nvPr/>
        </p:nvCxnSpPr>
        <p:spPr>
          <a:xfrm>
            <a:off x="2172960" y="3304080"/>
            <a:ext cx="4607280" cy="108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325" name="직선 연결선 11"/>
          <p:cNvCxnSpPr/>
          <p:nvPr/>
        </p:nvCxnSpPr>
        <p:spPr>
          <a:xfrm>
            <a:off x="6900840" y="3304080"/>
            <a:ext cx="2243160" cy="108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326" name="텍스트 개체 틀 11"/>
          <p:cNvSpPr/>
          <p:nvPr/>
        </p:nvSpPr>
        <p:spPr>
          <a:xfrm>
            <a:off x="564840" y="3304080"/>
            <a:ext cx="1485720" cy="1394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7" name="텍스트 개체 틀 11"/>
          <p:cNvSpPr/>
          <p:nvPr/>
        </p:nvSpPr>
        <p:spPr>
          <a:xfrm>
            <a:off x="2172960" y="3312360"/>
            <a:ext cx="4605120" cy="13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8" name="텍스트 개체 틀 11"/>
          <p:cNvSpPr/>
          <p:nvPr/>
        </p:nvSpPr>
        <p:spPr>
          <a:xfrm>
            <a:off x="6901200" y="3312360"/>
            <a:ext cx="2241000" cy="13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329" name="직선 연결선 15"/>
          <p:cNvCxnSpPr/>
          <p:nvPr/>
        </p:nvCxnSpPr>
        <p:spPr>
          <a:xfrm>
            <a:off x="2172960" y="4776120"/>
            <a:ext cx="4607280" cy="108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330" name="직선 연결선 16"/>
          <p:cNvCxnSpPr/>
          <p:nvPr/>
        </p:nvCxnSpPr>
        <p:spPr>
          <a:xfrm>
            <a:off x="6900840" y="4776120"/>
            <a:ext cx="2243160" cy="108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331" name="텍스트 개체 틀 11"/>
          <p:cNvSpPr/>
          <p:nvPr/>
        </p:nvSpPr>
        <p:spPr>
          <a:xfrm>
            <a:off x="564840" y="4786920"/>
            <a:ext cx="1485720" cy="1520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2" name="텍스트 개체 틀 11"/>
          <p:cNvSpPr/>
          <p:nvPr/>
        </p:nvSpPr>
        <p:spPr>
          <a:xfrm>
            <a:off x="2172960" y="4786920"/>
            <a:ext cx="4605120" cy="13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3" name="텍스트 개체 틀 11"/>
          <p:cNvSpPr/>
          <p:nvPr/>
        </p:nvSpPr>
        <p:spPr>
          <a:xfrm>
            <a:off x="6901200" y="4786920"/>
            <a:ext cx="2241000" cy="13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334" name="직선 연결선 20"/>
          <p:cNvCxnSpPr/>
          <p:nvPr/>
        </p:nvCxnSpPr>
        <p:spPr>
          <a:xfrm>
            <a:off x="2149920" y="6308640"/>
            <a:ext cx="4607640" cy="108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cxnSp>
        <p:nvCxnSpPr>
          <p:cNvPr id="335" name="직선 연결선 21"/>
          <p:cNvCxnSpPr/>
          <p:nvPr/>
        </p:nvCxnSpPr>
        <p:spPr>
          <a:xfrm>
            <a:off x="6900840" y="6308640"/>
            <a:ext cx="2243160" cy="108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sp>
        <p:nvSpPr>
          <p:cNvPr id="336" name="ColumnHeader"/>
          <p:cNvSpPr/>
          <p:nvPr/>
        </p:nvSpPr>
        <p:spPr>
          <a:xfrm>
            <a:off x="6901200" y="1432080"/>
            <a:ext cx="22410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7" name="ColumnHeader"/>
          <p:cNvSpPr/>
          <p:nvPr/>
        </p:nvSpPr>
        <p:spPr>
          <a:xfrm>
            <a:off x="566640" y="1432080"/>
            <a:ext cx="149724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8" name="ColumnHeader"/>
          <p:cNvSpPr/>
          <p:nvPr/>
        </p:nvSpPr>
        <p:spPr>
          <a:xfrm>
            <a:off x="2172960" y="1432080"/>
            <a:ext cx="460512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sldNum" idx="4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78D0179-82EC-4F48-A20A-27E680072E6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43" name="PlaceHolder 5"/>
          <p:cNvSpPr>
            <a:spLocks noGrp="1"/>
          </p:cNvSpPr>
          <p:nvPr>
            <p:ph type="ftr" idx="4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44" name="TextBox 4"/>
          <p:cNvSpPr/>
          <p:nvPr/>
        </p:nvSpPr>
        <p:spPr>
          <a:xfrm>
            <a:off x="2169720" y="2058840"/>
            <a:ext cx="1264320" cy="460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아연도금강판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5" name="텍스트 개체 틀 22"/>
          <p:cNvSpPr/>
          <p:nvPr/>
        </p:nvSpPr>
        <p:spPr>
          <a:xfrm>
            <a:off x="2242080" y="339012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6" name="ColumnHeader"/>
          <p:cNvSpPr/>
          <p:nvPr/>
        </p:nvSpPr>
        <p:spPr>
          <a:xfrm>
            <a:off x="647640" y="1585080"/>
            <a:ext cx="862236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7" name="TextBox 7"/>
          <p:cNvSpPr/>
          <p:nvPr/>
        </p:nvSpPr>
        <p:spPr>
          <a:xfrm>
            <a:off x="3614400" y="2058840"/>
            <a:ext cx="1264320" cy="460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칼라강판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8" name="TextBox 8"/>
          <p:cNvSpPr/>
          <p:nvPr/>
        </p:nvSpPr>
        <p:spPr>
          <a:xfrm>
            <a:off x="5059440" y="2058840"/>
            <a:ext cx="1264320" cy="460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석도강판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9" name="TextBox 9"/>
          <p:cNvSpPr/>
          <p:nvPr/>
        </p:nvSpPr>
        <p:spPr>
          <a:xfrm>
            <a:off x="6504480" y="2058840"/>
            <a:ext cx="1264320" cy="460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강관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0" name="TextBox 10"/>
          <p:cNvSpPr/>
          <p:nvPr/>
        </p:nvSpPr>
        <p:spPr>
          <a:xfrm>
            <a:off x="7949160" y="2058840"/>
            <a:ext cx="1264320" cy="460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용접형강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1" name="TextBox 11"/>
          <p:cNvSpPr/>
          <p:nvPr/>
        </p:nvSpPr>
        <p:spPr>
          <a:xfrm>
            <a:off x="724680" y="2656440"/>
            <a:ext cx="1264320" cy="1231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생산제품</a:t>
            </a:r>
            <a:br>
              <a:rPr sz="1400"/>
            </a:b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및 용도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2" name="Line 64"/>
          <p:cNvSpPr/>
          <p:nvPr/>
        </p:nvSpPr>
        <p:spPr>
          <a:xfrm>
            <a:off x="724680" y="3970800"/>
            <a:ext cx="848988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2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353" name="텍스트 개체 틀 22"/>
          <p:cNvSpPr/>
          <p:nvPr/>
        </p:nvSpPr>
        <p:spPr>
          <a:xfrm>
            <a:off x="3686760" y="339012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4" name="텍스트 개체 틀 22"/>
          <p:cNvSpPr/>
          <p:nvPr/>
        </p:nvSpPr>
        <p:spPr>
          <a:xfrm>
            <a:off x="5131800" y="339012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5" name="텍스트 개체 틀 22"/>
          <p:cNvSpPr/>
          <p:nvPr/>
        </p:nvSpPr>
        <p:spPr>
          <a:xfrm>
            <a:off x="6576840" y="339012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6" name="텍스트 개체 틀 22"/>
          <p:cNvSpPr/>
          <p:nvPr/>
        </p:nvSpPr>
        <p:spPr>
          <a:xfrm>
            <a:off x="8021520" y="339012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7" name="Line 64"/>
          <p:cNvSpPr/>
          <p:nvPr/>
        </p:nvSpPr>
        <p:spPr>
          <a:xfrm>
            <a:off x="724680" y="5390280"/>
            <a:ext cx="848988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2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358" name="TextBox 23"/>
          <p:cNvSpPr/>
          <p:nvPr/>
        </p:nvSpPr>
        <p:spPr>
          <a:xfrm>
            <a:off x="724680" y="4046760"/>
            <a:ext cx="1264320" cy="371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매출액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9" name="TextBox 24"/>
          <p:cNvSpPr/>
          <p:nvPr/>
        </p:nvSpPr>
        <p:spPr>
          <a:xfrm>
            <a:off x="724680" y="4488840"/>
            <a:ext cx="1264320" cy="371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매출비중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0" name="TextBox 25"/>
          <p:cNvSpPr/>
          <p:nvPr/>
        </p:nvSpPr>
        <p:spPr>
          <a:xfrm>
            <a:off x="724680" y="4930920"/>
            <a:ext cx="1264320" cy="371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매출이익률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1" name="TextBox 26"/>
          <p:cNvSpPr/>
          <p:nvPr/>
        </p:nvSpPr>
        <p:spPr>
          <a:xfrm>
            <a:off x="724680" y="5477040"/>
            <a:ext cx="1264320" cy="7963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산업현황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2" name="텍스트 개체 틀 22"/>
          <p:cNvSpPr/>
          <p:nvPr/>
        </p:nvSpPr>
        <p:spPr>
          <a:xfrm>
            <a:off x="2242080" y="4062960"/>
            <a:ext cx="11196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1600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3" name="텍스트 개체 틀 22"/>
          <p:cNvSpPr/>
          <p:nvPr/>
        </p:nvSpPr>
        <p:spPr>
          <a:xfrm>
            <a:off x="3686760" y="404676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3000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4" name="텍스트 개체 틀 22"/>
          <p:cNvSpPr/>
          <p:nvPr/>
        </p:nvSpPr>
        <p:spPr>
          <a:xfrm>
            <a:off x="5131800" y="404676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300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5" name="텍스트 개체 틀 22"/>
          <p:cNvSpPr/>
          <p:nvPr/>
        </p:nvSpPr>
        <p:spPr>
          <a:xfrm>
            <a:off x="6576840" y="404676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400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6" name="텍스트 개체 틀 22"/>
          <p:cNvSpPr/>
          <p:nvPr/>
        </p:nvSpPr>
        <p:spPr>
          <a:xfrm>
            <a:off x="8021520" y="404676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50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7" name="텍스트 개체 틀 22"/>
          <p:cNvSpPr/>
          <p:nvPr/>
        </p:nvSpPr>
        <p:spPr>
          <a:xfrm>
            <a:off x="2242080" y="549216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8" name="텍스트 개체 틀 22"/>
          <p:cNvSpPr/>
          <p:nvPr/>
        </p:nvSpPr>
        <p:spPr>
          <a:xfrm>
            <a:off x="3686760" y="547560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9" name="텍스트 개체 틀 22"/>
          <p:cNvSpPr/>
          <p:nvPr/>
        </p:nvSpPr>
        <p:spPr>
          <a:xfrm>
            <a:off x="5131800" y="547560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0" name="텍스트 개체 틀 22"/>
          <p:cNvSpPr/>
          <p:nvPr/>
        </p:nvSpPr>
        <p:spPr>
          <a:xfrm>
            <a:off x="6576840" y="547560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1" name="텍스트 개체 틀 22"/>
          <p:cNvSpPr/>
          <p:nvPr/>
        </p:nvSpPr>
        <p:spPr>
          <a:xfrm>
            <a:off x="8021520" y="5475600"/>
            <a:ext cx="1119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2" name="텍스트 개체 틀 22"/>
          <p:cNvSpPr/>
          <p:nvPr/>
        </p:nvSpPr>
        <p:spPr>
          <a:xfrm>
            <a:off x="2242080" y="4505040"/>
            <a:ext cx="11196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20%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3" name="텍스트 개체 틀 22"/>
          <p:cNvSpPr/>
          <p:nvPr/>
        </p:nvSpPr>
        <p:spPr>
          <a:xfrm>
            <a:off x="3686760" y="448884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60%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4" name="텍스트 개체 틀 22"/>
          <p:cNvSpPr/>
          <p:nvPr/>
        </p:nvSpPr>
        <p:spPr>
          <a:xfrm>
            <a:off x="5131800" y="448884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5" name="텍스트 개체 틀 22"/>
          <p:cNvSpPr/>
          <p:nvPr/>
        </p:nvSpPr>
        <p:spPr>
          <a:xfrm>
            <a:off x="6576840" y="448884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6" name="텍스트 개체 틀 22"/>
          <p:cNvSpPr/>
          <p:nvPr/>
        </p:nvSpPr>
        <p:spPr>
          <a:xfrm>
            <a:off x="8021520" y="448884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7" name="텍스트 개체 틀 22"/>
          <p:cNvSpPr/>
          <p:nvPr/>
        </p:nvSpPr>
        <p:spPr>
          <a:xfrm>
            <a:off x="2242080" y="4942080"/>
            <a:ext cx="11196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8" name="텍스트 개체 틀 22"/>
          <p:cNvSpPr/>
          <p:nvPr/>
        </p:nvSpPr>
        <p:spPr>
          <a:xfrm>
            <a:off x="3686760" y="492588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9" name="텍스트 개체 틀 22"/>
          <p:cNvSpPr/>
          <p:nvPr/>
        </p:nvSpPr>
        <p:spPr>
          <a:xfrm>
            <a:off x="5131800" y="492588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21%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0" name="텍스트 개체 틀 22"/>
          <p:cNvSpPr/>
          <p:nvPr/>
        </p:nvSpPr>
        <p:spPr>
          <a:xfrm>
            <a:off x="6576840" y="492588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1" name="텍스트 개체 틀 22"/>
          <p:cNvSpPr/>
          <p:nvPr/>
        </p:nvSpPr>
        <p:spPr>
          <a:xfrm>
            <a:off x="8021520" y="4925880"/>
            <a:ext cx="11196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2" name="TextBox 54"/>
          <p:cNvSpPr/>
          <p:nvPr/>
        </p:nvSpPr>
        <p:spPr>
          <a:xfrm>
            <a:off x="742320" y="2646720"/>
            <a:ext cx="1264320" cy="1231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생산제품</a:t>
            </a:r>
            <a:br>
              <a:rPr sz="1400"/>
            </a:b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 및 용도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3" name="TextBox 55"/>
          <p:cNvSpPr/>
          <p:nvPr/>
        </p:nvSpPr>
        <p:spPr>
          <a:xfrm>
            <a:off x="742320" y="4037040"/>
            <a:ext cx="1264320" cy="371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매출액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4" name="TextBox 56"/>
          <p:cNvSpPr/>
          <p:nvPr/>
        </p:nvSpPr>
        <p:spPr>
          <a:xfrm>
            <a:off x="742320" y="4479120"/>
            <a:ext cx="1264320" cy="371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매출비중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5" name="TextBox 57"/>
          <p:cNvSpPr/>
          <p:nvPr/>
        </p:nvSpPr>
        <p:spPr>
          <a:xfrm>
            <a:off x="742320" y="4921200"/>
            <a:ext cx="1264320" cy="371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매출이익률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6" name="TextBox 58"/>
          <p:cNvSpPr/>
          <p:nvPr/>
        </p:nvSpPr>
        <p:spPr>
          <a:xfrm>
            <a:off x="742320" y="5467320"/>
            <a:ext cx="1264320" cy="7963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산업현황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sldNum" idx="4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0633526-0D4C-48C5-938D-52CD5F71FB6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ftr" idx="4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92" name="Rectangle 35"/>
          <p:cNvSpPr/>
          <p:nvPr/>
        </p:nvSpPr>
        <p:spPr>
          <a:xfrm>
            <a:off x="4329720" y="6089040"/>
            <a:ext cx="390960" cy="25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002452"/>
                </a:solidFill>
                <a:latin typeface="Wingdings"/>
                <a:ea typeface="굴림"/>
              </a:rPr>
              <a:t>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3" name="Rectangle 36"/>
          <p:cNvSpPr/>
          <p:nvPr/>
        </p:nvSpPr>
        <p:spPr>
          <a:xfrm>
            <a:off x="4986720" y="6138720"/>
            <a:ext cx="423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4" name="Rectangle 37"/>
          <p:cNvSpPr/>
          <p:nvPr/>
        </p:nvSpPr>
        <p:spPr>
          <a:xfrm>
            <a:off x="5928840" y="6138720"/>
            <a:ext cx="4975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5320" bIns="8532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5" name="Rectangle 38"/>
          <p:cNvSpPr/>
          <p:nvPr/>
        </p:nvSpPr>
        <p:spPr>
          <a:xfrm>
            <a:off x="6701760" y="6153840"/>
            <a:ext cx="423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6" name="Rectangle 39"/>
          <p:cNvSpPr/>
          <p:nvPr/>
        </p:nvSpPr>
        <p:spPr>
          <a:xfrm>
            <a:off x="7702560" y="6138720"/>
            <a:ext cx="50040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5320" bIns="8532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7" name="Rectangle 40"/>
          <p:cNvSpPr/>
          <p:nvPr/>
        </p:nvSpPr>
        <p:spPr>
          <a:xfrm>
            <a:off x="8397720" y="6153840"/>
            <a:ext cx="423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8" name="Rectangle 3"/>
          <p:cNvSpPr/>
          <p:nvPr/>
        </p:nvSpPr>
        <p:spPr>
          <a:xfrm>
            <a:off x="493560" y="1922040"/>
            <a:ext cx="2362680" cy="530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9" name="Rectangle 4"/>
          <p:cNvSpPr/>
          <p:nvPr/>
        </p:nvSpPr>
        <p:spPr>
          <a:xfrm>
            <a:off x="493560" y="2601720"/>
            <a:ext cx="2362680" cy="530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0" name="Rectangle 5"/>
          <p:cNvSpPr/>
          <p:nvPr/>
        </p:nvSpPr>
        <p:spPr>
          <a:xfrm>
            <a:off x="493560" y="3281040"/>
            <a:ext cx="2362680" cy="530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1" name="Rectangle 6"/>
          <p:cNvSpPr/>
          <p:nvPr/>
        </p:nvSpPr>
        <p:spPr>
          <a:xfrm>
            <a:off x="493560" y="3960360"/>
            <a:ext cx="2362680" cy="530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2" name="Rectangle 7"/>
          <p:cNvSpPr/>
          <p:nvPr/>
        </p:nvSpPr>
        <p:spPr>
          <a:xfrm>
            <a:off x="493560" y="4640040"/>
            <a:ext cx="2362680" cy="530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3" name="Rectangle 8"/>
          <p:cNvSpPr/>
          <p:nvPr/>
        </p:nvSpPr>
        <p:spPr>
          <a:xfrm>
            <a:off x="2967120" y="1496520"/>
            <a:ext cx="1540440" cy="27180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4" name="Rectangle 9"/>
          <p:cNvSpPr/>
          <p:nvPr/>
        </p:nvSpPr>
        <p:spPr>
          <a:xfrm>
            <a:off x="4611600" y="1496520"/>
            <a:ext cx="1538640" cy="27180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5" name="Rectangle 10"/>
          <p:cNvSpPr/>
          <p:nvPr/>
        </p:nvSpPr>
        <p:spPr>
          <a:xfrm>
            <a:off x="6264360" y="1496520"/>
            <a:ext cx="1538640" cy="27180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6" name="Rectangle 11"/>
          <p:cNvSpPr/>
          <p:nvPr/>
        </p:nvSpPr>
        <p:spPr>
          <a:xfrm>
            <a:off x="7907400" y="1496520"/>
            <a:ext cx="1540440" cy="27180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7" name="Rectangle 12"/>
          <p:cNvSpPr/>
          <p:nvPr/>
        </p:nvSpPr>
        <p:spPr>
          <a:xfrm>
            <a:off x="3311640" y="192204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8" name="Rectangle 13"/>
          <p:cNvSpPr/>
          <p:nvPr/>
        </p:nvSpPr>
        <p:spPr>
          <a:xfrm>
            <a:off x="3311640" y="260172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9" name="Rectangle 14"/>
          <p:cNvSpPr/>
          <p:nvPr/>
        </p:nvSpPr>
        <p:spPr>
          <a:xfrm>
            <a:off x="3311640" y="328104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0" name="Rectangle 15"/>
          <p:cNvSpPr/>
          <p:nvPr/>
        </p:nvSpPr>
        <p:spPr>
          <a:xfrm>
            <a:off x="3311640" y="396036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1" name="Rectangle 16"/>
          <p:cNvSpPr/>
          <p:nvPr/>
        </p:nvSpPr>
        <p:spPr>
          <a:xfrm>
            <a:off x="3311640" y="464004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2" name="Rectangle 17"/>
          <p:cNvSpPr/>
          <p:nvPr/>
        </p:nvSpPr>
        <p:spPr>
          <a:xfrm>
            <a:off x="4951440" y="258876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3" name="Rectangle 18"/>
          <p:cNvSpPr/>
          <p:nvPr/>
        </p:nvSpPr>
        <p:spPr>
          <a:xfrm>
            <a:off x="4951440" y="327168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4" name="Rectangle 19"/>
          <p:cNvSpPr/>
          <p:nvPr/>
        </p:nvSpPr>
        <p:spPr>
          <a:xfrm>
            <a:off x="4951440" y="395424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5" name="Rectangle 20"/>
          <p:cNvSpPr/>
          <p:nvPr/>
        </p:nvSpPr>
        <p:spPr>
          <a:xfrm>
            <a:off x="4951440" y="463680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6" name="Rectangle 21"/>
          <p:cNvSpPr/>
          <p:nvPr/>
        </p:nvSpPr>
        <p:spPr>
          <a:xfrm>
            <a:off x="6593040" y="192204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17" name="Rectangle 22"/>
          <p:cNvSpPr/>
          <p:nvPr/>
        </p:nvSpPr>
        <p:spPr>
          <a:xfrm>
            <a:off x="6593040" y="248724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18" name="Rectangle 23"/>
          <p:cNvSpPr/>
          <p:nvPr/>
        </p:nvSpPr>
        <p:spPr>
          <a:xfrm>
            <a:off x="6593040" y="327168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9" name="Rectangle 24"/>
          <p:cNvSpPr/>
          <p:nvPr/>
        </p:nvSpPr>
        <p:spPr>
          <a:xfrm>
            <a:off x="6593040" y="418608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20" name="Rectangle 25"/>
          <p:cNvSpPr/>
          <p:nvPr/>
        </p:nvSpPr>
        <p:spPr>
          <a:xfrm>
            <a:off x="6593040" y="463680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1" name="Rectangle 26"/>
          <p:cNvSpPr/>
          <p:nvPr/>
        </p:nvSpPr>
        <p:spPr>
          <a:xfrm>
            <a:off x="8234280" y="192204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22" name="Rectangle 27"/>
          <p:cNvSpPr/>
          <p:nvPr/>
        </p:nvSpPr>
        <p:spPr>
          <a:xfrm>
            <a:off x="8234280" y="257472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23" name="Rectangle 28"/>
          <p:cNvSpPr/>
          <p:nvPr/>
        </p:nvSpPr>
        <p:spPr>
          <a:xfrm>
            <a:off x="8234280" y="322704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24" name="Rectangle 29"/>
          <p:cNvSpPr/>
          <p:nvPr/>
        </p:nvSpPr>
        <p:spPr>
          <a:xfrm>
            <a:off x="8234280" y="400176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25" name="Rectangle 30"/>
          <p:cNvSpPr/>
          <p:nvPr/>
        </p:nvSpPr>
        <p:spPr>
          <a:xfrm>
            <a:off x="8234280" y="465588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6" name="Rectangle 31"/>
          <p:cNvSpPr/>
          <p:nvPr/>
        </p:nvSpPr>
        <p:spPr>
          <a:xfrm>
            <a:off x="493560" y="5319360"/>
            <a:ext cx="2362680" cy="530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7" name="Rectangle 32"/>
          <p:cNvSpPr/>
          <p:nvPr/>
        </p:nvSpPr>
        <p:spPr>
          <a:xfrm>
            <a:off x="3311640" y="531936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8" name="Rectangle 33"/>
          <p:cNvSpPr/>
          <p:nvPr/>
        </p:nvSpPr>
        <p:spPr>
          <a:xfrm>
            <a:off x="4951440" y="531936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9" name="Rectangle 34"/>
          <p:cNvSpPr/>
          <p:nvPr/>
        </p:nvSpPr>
        <p:spPr>
          <a:xfrm>
            <a:off x="6593040" y="531936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0" name="Line 41"/>
          <p:cNvSpPr/>
          <p:nvPr/>
        </p:nvSpPr>
        <p:spPr>
          <a:xfrm>
            <a:off x="446040" y="251892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31" name="Line 42"/>
          <p:cNvSpPr/>
          <p:nvPr/>
        </p:nvSpPr>
        <p:spPr>
          <a:xfrm>
            <a:off x="446040" y="319824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32" name="Line 43"/>
          <p:cNvSpPr/>
          <p:nvPr/>
        </p:nvSpPr>
        <p:spPr>
          <a:xfrm>
            <a:off x="446040" y="387792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33" name="Line 44"/>
          <p:cNvSpPr/>
          <p:nvPr/>
        </p:nvSpPr>
        <p:spPr>
          <a:xfrm>
            <a:off x="446040" y="455724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34" name="Line 45"/>
          <p:cNvSpPr/>
          <p:nvPr/>
        </p:nvSpPr>
        <p:spPr>
          <a:xfrm>
            <a:off x="446040" y="523836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35" name="Rectangle 46"/>
          <p:cNvSpPr/>
          <p:nvPr/>
        </p:nvSpPr>
        <p:spPr>
          <a:xfrm>
            <a:off x="8234280" y="258264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6" name="Rectangle 47"/>
          <p:cNvSpPr/>
          <p:nvPr/>
        </p:nvSpPr>
        <p:spPr>
          <a:xfrm>
            <a:off x="6593040" y="258876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7" name="Rectangle 48"/>
          <p:cNvSpPr/>
          <p:nvPr/>
        </p:nvSpPr>
        <p:spPr>
          <a:xfrm>
            <a:off x="4951440" y="190620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8" name="Rectangle 49"/>
          <p:cNvSpPr/>
          <p:nvPr/>
        </p:nvSpPr>
        <p:spPr>
          <a:xfrm>
            <a:off x="8234280" y="531936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9" name="Rectangle 50"/>
          <p:cNvSpPr/>
          <p:nvPr/>
        </p:nvSpPr>
        <p:spPr>
          <a:xfrm>
            <a:off x="8234280" y="400176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0" name="Rectangle 13"/>
          <p:cNvSpPr/>
          <p:nvPr/>
        </p:nvSpPr>
        <p:spPr>
          <a:xfrm>
            <a:off x="3311640" y="260172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1" name="Rectangle 14"/>
          <p:cNvSpPr/>
          <p:nvPr/>
        </p:nvSpPr>
        <p:spPr>
          <a:xfrm>
            <a:off x="3311640" y="3281040"/>
            <a:ext cx="8798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2" name="Rectangle 18"/>
          <p:cNvSpPr/>
          <p:nvPr/>
        </p:nvSpPr>
        <p:spPr>
          <a:xfrm>
            <a:off x="4951440" y="327168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3" name="Rectangle 48"/>
          <p:cNvSpPr/>
          <p:nvPr/>
        </p:nvSpPr>
        <p:spPr>
          <a:xfrm>
            <a:off x="4951440" y="1906560"/>
            <a:ext cx="881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7" name="PlaceHolder 4"/>
          <p:cNvSpPr>
            <a:spLocks noGrp="1"/>
          </p:cNvSpPr>
          <p:nvPr>
            <p:ph type="sldNum" idx="4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48129DE-D29F-4DBA-9F81-E49D6D6FA91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48" name="PlaceHolder 5"/>
          <p:cNvSpPr>
            <a:spLocks noGrp="1"/>
          </p:cNvSpPr>
          <p:nvPr>
            <p:ph type="ftr" idx="4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49" name="직사각형 12"/>
          <p:cNvSpPr/>
          <p:nvPr/>
        </p:nvSpPr>
        <p:spPr>
          <a:xfrm>
            <a:off x="549720" y="2205000"/>
            <a:ext cx="2661120" cy="2662920"/>
          </a:xfrm>
          <a:prstGeom prst="rect">
            <a:avLst/>
          </a:prstGeom>
          <a:solidFill>
            <a:schemeClr val="bg2">
              <a:alpha val="7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524e52"/>
              </a:solidFill>
              <a:latin typeface="맑은 고딕"/>
              <a:ea typeface="맑은 고딕"/>
            </a:endParaRPr>
          </a:p>
        </p:txBody>
      </p:sp>
      <p:sp>
        <p:nvSpPr>
          <p:cNvPr id="450" name="직사각형 13"/>
          <p:cNvSpPr/>
          <p:nvPr/>
        </p:nvSpPr>
        <p:spPr>
          <a:xfrm>
            <a:off x="6694200" y="2205000"/>
            <a:ext cx="2661120" cy="2662920"/>
          </a:xfrm>
          <a:prstGeom prst="rect">
            <a:avLst/>
          </a:prstGeom>
          <a:solidFill>
            <a:schemeClr val="accent2">
              <a:alpha val="7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본고딕 Normal"/>
            </a:endParaRPr>
          </a:p>
        </p:txBody>
      </p:sp>
      <p:sp>
        <p:nvSpPr>
          <p:cNvPr id="451" name="직사각형 14"/>
          <p:cNvSpPr/>
          <p:nvPr/>
        </p:nvSpPr>
        <p:spPr>
          <a:xfrm>
            <a:off x="3621960" y="2205000"/>
            <a:ext cx="2661120" cy="2662920"/>
          </a:xfrm>
          <a:prstGeom prst="rect">
            <a:avLst/>
          </a:prstGeom>
          <a:solidFill>
            <a:schemeClr val="accent3">
              <a:alpha val="7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452" name="직사각형 15"/>
          <p:cNvSpPr/>
          <p:nvPr/>
        </p:nvSpPr>
        <p:spPr>
          <a:xfrm>
            <a:off x="259560" y="1776240"/>
            <a:ext cx="1733400" cy="16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21" strike="noStrike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01</a:t>
            </a:r>
            <a:endParaRPr b="0" lang="en-US" sz="8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3" name="직사각형 16"/>
          <p:cNvSpPr/>
          <p:nvPr/>
        </p:nvSpPr>
        <p:spPr>
          <a:xfrm>
            <a:off x="3333240" y="1788840"/>
            <a:ext cx="1733400" cy="16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21" strike="noStrike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02</a:t>
            </a:r>
            <a:endParaRPr b="0" lang="en-US" sz="8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4" name="직사각형 17"/>
          <p:cNvSpPr/>
          <p:nvPr/>
        </p:nvSpPr>
        <p:spPr>
          <a:xfrm>
            <a:off x="6403320" y="1788840"/>
            <a:ext cx="1733400" cy="16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21" strike="noStrike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03</a:t>
            </a:r>
            <a:endParaRPr b="0" lang="en-US" sz="8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5" name="직사각형 18"/>
          <p:cNvSpPr/>
          <p:nvPr/>
        </p:nvSpPr>
        <p:spPr>
          <a:xfrm>
            <a:off x="549720" y="5045760"/>
            <a:ext cx="26611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6" name="텍스트 개체 틀 5"/>
          <p:cNvSpPr/>
          <p:nvPr/>
        </p:nvSpPr>
        <p:spPr>
          <a:xfrm>
            <a:off x="276120" y="3098160"/>
            <a:ext cx="93423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57" name="텍스트 개체 틀 5"/>
          <p:cNvSpPr/>
          <p:nvPr/>
        </p:nvSpPr>
        <p:spPr>
          <a:xfrm>
            <a:off x="276120" y="3484440"/>
            <a:ext cx="93423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58" name="텍스트 개체 틀 5"/>
          <p:cNvSpPr/>
          <p:nvPr/>
        </p:nvSpPr>
        <p:spPr>
          <a:xfrm>
            <a:off x="276120" y="3861000"/>
            <a:ext cx="93423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59" name="텍스트 개체 틀 5"/>
          <p:cNvSpPr/>
          <p:nvPr/>
        </p:nvSpPr>
        <p:spPr>
          <a:xfrm>
            <a:off x="276120" y="4439880"/>
            <a:ext cx="93423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60" name="직사각형 26"/>
          <p:cNvSpPr/>
          <p:nvPr/>
        </p:nvSpPr>
        <p:spPr>
          <a:xfrm>
            <a:off x="1168560" y="3422880"/>
            <a:ext cx="14252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1" name="직사각형 30"/>
          <p:cNvSpPr/>
          <p:nvPr/>
        </p:nvSpPr>
        <p:spPr>
          <a:xfrm>
            <a:off x="4241160" y="3422880"/>
            <a:ext cx="14252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2" name="직사각형 34"/>
          <p:cNvSpPr/>
          <p:nvPr/>
        </p:nvSpPr>
        <p:spPr>
          <a:xfrm>
            <a:off x="7311600" y="3422880"/>
            <a:ext cx="14259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3" name="직사각형 25"/>
          <p:cNvSpPr/>
          <p:nvPr/>
        </p:nvSpPr>
        <p:spPr>
          <a:xfrm>
            <a:off x="3621960" y="5045760"/>
            <a:ext cx="26611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4" name="직사각형 27"/>
          <p:cNvSpPr/>
          <p:nvPr/>
        </p:nvSpPr>
        <p:spPr>
          <a:xfrm>
            <a:off x="6694200" y="5045760"/>
            <a:ext cx="26611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9" name="PlaceHolder 5"/>
          <p:cNvSpPr>
            <a:spLocks noGrp="1"/>
          </p:cNvSpPr>
          <p:nvPr>
            <p:ph type="sldNum" idx="4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83E459-0A07-4D63-B605-9CCA3E59830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70" name="PlaceHolder 6"/>
          <p:cNvSpPr>
            <a:spLocks noGrp="1"/>
          </p:cNvSpPr>
          <p:nvPr>
            <p:ph type="ftr" idx="5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71" name="순서도: 연결자 6"/>
          <p:cNvSpPr/>
          <p:nvPr/>
        </p:nvSpPr>
        <p:spPr>
          <a:xfrm>
            <a:off x="1987920" y="2949840"/>
            <a:ext cx="1784160" cy="178416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72" name="순서도: 연결자 7"/>
          <p:cNvSpPr/>
          <p:nvPr/>
        </p:nvSpPr>
        <p:spPr>
          <a:xfrm>
            <a:off x="4096080" y="2949840"/>
            <a:ext cx="1784160" cy="178416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73" name="순서도: 연결자 8"/>
          <p:cNvSpPr/>
          <p:nvPr/>
        </p:nvSpPr>
        <p:spPr>
          <a:xfrm>
            <a:off x="6204240" y="2949840"/>
            <a:ext cx="1784160" cy="178416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74" name="자유형 9"/>
          <p:cNvSpPr/>
          <p:nvPr/>
        </p:nvSpPr>
        <p:spPr>
          <a:xfrm>
            <a:off x="1386720" y="2457000"/>
            <a:ext cx="7229520" cy="2808720"/>
          </a:xfrm>
          <a:custGeom>
            <a:avLst/>
            <a:gdLst>
              <a:gd name="textAreaLeft" fmla="*/ 0 w 7229520"/>
              <a:gd name="textAreaRight" fmla="*/ 7230600 w 7229520"/>
              <a:gd name="textAreaTop" fmla="*/ 0 h 2808720"/>
              <a:gd name="textAreaBottom" fmla="*/ 2809800 h 2808720"/>
            </a:gdLst>
            <a:ahLst/>
            <a:rect l="textAreaLeft" t="textAreaTop" r="textAreaRight" b="textAreaBottom"/>
            <a:pathLst>
              <a:path w="7230498" h="2809876">
                <a:moveTo>
                  <a:pt x="5134608" y="0"/>
                </a:moveTo>
                <a:lnTo>
                  <a:pt x="5825560" y="0"/>
                </a:lnTo>
                <a:cubicBezTo>
                  <a:pt x="6601486" y="0"/>
                  <a:pt x="7230498" y="629012"/>
                  <a:pt x="7230498" y="1404938"/>
                </a:cubicBezTo>
                <a:lnTo>
                  <a:pt x="7230497" y="1404938"/>
                </a:lnTo>
                <a:cubicBezTo>
                  <a:pt x="7230497" y="2180864"/>
                  <a:pt x="6601485" y="2809876"/>
                  <a:pt x="5825559" y="2809876"/>
                </a:cubicBezTo>
                <a:lnTo>
                  <a:pt x="5688949" y="2809876"/>
                </a:lnTo>
                <a:lnTo>
                  <a:pt x="5688949" y="2669509"/>
                </a:lnTo>
                <a:lnTo>
                  <a:pt x="5804939" y="2669509"/>
                </a:lnTo>
                <a:cubicBezTo>
                  <a:pt x="6503342" y="2669509"/>
                  <a:pt x="7069510" y="2103341"/>
                  <a:pt x="7069510" y="1404938"/>
                </a:cubicBezTo>
                <a:lnTo>
                  <a:pt x="7069511" y="1404938"/>
                </a:lnTo>
                <a:cubicBezTo>
                  <a:pt x="7069511" y="706535"/>
                  <a:pt x="6503343" y="140367"/>
                  <a:pt x="5804940" y="140367"/>
                </a:cubicBezTo>
                <a:lnTo>
                  <a:pt x="5134608" y="140367"/>
                </a:lnTo>
                <a:lnTo>
                  <a:pt x="5134608" y="0"/>
                </a:lnTo>
                <a:close/>
                <a:moveTo>
                  <a:pt x="1405960" y="0"/>
                </a:moveTo>
                <a:lnTo>
                  <a:pt x="2096913" y="0"/>
                </a:lnTo>
                <a:lnTo>
                  <a:pt x="2096913" y="140367"/>
                </a:lnTo>
                <a:lnTo>
                  <a:pt x="1426579" y="140367"/>
                </a:lnTo>
                <a:cubicBezTo>
                  <a:pt x="815477" y="140367"/>
                  <a:pt x="307997" y="573840"/>
                  <a:pt x="190081" y="1150083"/>
                </a:cubicBezTo>
                <a:cubicBezTo>
                  <a:pt x="179135" y="1239797"/>
                  <a:pt x="168191" y="1319986"/>
                  <a:pt x="166770" y="1404938"/>
                </a:cubicBezTo>
                <a:cubicBezTo>
                  <a:pt x="170572" y="1492270"/>
                  <a:pt x="179136" y="1574841"/>
                  <a:pt x="187700" y="1659792"/>
                </a:cubicBezTo>
                <a:cubicBezTo>
                  <a:pt x="305616" y="2236036"/>
                  <a:pt x="815477" y="2669508"/>
                  <a:pt x="1426579" y="2669508"/>
                </a:cubicBezTo>
                <a:lnTo>
                  <a:pt x="1542571" y="2669508"/>
                </a:lnTo>
                <a:lnTo>
                  <a:pt x="1542571" y="2809875"/>
                </a:lnTo>
                <a:lnTo>
                  <a:pt x="1405960" y="2809875"/>
                </a:lnTo>
                <a:cubicBezTo>
                  <a:pt x="727025" y="2809875"/>
                  <a:pt x="160571" y="2328288"/>
                  <a:pt x="29566" y="1688081"/>
                </a:cubicBezTo>
                <a:cubicBezTo>
                  <a:pt x="20845" y="1599256"/>
                  <a:pt x="2599" y="1503288"/>
                  <a:pt x="1022" y="1416844"/>
                </a:cubicBezTo>
                <a:cubicBezTo>
                  <a:pt x="-4544" y="1319287"/>
                  <a:pt x="13701" y="1219351"/>
                  <a:pt x="29566" y="1121794"/>
                </a:cubicBezTo>
                <a:cubicBezTo>
                  <a:pt x="160571" y="481587"/>
                  <a:pt x="727025" y="0"/>
                  <a:pt x="1405960" y="0"/>
                </a:cubicBezTo>
                <a:close/>
              </a:path>
            </a:pathLst>
          </a:custGeom>
          <a:solidFill>
            <a:srgbClr val="002452"/>
          </a:solidFill>
          <a:ln w="127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75" name="TextBox 10"/>
          <p:cNvSpPr/>
          <p:nvPr/>
        </p:nvSpPr>
        <p:spPr>
          <a:xfrm>
            <a:off x="4462920" y="2230560"/>
            <a:ext cx="10501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6" name="TextBox 11"/>
          <p:cNvSpPr/>
          <p:nvPr/>
        </p:nvSpPr>
        <p:spPr>
          <a:xfrm>
            <a:off x="4642560" y="2513880"/>
            <a:ext cx="6915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7" name="TextBox 12"/>
          <p:cNvSpPr/>
          <p:nvPr/>
        </p:nvSpPr>
        <p:spPr>
          <a:xfrm>
            <a:off x="4642560" y="4925160"/>
            <a:ext cx="6915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478" name="직선 연결선 14"/>
          <p:cNvCxnSpPr/>
          <p:nvPr/>
        </p:nvCxnSpPr>
        <p:spPr>
          <a:xfrm>
            <a:off x="3096360" y="4986360"/>
            <a:ext cx="1080" cy="561960"/>
          </a:xfrm>
          <a:prstGeom prst="straightConnector1">
            <a:avLst/>
          </a:prstGeom>
          <a:ln w="0">
            <a:solidFill>
              <a:srgbClr val="002452"/>
            </a:solidFill>
          </a:ln>
        </p:spPr>
      </p:cxnSp>
      <p:sp>
        <p:nvSpPr>
          <p:cNvPr id="479" name="자유형 16"/>
          <p:cNvSpPr/>
          <p:nvPr/>
        </p:nvSpPr>
        <p:spPr>
          <a:xfrm>
            <a:off x="2256840" y="3222360"/>
            <a:ext cx="1517760" cy="1515240"/>
          </a:xfrm>
          <a:custGeom>
            <a:avLst/>
            <a:gdLst>
              <a:gd name="textAreaLeft" fmla="*/ 0 w 1517760"/>
              <a:gd name="textAreaRight" fmla="*/ 1518840 w 1517760"/>
              <a:gd name="textAreaTop" fmla="*/ 0 h 1515240"/>
              <a:gd name="textAreaBottom" fmla="*/ 1516320 h 1515240"/>
            </a:gdLst>
            <a:ahLst/>
            <a:rect l="textAreaLeft" t="textAreaTop" r="textAreaRight" b="textAreaBottom"/>
            <a:pathLst>
              <a:path w="1518739" h="1516358">
                <a:moveTo>
                  <a:pt x="1263370" y="0"/>
                </a:moveTo>
                <a:cubicBezTo>
                  <a:pt x="1297681" y="41585"/>
                  <a:pt x="1310561" y="49834"/>
                  <a:pt x="1366303" y="124756"/>
                </a:cubicBezTo>
                <a:cubicBezTo>
                  <a:pt x="1462543" y="267210"/>
                  <a:pt x="1518739" y="438941"/>
                  <a:pt x="1518739" y="623796"/>
                </a:cubicBezTo>
                <a:cubicBezTo>
                  <a:pt x="1518739" y="1116744"/>
                  <a:pt x="1119125" y="1516358"/>
                  <a:pt x="626177" y="1516358"/>
                </a:cubicBezTo>
                <a:cubicBezTo>
                  <a:pt x="441322" y="1516358"/>
                  <a:pt x="269591" y="1460163"/>
                  <a:pt x="127137" y="1363923"/>
                </a:cubicBezTo>
                <a:cubicBezTo>
                  <a:pt x="35546" y="1298657"/>
                  <a:pt x="41585" y="1297681"/>
                  <a:pt x="0" y="1263370"/>
                </a:cubicBezTo>
                <a:lnTo>
                  <a:pt x="126337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80" name="자유형 17"/>
          <p:cNvSpPr/>
          <p:nvPr/>
        </p:nvSpPr>
        <p:spPr>
          <a:xfrm>
            <a:off x="4365000" y="3218760"/>
            <a:ext cx="1515240" cy="1515240"/>
          </a:xfrm>
          <a:custGeom>
            <a:avLst/>
            <a:gdLst>
              <a:gd name="textAreaLeft" fmla="*/ 0 w 1515240"/>
              <a:gd name="textAreaRight" fmla="*/ 1516320 w 1515240"/>
              <a:gd name="textAreaTop" fmla="*/ 0 h 1515240"/>
              <a:gd name="textAreaBottom" fmla="*/ 1516320 h 1515240"/>
            </a:gdLst>
            <a:ahLst/>
            <a:rect l="textAreaLeft" t="textAreaTop" r="textAreaRight" b="textAreaBottom"/>
            <a:pathLst>
              <a:path w="1516358" h="1516358">
                <a:moveTo>
                  <a:pt x="1260989" y="0"/>
                </a:moveTo>
                <a:cubicBezTo>
                  <a:pt x="1297682" y="36823"/>
                  <a:pt x="1322468" y="68883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67210" y="1460163"/>
                  <a:pt x="124756" y="1363923"/>
                </a:cubicBezTo>
                <a:cubicBezTo>
                  <a:pt x="83171" y="1329612"/>
                  <a:pt x="36822" y="1302444"/>
                  <a:pt x="0" y="1260989"/>
                </a:cubicBez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81" name="자유형 18"/>
          <p:cNvSpPr/>
          <p:nvPr/>
        </p:nvSpPr>
        <p:spPr>
          <a:xfrm>
            <a:off x="6472800" y="3218760"/>
            <a:ext cx="1515240" cy="1515240"/>
          </a:xfrm>
          <a:custGeom>
            <a:avLst/>
            <a:gdLst>
              <a:gd name="textAreaLeft" fmla="*/ 0 w 1515240"/>
              <a:gd name="textAreaRight" fmla="*/ 1516320 w 1515240"/>
              <a:gd name="textAreaTop" fmla="*/ 0 h 1515240"/>
              <a:gd name="textAreaBottom" fmla="*/ 1516320 h 1515240"/>
            </a:gdLst>
            <a:ahLst/>
            <a:rect l="textAreaLeft" t="textAreaTop" r="textAreaRight" b="textAreaBottom"/>
            <a:pathLst>
              <a:path w="1516358" h="1516358">
                <a:moveTo>
                  <a:pt x="1260989" y="0"/>
                </a:moveTo>
                <a:cubicBezTo>
                  <a:pt x="1295300" y="41585"/>
                  <a:pt x="1284367" y="16496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50541" y="1455400"/>
                  <a:pt x="108087" y="1359160"/>
                </a:cubicBezTo>
                <a:lnTo>
                  <a:pt x="0" y="1260989"/>
                </a:ln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82" name="TextBox 19"/>
          <p:cNvSpPr/>
          <p:nvPr/>
        </p:nvSpPr>
        <p:spPr>
          <a:xfrm>
            <a:off x="2392200" y="3309480"/>
            <a:ext cx="940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3" name="TextBox 20"/>
          <p:cNvSpPr/>
          <p:nvPr/>
        </p:nvSpPr>
        <p:spPr>
          <a:xfrm>
            <a:off x="6608160" y="3309480"/>
            <a:ext cx="940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4" name="TextBox 21"/>
          <p:cNvSpPr/>
          <p:nvPr/>
        </p:nvSpPr>
        <p:spPr>
          <a:xfrm>
            <a:off x="4500000" y="3309480"/>
            <a:ext cx="940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5" name="TextBox 22"/>
          <p:cNvSpPr/>
          <p:nvPr/>
        </p:nvSpPr>
        <p:spPr>
          <a:xfrm>
            <a:off x="2516760" y="3615480"/>
            <a:ext cx="6915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6" name="TextBox 23"/>
          <p:cNvSpPr/>
          <p:nvPr/>
        </p:nvSpPr>
        <p:spPr>
          <a:xfrm>
            <a:off x="4624560" y="3615480"/>
            <a:ext cx="6915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7" name="TextBox 24"/>
          <p:cNvSpPr/>
          <p:nvPr/>
        </p:nvSpPr>
        <p:spPr>
          <a:xfrm>
            <a:off x="6732720" y="3615480"/>
            <a:ext cx="6915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488" name="직선 연결선 25"/>
          <p:cNvCxnSpPr/>
          <p:nvPr/>
        </p:nvCxnSpPr>
        <p:spPr>
          <a:xfrm>
            <a:off x="6957000" y="4986360"/>
            <a:ext cx="1080" cy="561960"/>
          </a:xfrm>
          <a:prstGeom prst="straightConnector1">
            <a:avLst/>
          </a:prstGeom>
          <a:ln w="0">
            <a:solidFill>
              <a:srgbClr val="002452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1" name="타원 88"/>
          <p:cNvSpPr/>
          <p:nvPr/>
        </p:nvSpPr>
        <p:spPr>
          <a:xfrm>
            <a:off x="3056400" y="3010680"/>
            <a:ext cx="893160" cy="893160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 type="sldNum" idx="5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EEE61C-877D-4012-8318-F365A826983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95" name="PlaceHolder 6"/>
          <p:cNvSpPr>
            <a:spLocks noGrp="1"/>
          </p:cNvSpPr>
          <p:nvPr>
            <p:ph type="ftr" idx="5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96" name="자유형 84"/>
          <p:cNvSpPr/>
          <p:nvPr/>
        </p:nvSpPr>
        <p:spPr>
          <a:xfrm rot="16200000">
            <a:off x="4581720" y="1768680"/>
            <a:ext cx="740880" cy="1847880"/>
          </a:xfrm>
          <a:custGeom>
            <a:avLst/>
            <a:gdLst>
              <a:gd name="textAreaLeft" fmla="*/ 0 w 740880"/>
              <a:gd name="textAreaRight" fmla="*/ 741960 w 740880"/>
              <a:gd name="textAreaTop" fmla="*/ 0 h 1847880"/>
              <a:gd name="textAreaBottom" fmla="*/ 1848960 h 1847880"/>
            </a:gdLst>
            <a:ahLst/>
            <a:rect l="textAreaLeft" t="textAreaTop" r="textAreaRight" b="textAreaBottom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97" name="자유형 85"/>
          <p:cNvSpPr/>
          <p:nvPr/>
        </p:nvSpPr>
        <p:spPr>
          <a:xfrm flipH="1" rot="5400000">
            <a:off x="5376240" y="2425680"/>
            <a:ext cx="2272320" cy="2065320"/>
          </a:xfrm>
          <a:custGeom>
            <a:avLst/>
            <a:gdLst>
              <a:gd name="textAreaLeft" fmla="*/ 720 w 2272320"/>
              <a:gd name="textAreaRight" fmla="*/ 2274120 w 2272320"/>
              <a:gd name="textAreaTop" fmla="*/ 0 h 2065320"/>
              <a:gd name="textAreaBottom" fmla="*/ 2066400 h 2065320"/>
            </a:gdLst>
            <a:ahLst/>
            <a:rect l="textAreaLeft" t="textAreaTop" r="textAreaRight" b="textAreaBottom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98" name="자유형 86"/>
          <p:cNvSpPr/>
          <p:nvPr/>
        </p:nvSpPr>
        <p:spPr>
          <a:xfrm flipV="1" rot="5400000">
            <a:off x="4581720" y="3294000"/>
            <a:ext cx="740880" cy="1847880"/>
          </a:xfrm>
          <a:custGeom>
            <a:avLst/>
            <a:gdLst>
              <a:gd name="textAreaLeft" fmla="*/ 0 w 740880"/>
              <a:gd name="textAreaRight" fmla="*/ 741960 w 740880"/>
              <a:gd name="textAreaTop" fmla="*/ -720 h 1847880"/>
              <a:gd name="textAreaBottom" fmla="*/ 1848240 h 1847880"/>
            </a:gdLst>
            <a:ahLst/>
            <a:rect l="textAreaLeft" t="textAreaTop" r="textAreaRight" b="textAreaBottom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99" name="자유형 87"/>
          <p:cNvSpPr/>
          <p:nvPr/>
        </p:nvSpPr>
        <p:spPr>
          <a:xfrm rot="16200000">
            <a:off x="2261160" y="2425680"/>
            <a:ext cx="2272320" cy="2065320"/>
          </a:xfrm>
          <a:custGeom>
            <a:avLst/>
            <a:gdLst>
              <a:gd name="textAreaLeft" fmla="*/ 0 w 2272320"/>
              <a:gd name="textAreaRight" fmla="*/ 2273400 w 2272320"/>
              <a:gd name="textAreaTop" fmla="*/ 0 h 2065320"/>
              <a:gd name="textAreaBottom" fmla="*/ 2066400 h 2065320"/>
            </a:gdLst>
            <a:ahLst/>
            <a:rect l="textAreaLeft" t="textAreaTop" r="textAreaRight" b="textAreaBottom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00" name="타원 89"/>
          <p:cNvSpPr/>
          <p:nvPr/>
        </p:nvSpPr>
        <p:spPr>
          <a:xfrm>
            <a:off x="4509000" y="3010680"/>
            <a:ext cx="893160" cy="89316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01" name="타원 90"/>
          <p:cNvSpPr/>
          <p:nvPr/>
        </p:nvSpPr>
        <p:spPr>
          <a:xfrm>
            <a:off x="5955480" y="3010680"/>
            <a:ext cx="893160" cy="893160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502" name="그룹 91"/>
          <p:cNvGrpSpPr/>
          <p:nvPr/>
        </p:nvGrpSpPr>
        <p:grpSpPr>
          <a:xfrm>
            <a:off x="770760" y="3003840"/>
            <a:ext cx="1489680" cy="1101240"/>
            <a:chOff x="770760" y="3003840"/>
            <a:chExt cx="1489680" cy="1101240"/>
          </a:xfrm>
        </p:grpSpPr>
        <p:sp>
          <p:nvSpPr>
            <p:cNvPr id="503" name="TextBox 92"/>
            <p:cNvSpPr/>
            <p:nvPr/>
          </p:nvSpPr>
          <p:spPr>
            <a:xfrm>
              <a:off x="1002960" y="3003840"/>
              <a:ext cx="10504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504" name="TextBox 93"/>
            <p:cNvSpPr/>
            <p:nvPr/>
          </p:nvSpPr>
          <p:spPr>
            <a:xfrm>
              <a:off x="770760" y="3357720"/>
              <a:ext cx="148968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505" name="그룹 94"/>
          <p:cNvGrpSpPr/>
          <p:nvPr/>
        </p:nvGrpSpPr>
        <p:grpSpPr>
          <a:xfrm>
            <a:off x="4156920" y="4689000"/>
            <a:ext cx="1590840" cy="1101240"/>
            <a:chOff x="4156920" y="4689000"/>
            <a:chExt cx="1590840" cy="1101240"/>
          </a:xfrm>
        </p:grpSpPr>
        <p:sp>
          <p:nvSpPr>
            <p:cNvPr id="506" name="TextBox 95"/>
            <p:cNvSpPr/>
            <p:nvPr/>
          </p:nvSpPr>
          <p:spPr>
            <a:xfrm>
              <a:off x="4424760" y="4689000"/>
              <a:ext cx="10504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</a:pP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507" name="TextBox 96"/>
            <p:cNvSpPr/>
            <p:nvPr/>
          </p:nvSpPr>
          <p:spPr>
            <a:xfrm>
              <a:off x="4156920" y="5042880"/>
              <a:ext cx="15908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508" name="그룹 97"/>
          <p:cNvGrpSpPr/>
          <p:nvPr/>
        </p:nvGrpSpPr>
        <p:grpSpPr>
          <a:xfrm>
            <a:off x="7612200" y="2986200"/>
            <a:ext cx="1488960" cy="1136520"/>
            <a:chOff x="7612200" y="2986200"/>
            <a:chExt cx="1488960" cy="1136520"/>
          </a:xfrm>
        </p:grpSpPr>
        <p:sp>
          <p:nvSpPr>
            <p:cNvPr id="509" name="TextBox 98"/>
            <p:cNvSpPr/>
            <p:nvPr/>
          </p:nvSpPr>
          <p:spPr>
            <a:xfrm>
              <a:off x="7827840" y="2986200"/>
              <a:ext cx="10504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</a:pP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510" name="TextBox 99"/>
            <p:cNvSpPr/>
            <p:nvPr/>
          </p:nvSpPr>
          <p:spPr>
            <a:xfrm>
              <a:off x="7612200" y="3375360"/>
              <a:ext cx="148896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511" name="자유형 100"/>
          <p:cNvSpPr/>
          <p:nvPr/>
        </p:nvSpPr>
        <p:spPr>
          <a:xfrm>
            <a:off x="3189960" y="3144600"/>
            <a:ext cx="759240" cy="759240"/>
          </a:xfrm>
          <a:custGeom>
            <a:avLst/>
            <a:gdLst>
              <a:gd name="textAreaLeft" fmla="*/ 0 w 759240"/>
              <a:gd name="textAreaRight" fmla="*/ 760320 w 759240"/>
              <a:gd name="textAreaTop" fmla="*/ 0 h 759240"/>
              <a:gd name="textAreaBottom" fmla="*/ 760320 h 75924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12" name="자유형 101"/>
          <p:cNvSpPr/>
          <p:nvPr/>
        </p:nvSpPr>
        <p:spPr>
          <a:xfrm>
            <a:off x="4642920" y="3144600"/>
            <a:ext cx="759240" cy="759240"/>
          </a:xfrm>
          <a:custGeom>
            <a:avLst/>
            <a:gdLst>
              <a:gd name="textAreaLeft" fmla="*/ 0 w 759240"/>
              <a:gd name="textAreaRight" fmla="*/ 760320 w 759240"/>
              <a:gd name="textAreaTop" fmla="*/ 0 h 759240"/>
              <a:gd name="textAreaBottom" fmla="*/ 760320 h 75924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13" name="자유형 102"/>
          <p:cNvSpPr/>
          <p:nvPr/>
        </p:nvSpPr>
        <p:spPr>
          <a:xfrm>
            <a:off x="6089400" y="3144600"/>
            <a:ext cx="759240" cy="759240"/>
          </a:xfrm>
          <a:custGeom>
            <a:avLst/>
            <a:gdLst>
              <a:gd name="textAreaLeft" fmla="*/ 0 w 759240"/>
              <a:gd name="textAreaRight" fmla="*/ 760320 w 759240"/>
              <a:gd name="textAreaTop" fmla="*/ 0 h 759240"/>
              <a:gd name="textAreaBottom" fmla="*/ 760320 h 75924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514" name="Group 74"/>
          <p:cNvGrpSpPr/>
          <p:nvPr/>
        </p:nvGrpSpPr>
        <p:grpSpPr>
          <a:xfrm>
            <a:off x="3347640" y="3393000"/>
            <a:ext cx="443880" cy="284400"/>
            <a:chOff x="3347640" y="3393000"/>
            <a:chExt cx="443880" cy="284400"/>
          </a:xfrm>
        </p:grpSpPr>
        <p:sp>
          <p:nvSpPr>
            <p:cNvPr id="515" name="AutoShape 73"/>
            <p:cNvSpPr/>
            <p:nvPr/>
          </p:nvSpPr>
          <p:spPr>
            <a:xfrm>
              <a:off x="3347640" y="3393000"/>
              <a:ext cx="443880" cy="28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16" name="Freeform 75"/>
            <p:cNvSpPr/>
            <p:nvPr/>
          </p:nvSpPr>
          <p:spPr>
            <a:xfrm>
              <a:off x="3347640" y="3393000"/>
              <a:ext cx="443880" cy="284400"/>
            </a:xfrm>
            <a:custGeom>
              <a:avLst/>
              <a:gdLst>
                <a:gd name="textAreaLeft" fmla="*/ 0 w 443880"/>
                <a:gd name="textAreaRight" fmla="*/ 444960 w 443880"/>
                <a:gd name="textAreaTop" fmla="*/ 0 h 284400"/>
                <a:gd name="textAreaBottom" fmla="*/ 285480 h 284400"/>
              </a:gdLst>
              <a:ahLst/>
              <a:rect l="textAreaLeft" t="textAreaTop" r="textAreaRight" b="textAreaBottom"/>
              <a:pathLst>
                <a:path w="1971" h="1264">
                  <a:moveTo>
                    <a:pt x="1921" y="115"/>
                  </a:moveTo>
                  <a:lnTo>
                    <a:pt x="1756" y="192"/>
                  </a:lnTo>
                  <a:lnTo>
                    <a:pt x="1658" y="159"/>
                  </a:lnTo>
                  <a:lnTo>
                    <a:pt x="1658" y="19"/>
                  </a:lnTo>
                  <a:lnTo>
                    <a:pt x="1607" y="0"/>
                  </a:lnTo>
                  <a:lnTo>
                    <a:pt x="0" y="716"/>
                  </a:lnTo>
                  <a:lnTo>
                    <a:pt x="0" y="1106"/>
                  </a:lnTo>
                  <a:lnTo>
                    <a:pt x="59" y="1127"/>
                  </a:lnTo>
                  <a:lnTo>
                    <a:pt x="211" y="1027"/>
                  </a:lnTo>
                  <a:lnTo>
                    <a:pt x="372" y="1087"/>
                  </a:lnTo>
                  <a:lnTo>
                    <a:pt x="372" y="1242"/>
                  </a:lnTo>
                  <a:lnTo>
                    <a:pt x="430" y="1264"/>
                  </a:lnTo>
                  <a:lnTo>
                    <a:pt x="1965" y="469"/>
                  </a:lnTo>
                  <a:lnTo>
                    <a:pt x="1971" y="465"/>
                  </a:lnTo>
                  <a:lnTo>
                    <a:pt x="1971" y="134"/>
                  </a:lnTo>
                  <a:lnTo>
                    <a:pt x="1921" y="115"/>
                  </a:lnTo>
                  <a:close/>
                  <a:moveTo>
                    <a:pt x="1922" y="142"/>
                  </a:moveTo>
                  <a:lnTo>
                    <a:pt x="1929" y="144"/>
                  </a:lnTo>
                  <a:lnTo>
                    <a:pt x="429" y="863"/>
                  </a:lnTo>
                  <a:lnTo>
                    <a:pt x="415" y="859"/>
                  </a:lnTo>
                  <a:lnTo>
                    <a:pt x="1762" y="215"/>
                  </a:lnTo>
                  <a:lnTo>
                    <a:pt x="1922" y="142"/>
                  </a:lnTo>
                  <a:close/>
                  <a:moveTo>
                    <a:pt x="1725" y="206"/>
                  </a:moveTo>
                  <a:lnTo>
                    <a:pt x="372" y="853"/>
                  </a:lnTo>
                  <a:lnTo>
                    <a:pt x="372" y="1010"/>
                  </a:lnTo>
                  <a:lnTo>
                    <a:pt x="83" y="908"/>
                  </a:lnTo>
                  <a:lnTo>
                    <a:pt x="1646" y="181"/>
                  </a:lnTo>
                  <a:lnTo>
                    <a:pt x="1725" y="206"/>
                  </a:lnTo>
                  <a:close/>
                  <a:moveTo>
                    <a:pt x="1634" y="159"/>
                  </a:moveTo>
                  <a:lnTo>
                    <a:pt x="70" y="887"/>
                  </a:lnTo>
                  <a:lnTo>
                    <a:pt x="70" y="748"/>
                  </a:lnTo>
                  <a:lnTo>
                    <a:pt x="1634" y="46"/>
                  </a:lnTo>
                  <a:lnTo>
                    <a:pt x="1634" y="159"/>
                  </a:lnTo>
                  <a:close/>
                  <a:moveTo>
                    <a:pt x="1608" y="26"/>
                  </a:moveTo>
                  <a:lnTo>
                    <a:pt x="1614" y="29"/>
                  </a:lnTo>
                  <a:lnTo>
                    <a:pt x="58" y="727"/>
                  </a:lnTo>
                  <a:lnTo>
                    <a:pt x="43" y="722"/>
                  </a:lnTo>
                  <a:lnTo>
                    <a:pt x="1608" y="26"/>
                  </a:lnTo>
                  <a:close/>
                  <a:moveTo>
                    <a:pt x="70" y="1091"/>
                  </a:moveTo>
                  <a:lnTo>
                    <a:pt x="70" y="975"/>
                  </a:lnTo>
                  <a:lnTo>
                    <a:pt x="182" y="1017"/>
                  </a:lnTo>
                  <a:lnTo>
                    <a:pt x="70" y="1091"/>
                  </a:lnTo>
                  <a:close/>
                  <a:moveTo>
                    <a:pt x="213" y="1003"/>
                  </a:moveTo>
                  <a:lnTo>
                    <a:pt x="213" y="1003"/>
                  </a:lnTo>
                  <a:lnTo>
                    <a:pt x="209" y="1001"/>
                  </a:lnTo>
                  <a:lnTo>
                    <a:pt x="207" y="1000"/>
                  </a:lnTo>
                  <a:lnTo>
                    <a:pt x="207" y="1000"/>
                  </a:lnTo>
                  <a:lnTo>
                    <a:pt x="46" y="941"/>
                  </a:lnTo>
                  <a:lnTo>
                    <a:pt x="46" y="1097"/>
                  </a:lnTo>
                  <a:lnTo>
                    <a:pt x="24" y="1089"/>
                  </a:lnTo>
                  <a:lnTo>
                    <a:pt x="24" y="740"/>
                  </a:lnTo>
                  <a:lnTo>
                    <a:pt x="46" y="748"/>
                  </a:lnTo>
                  <a:lnTo>
                    <a:pt x="46" y="920"/>
                  </a:lnTo>
                  <a:lnTo>
                    <a:pt x="52" y="922"/>
                  </a:lnTo>
                  <a:lnTo>
                    <a:pt x="396" y="1043"/>
                  </a:lnTo>
                  <a:lnTo>
                    <a:pt x="396" y="877"/>
                  </a:lnTo>
                  <a:lnTo>
                    <a:pt x="417" y="885"/>
                  </a:lnTo>
                  <a:lnTo>
                    <a:pt x="417" y="1234"/>
                  </a:lnTo>
                  <a:lnTo>
                    <a:pt x="396" y="1226"/>
                  </a:lnTo>
                  <a:lnTo>
                    <a:pt x="396" y="1070"/>
                  </a:lnTo>
                  <a:lnTo>
                    <a:pt x="213" y="1003"/>
                  </a:lnTo>
                  <a:close/>
                  <a:moveTo>
                    <a:pt x="441" y="1230"/>
                  </a:moveTo>
                  <a:lnTo>
                    <a:pt x="441" y="884"/>
                  </a:lnTo>
                  <a:lnTo>
                    <a:pt x="1947" y="162"/>
                  </a:lnTo>
                  <a:lnTo>
                    <a:pt x="1947" y="451"/>
                  </a:lnTo>
                  <a:lnTo>
                    <a:pt x="441" y="12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517" name="그룹 36"/>
          <p:cNvGrpSpPr/>
          <p:nvPr/>
        </p:nvGrpSpPr>
        <p:grpSpPr>
          <a:xfrm>
            <a:off x="6212880" y="3279240"/>
            <a:ext cx="378720" cy="345240"/>
            <a:chOff x="6212880" y="3279240"/>
            <a:chExt cx="378720" cy="345240"/>
          </a:xfrm>
        </p:grpSpPr>
        <p:sp>
          <p:nvSpPr>
            <p:cNvPr id="518" name="AutoShape 56"/>
            <p:cNvSpPr/>
            <p:nvPr/>
          </p:nvSpPr>
          <p:spPr>
            <a:xfrm>
              <a:off x="6212880" y="3279240"/>
              <a:ext cx="378720" cy="34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19" name="Freeform 58"/>
            <p:cNvSpPr/>
            <p:nvPr/>
          </p:nvSpPr>
          <p:spPr>
            <a:xfrm>
              <a:off x="6230880" y="3411360"/>
              <a:ext cx="147960" cy="192600"/>
            </a:xfrm>
            <a:custGeom>
              <a:avLst/>
              <a:gdLst>
                <a:gd name="textAreaLeft" fmla="*/ 0 w 147960"/>
                <a:gd name="textAreaRight" fmla="*/ 149040 w 147960"/>
                <a:gd name="textAreaTop" fmla="*/ 0 h 192600"/>
                <a:gd name="textAreaBottom" fmla="*/ 193680 h 192600"/>
              </a:gdLst>
              <a:ahLst/>
              <a:rect l="textAreaLeft" t="textAreaTop" r="textAreaRight" b="textAreaBottom"/>
              <a:pathLst>
                <a:path w="1010" h="1313">
                  <a:moveTo>
                    <a:pt x="1010" y="945"/>
                  </a:move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08" y="913"/>
                  </a:lnTo>
                  <a:lnTo>
                    <a:pt x="1008" y="911"/>
                  </a:lnTo>
                  <a:lnTo>
                    <a:pt x="1008" y="911"/>
                  </a:lnTo>
                  <a:lnTo>
                    <a:pt x="1006" y="891"/>
                  </a:lnTo>
                  <a:lnTo>
                    <a:pt x="1006" y="891"/>
                  </a:lnTo>
                  <a:lnTo>
                    <a:pt x="1004" y="877"/>
                  </a:lnTo>
                  <a:lnTo>
                    <a:pt x="1004" y="877"/>
                  </a:lnTo>
                  <a:lnTo>
                    <a:pt x="1002" y="854"/>
                  </a:lnTo>
                  <a:lnTo>
                    <a:pt x="1002" y="852"/>
                  </a:lnTo>
                  <a:lnTo>
                    <a:pt x="1002" y="852"/>
                  </a:lnTo>
                  <a:lnTo>
                    <a:pt x="996" y="816"/>
                  </a:lnTo>
                  <a:lnTo>
                    <a:pt x="988" y="778"/>
                  </a:lnTo>
                  <a:lnTo>
                    <a:pt x="978" y="740"/>
                  </a:lnTo>
                  <a:lnTo>
                    <a:pt x="966" y="702"/>
                  </a:lnTo>
                  <a:lnTo>
                    <a:pt x="954" y="664"/>
                  </a:lnTo>
                  <a:lnTo>
                    <a:pt x="940" y="626"/>
                  </a:lnTo>
                  <a:lnTo>
                    <a:pt x="924" y="588"/>
                  </a:lnTo>
                  <a:lnTo>
                    <a:pt x="906" y="550"/>
                  </a:lnTo>
                  <a:lnTo>
                    <a:pt x="902" y="544"/>
                  </a:lnTo>
                  <a:lnTo>
                    <a:pt x="902" y="544"/>
                  </a:lnTo>
                  <a:lnTo>
                    <a:pt x="892" y="522"/>
                  </a:lnTo>
                  <a:lnTo>
                    <a:pt x="892" y="522"/>
                  </a:lnTo>
                  <a:lnTo>
                    <a:pt x="888" y="512"/>
                  </a:lnTo>
                  <a:lnTo>
                    <a:pt x="888" y="512"/>
                  </a:lnTo>
                  <a:lnTo>
                    <a:pt x="874" y="488"/>
                  </a:lnTo>
                  <a:lnTo>
                    <a:pt x="874" y="488"/>
                  </a:lnTo>
                  <a:lnTo>
                    <a:pt x="858" y="458"/>
                  </a:lnTo>
                  <a:lnTo>
                    <a:pt x="858" y="458"/>
                  </a:lnTo>
                  <a:lnTo>
                    <a:pt x="840" y="430"/>
                  </a:lnTo>
                  <a:lnTo>
                    <a:pt x="840" y="43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786" y="348"/>
                  </a:lnTo>
                  <a:lnTo>
                    <a:pt x="748" y="298"/>
                  </a:lnTo>
                  <a:lnTo>
                    <a:pt x="708" y="252"/>
                  </a:lnTo>
                  <a:lnTo>
                    <a:pt x="666" y="208"/>
                  </a:lnTo>
                  <a:lnTo>
                    <a:pt x="624" y="168"/>
                  </a:lnTo>
                  <a:lnTo>
                    <a:pt x="580" y="132"/>
                  </a:lnTo>
                  <a:lnTo>
                    <a:pt x="534" y="98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68" y="58"/>
                  </a:lnTo>
                  <a:lnTo>
                    <a:pt x="468" y="58"/>
                  </a:lnTo>
                  <a:lnTo>
                    <a:pt x="462" y="54"/>
                  </a:lnTo>
                  <a:lnTo>
                    <a:pt x="462" y="54"/>
                  </a:lnTo>
                  <a:lnTo>
                    <a:pt x="456" y="52"/>
                  </a:lnTo>
                  <a:lnTo>
                    <a:pt x="456" y="52"/>
                  </a:lnTo>
                  <a:lnTo>
                    <a:pt x="446" y="46"/>
                  </a:lnTo>
                  <a:lnTo>
                    <a:pt x="446" y="46"/>
                  </a:lnTo>
                  <a:lnTo>
                    <a:pt x="442" y="46"/>
                  </a:lnTo>
                  <a:lnTo>
                    <a:pt x="442" y="46"/>
                  </a:lnTo>
                  <a:lnTo>
                    <a:pt x="416" y="34"/>
                  </a:lnTo>
                  <a:lnTo>
                    <a:pt x="416" y="34"/>
                  </a:lnTo>
                  <a:lnTo>
                    <a:pt x="398" y="26"/>
                  </a:lnTo>
                  <a:lnTo>
                    <a:pt x="398" y="26"/>
                  </a:lnTo>
                  <a:lnTo>
                    <a:pt x="388" y="22"/>
                  </a:lnTo>
                  <a:lnTo>
                    <a:pt x="388" y="22"/>
                  </a:lnTo>
                  <a:lnTo>
                    <a:pt x="378" y="20"/>
                  </a:lnTo>
                  <a:lnTo>
                    <a:pt x="378" y="20"/>
                  </a:lnTo>
                  <a:lnTo>
                    <a:pt x="362" y="14"/>
                  </a:lnTo>
                  <a:lnTo>
                    <a:pt x="362" y="14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16" y="4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2" y="0"/>
                  </a:lnTo>
                  <a:lnTo>
                    <a:pt x="272" y="0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2" y="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42" y="30"/>
                  </a:lnTo>
                  <a:lnTo>
                    <a:pt x="142" y="30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2" y="50"/>
                  </a:lnTo>
                  <a:lnTo>
                    <a:pt x="98" y="62"/>
                  </a:lnTo>
                  <a:lnTo>
                    <a:pt x="84" y="74"/>
                  </a:lnTo>
                  <a:lnTo>
                    <a:pt x="72" y="88"/>
                  </a:lnTo>
                  <a:lnTo>
                    <a:pt x="62" y="104"/>
                  </a:lnTo>
                  <a:lnTo>
                    <a:pt x="50" y="122"/>
                  </a:lnTo>
                  <a:lnTo>
                    <a:pt x="42" y="138"/>
                  </a:lnTo>
                  <a:lnTo>
                    <a:pt x="32" y="158"/>
                  </a:lnTo>
                  <a:lnTo>
                    <a:pt x="26" y="178"/>
                  </a:lnTo>
                  <a:lnTo>
                    <a:pt x="18" y="198"/>
                  </a:lnTo>
                  <a:lnTo>
                    <a:pt x="8" y="244"/>
                  </a:lnTo>
                  <a:lnTo>
                    <a:pt x="2" y="292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2" y="400"/>
                  </a:lnTo>
                  <a:lnTo>
                    <a:pt x="8" y="458"/>
                  </a:lnTo>
                  <a:lnTo>
                    <a:pt x="20" y="518"/>
                  </a:lnTo>
                  <a:lnTo>
                    <a:pt x="34" y="580"/>
                  </a:lnTo>
                  <a:lnTo>
                    <a:pt x="54" y="640"/>
                  </a:lnTo>
                  <a:lnTo>
                    <a:pt x="78" y="702"/>
                  </a:lnTo>
                  <a:lnTo>
                    <a:pt x="104" y="764"/>
                  </a:lnTo>
                  <a:lnTo>
                    <a:pt x="136" y="824"/>
                  </a:lnTo>
                  <a:lnTo>
                    <a:pt x="136" y="824"/>
                  </a:lnTo>
                  <a:lnTo>
                    <a:pt x="152" y="854"/>
                  </a:lnTo>
                  <a:lnTo>
                    <a:pt x="152" y="854"/>
                  </a:lnTo>
                  <a:lnTo>
                    <a:pt x="170" y="883"/>
                  </a:lnTo>
                  <a:lnTo>
                    <a:pt x="170" y="883"/>
                  </a:lnTo>
                  <a:lnTo>
                    <a:pt x="206" y="941"/>
                  </a:lnTo>
                  <a:lnTo>
                    <a:pt x="246" y="995"/>
                  </a:lnTo>
                  <a:lnTo>
                    <a:pt x="288" y="1047"/>
                  </a:lnTo>
                  <a:lnTo>
                    <a:pt x="332" y="1093"/>
                  </a:lnTo>
                  <a:lnTo>
                    <a:pt x="378" y="1137"/>
                  </a:lnTo>
                  <a:lnTo>
                    <a:pt x="426" y="1177"/>
                  </a:lnTo>
                  <a:lnTo>
                    <a:pt x="474" y="1213"/>
                  </a:lnTo>
                  <a:lnTo>
                    <a:pt x="522" y="1243"/>
                  </a:lnTo>
                  <a:lnTo>
                    <a:pt x="522" y="1243"/>
                  </a:lnTo>
                  <a:lnTo>
                    <a:pt x="568" y="1267"/>
                  </a:lnTo>
                  <a:lnTo>
                    <a:pt x="614" y="1287"/>
                  </a:lnTo>
                  <a:lnTo>
                    <a:pt x="658" y="1301"/>
                  </a:lnTo>
                  <a:lnTo>
                    <a:pt x="680" y="1307"/>
                  </a:lnTo>
                  <a:lnTo>
                    <a:pt x="702" y="1309"/>
                  </a:lnTo>
                  <a:lnTo>
                    <a:pt x="722" y="1313"/>
                  </a:lnTo>
                  <a:lnTo>
                    <a:pt x="742" y="1313"/>
                  </a:lnTo>
                  <a:lnTo>
                    <a:pt x="762" y="1313"/>
                  </a:lnTo>
                  <a:lnTo>
                    <a:pt x="782" y="1311"/>
                  </a:lnTo>
                  <a:lnTo>
                    <a:pt x="802" y="1309"/>
                  </a:lnTo>
                  <a:lnTo>
                    <a:pt x="820" y="1305"/>
                  </a:lnTo>
                  <a:lnTo>
                    <a:pt x="838" y="1299"/>
                  </a:lnTo>
                  <a:lnTo>
                    <a:pt x="854" y="1291"/>
                  </a:lnTo>
                  <a:lnTo>
                    <a:pt x="854" y="1291"/>
                  </a:lnTo>
                  <a:lnTo>
                    <a:pt x="870" y="1283"/>
                  </a:lnTo>
                  <a:lnTo>
                    <a:pt x="870" y="1283"/>
                  </a:lnTo>
                  <a:lnTo>
                    <a:pt x="876" y="1281"/>
                  </a:lnTo>
                  <a:lnTo>
                    <a:pt x="876" y="1281"/>
                  </a:lnTo>
                  <a:lnTo>
                    <a:pt x="878" y="1279"/>
                  </a:lnTo>
                  <a:lnTo>
                    <a:pt x="878" y="1279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906" y="1259"/>
                  </a:lnTo>
                  <a:lnTo>
                    <a:pt x="926" y="1239"/>
                  </a:lnTo>
                  <a:lnTo>
                    <a:pt x="944" y="1217"/>
                  </a:lnTo>
                  <a:lnTo>
                    <a:pt x="960" y="1191"/>
                  </a:lnTo>
                  <a:lnTo>
                    <a:pt x="974" y="1165"/>
                  </a:lnTo>
                  <a:lnTo>
                    <a:pt x="986" y="1135"/>
                  </a:lnTo>
                  <a:lnTo>
                    <a:pt x="994" y="1103"/>
                  </a:lnTo>
                  <a:lnTo>
                    <a:pt x="1002" y="1071"/>
                  </a:lnTo>
                  <a:lnTo>
                    <a:pt x="1002" y="1071"/>
                  </a:lnTo>
                  <a:lnTo>
                    <a:pt x="1002" y="1069"/>
                  </a:lnTo>
                  <a:lnTo>
                    <a:pt x="1002" y="1069"/>
                  </a:lnTo>
                  <a:lnTo>
                    <a:pt x="1006" y="1049"/>
                  </a:lnTo>
                  <a:lnTo>
                    <a:pt x="1006" y="1049"/>
                  </a:lnTo>
                  <a:lnTo>
                    <a:pt x="1006" y="1045"/>
                  </a:lnTo>
                  <a:lnTo>
                    <a:pt x="1006" y="1043"/>
                  </a:lnTo>
                  <a:lnTo>
                    <a:pt x="1006" y="1043"/>
                  </a:lnTo>
                  <a:lnTo>
                    <a:pt x="1006" y="1041"/>
                  </a:lnTo>
                  <a:lnTo>
                    <a:pt x="1006" y="1041"/>
                  </a:lnTo>
                  <a:lnTo>
                    <a:pt x="1008" y="1023"/>
                  </a:lnTo>
                  <a:lnTo>
                    <a:pt x="1008" y="1021"/>
                  </a:lnTo>
                  <a:lnTo>
                    <a:pt x="1008" y="1021"/>
                  </a:lnTo>
                  <a:lnTo>
                    <a:pt x="1010" y="1011"/>
                  </a:lnTo>
                  <a:lnTo>
                    <a:pt x="1010" y="1011"/>
                  </a:lnTo>
                  <a:lnTo>
                    <a:pt x="1010" y="999"/>
                  </a:lnTo>
                  <a:lnTo>
                    <a:pt x="1010" y="995"/>
                  </a:lnTo>
                  <a:lnTo>
                    <a:pt x="1010" y="995"/>
                  </a:lnTo>
                  <a:lnTo>
                    <a:pt x="1010" y="969"/>
                  </a:lnTo>
                  <a:lnTo>
                    <a:pt x="1010" y="969"/>
                  </a:lnTo>
                  <a:lnTo>
                    <a:pt x="1010" y="945"/>
                  </a:lnTo>
                  <a:lnTo>
                    <a:pt x="1010" y="945"/>
                  </a:lnTo>
                  <a:close/>
                  <a:moveTo>
                    <a:pt x="960" y="961"/>
                  </a:moveTo>
                  <a:lnTo>
                    <a:pt x="960" y="963"/>
                  </a:lnTo>
                  <a:lnTo>
                    <a:pt x="960" y="963"/>
                  </a:lnTo>
                  <a:lnTo>
                    <a:pt x="958" y="975"/>
                  </a:lnTo>
                  <a:lnTo>
                    <a:pt x="958" y="975"/>
                  </a:lnTo>
                  <a:lnTo>
                    <a:pt x="958" y="985"/>
                  </a:lnTo>
                  <a:lnTo>
                    <a:pt x="958" y="987"/>
                  </a:lnTo>
                  <a:lnTo>
                    <a:pt x="958" y="987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5"/>
                  </a:lnTo>
                  <a:lnTo>
                    <a:pt x="956" y="1005"/>
                  </a:lnTo>
                  <a:lnTo>
                    <a:pt x="956" y="1009"/>
                  </a:lnTo>
                  <a:lnTo>
                    <a:pt x="956" y="1009"/>
                  </a:lnTo>
                  <a:lnTo>
                    <a:pt x="952" y="1027"/>
                  </a:lnTo>
                  <a:lnTo>
                    <a:pt x="952" y="1027"/>
                  </a:lnTo>
                  <a:lnTo>
                    <a:pt x="952" y="1029"/>
                  </a:lnTo>
                  <a:lnTo>
                    <a:pt x="952" y="1029"/>
                  </a:lnTo>
                  <a:lnTo>
                    <a:pt x="946" y="1059"/>
                  </a:lnTo>
                  <a:lnTo>
                    <a:pt x="938" y="1087"/>
                  </a:lnTo>
                  <a:lnTo>
                    <a:pt x="926" y="1115"/>
                  </a:lnTo>
                  <a:lnTo>
                    <a:pt x="914" y="1139"/>
                  </a:lnTo>
                  <a:lnTo>
                    <a:pt x="900" y="1161"/>
                  </a:lnTo>
                  <a:lnTo>
                    <a:pt x="884" y="1181"/>
                  </a:lnTo>
                  <a:lnTo>
                    <a:pt x="866" y="1197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0" y="1217"/>
                  </a:lnTo>
                  <a:lnTo>
                    <a:pt x="840" y="1217"/>
                  </a:lnTo>
                  <a:lnTo>
                    <a:pt x="838" y="1217"/>
                  </a:lnTo>
                  <a:lnTo>
                    <a:pt x="838" y="1217"/>
                  </a:lnTo>
                  <a:lnTo>
                    <a:pt x="832" y="1221"/>
                  </a:lnTo>
                  <a:lnTo>
                    <a:pt x="832" y="1221"/>
                  </a:lnTo>
                  <a:lnTo>
                    <a:pt x="820" y="1227"/>
                  </a:lnTo>
                  <a:lnTo>
                    <a:pt x="820" y="1227"/>
                  </a:lnTo>
                  <a:lnTo>
                    <a:pt x="804" y="1235"/>
                  </a:lnTo>
                  <a:lnTo>
                    <a:pt x="788" y="1239"/>
                  </a:lnTo>
                  <a:lnTo>
                    <a:pt x="772" y="1243"/>
                  </a:lnTo>
                  <a:lnTo>
                    <a:pt x="754" y="1245"/>
                  </a:lnTo>
                  <a:lnTo>
                    <a:pt x="738" y="1247"/>
                  </a:lnTo>
                  <a:lnTo>
                    <a:pt x="720" y="1247"/>
                  </a:lnTo>
                  <a:lnTo>
                    <a:pt x="682" y="1245"/>
                  </a:lnTo>
                  <a:lnTo>
                    <a:pt x="644" y="1237"/>
                  </a:lnTo>
                  <a:lnTo>
                    <a:pt x="604" y="1225"/>
                  </a:lnTo>
                  <a:lnTo>
                    <a:pt x="562" y="1207"/>
                  </a:lnTo>
                  <a:lnTo>
                    <a:pt x="520" y="1185"/>
                  </a:lnTo>
                  <a:lnTo>
                    <a:pt x="520" y="1185"/>
                  </a:lnTo>
                  <a:lnTo>
                    <a:pt x="476" y="1157"/>
                  </a:lnTo>
                  <a:lnTo>
                    <a:pt x="434" y="1125"/>
                  </a:lnTo>
                  <a:lnTo>
                    <a:pt x="392" y="1089"/>
                  </a:lnTo>
                  <a:lnTo>
                    <a:pt x="350" y="1051"/>
                  </a:lnTo>
                  <a:lnTo>
                    <a:pt x="310" y="1007"/>
                  </a:lnTo>
                  <a:lnTo>
                    <a:pt x="272" y="961"/>
                  </a:lnTo>
                  <a:lnTo>
                    <a:pt x="236" y="913"/>
                  </a:lnTo>
                  <a:lnTo>
                    <a:pt x="204" y="860"/>
                  </a:lnTo>
                  <a:lnTo>
                    <a:pt x="204" y="860"/>
                  </a:lnTo>
                  <a:lnTo>
                    <a:pt x="188" y="834"/>
                  </a:lnTo>
                  <a:lnTo>
                    <a:pt x="188" y="834"/>
                  </a:lnTo>
                  <a:lnTo>
                    <a:pt x="174" y="808"/>
                  </a:lnTo>
                  <a:lnTo>
                    <a:pt x="174" y="808"/>
                  </a:lnTo>
                  <a:lnTo>
                    <a:pt x="144" y="752"/>
                  </a:lnTo>
                  <a:lnTo>
                    <a:pt x="120" y="698"/>
                  </a:lnTo>
                  <a:lnTo>
                    <a:pt x="100" y="642"/>
                  </a:lnTo>
                  <a:lnTo>
                    <a:pt x="82" y="586"/>
                  </a:lnTo>
                  <a:lnTo>
                    <a:pt x="68" y="532"/>
                  </a:lnTo>
                  <a:lnTo>
                    <a:pt x="58" y="478"/>
                  </a:lnTo>
                  <a:lnTo>
                    <a:pt x="52" y="426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52" y="328"/>
                  </a:lnTo>
                  <a:lnTo>
                    <a:pt x="58" y="284"/>
                  </a:lnTo>
                  <a:lnTo>
                    <a:pt x="68" y="244"/>
                  </a:lnTo>
                  <a:lnTo>
                    <a:pt x="80" y="208"/>
                  </a:lnTo>
                  <a:lnTo>
                    <a:pt x="96" y="174"/>
                  </a:lnTo>
                  <a:lnTo>
                    <a:pt x="106" y="160"/>
                  </a:lnTo>
                  <a:lnTo>
                    <a:pt x="116" y="146"/>
                  </a:lnTo>
                  <a:lnTo>
                    <a:pt x="126" y="132"/>
                  </a:lnTo>
                  <a:lnTo>
                    <a:pt x="138" y="120"/>
                  </a:lnTo>
                  <a:lnTo>
                    <a:pt x="152" y="110"/>
                  </a:lnTo>
                  <a:lnTo>
                    <a:pt x="164" y="100"/>
                  </a:lnTo>
                  <a:lnTo>
                    <a:pt x="164" y="100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4" y="80"/>
                  </a:lnTo>
                  <a:lnTo>
                    <a:pt x="206" y="80"/>
                  </a:lnTo>
                  <a:lnTo>
                    <a:pt x="206" y="80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6" y="72"/>
                  </a:lnTo>
                  <a:lnTo>
                    <a:pt x="226" y="72"/>
                  </a:lnTo>
                  <a:lnTo>
                    <a:pt x="244" y="68"/>
                  </a:lnTo>
                  <a:lnTo>
                    <a:pt x="244" y="68"/>
                  </a:lnTo>
                  <a:lnTo>
                    <a:pt x="250" y="68"/>
                  </a:lnTo>
                  <a:lnTo>
                    <a:pt x="250" y="68"/>
                  </a:lnTo>
                  <a:lnTo>
                    <a:pt x="268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96" y="66"/>
                  </a:lnTo>
                  <a:lnTo>
                    <a:pt x="296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34" y="70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6" y="78"/>
                  </a:lnTo>
                  <a:lnTo>
                    <a:pt x="376" y="78"/>
                  </a:lnTo>
                  <a:lnTo>
                    <a:pt x="390" y="84"/>
                  </a:lnTo>
                  <a:lnTo>
                    <a:pt x="390" y="84"/>
                  </a:lnTo>
                  <a:lnTo>
                    <a:pt x="400" y="86"/>
                  </a:lnTo>
                  <a:lnTo>
                    <a:pt x="400" y="86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450" y="106"/>
                  </a:lnTo>
                  <a:lnTo>
                    <a:pt x="450" y="106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62" y="112"/>
                  </a:lnTo>
                  <a:lnTo>
                    <a:pt x="462" y="112"/>
                  </a:lnTo>
                  <a:lnTo>
                    <a:pt x="466" y="114"/>
                  </a:lnTo>
                  <a:lnTo>
                    <a:pt x="466" y="114"/>
                  </a:lnTo>
                  <a:lnTo>
                    <a:pt x="470" y="118"/>
                  </a:lnTo>
                  <a:lnTo>
                    <a:pt x="470" y="11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532" y="154"/>
                  </a:lnTo>
                  <a:lnTo>
                    <a:pt x="572" y="184"/>
                  </a:lnTo>
                  <a:lnTo>
                    <a:pt x="612" y="216"/>
                  </a:lnTo>
                  <a:lnTo>
                    <a:pt x="650" y="252"/>
                  </a:lnTo>
                  <a:lnTo>
                    <a:pt x="688" y="292"/>
                  </a:lnTo>
                  <a:lnTo>
                    <a:pt x="724" y="334"/>
                  </a:lnTo>
                  <a:lnTo>
                    <a:pt x="758" y="380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808" y="452"/>
                  </a:lnTo>
                  <a:lnTo>
                    <a:pt x="808" y="452"/>
                  </a:lnTo>
                  <a:lnTo>
                    <a:pt x="822" y="478"/>
                  </a:lnTo>
                  <a:lnTo>
                    <a:pt x="822" y="478"/>
                  </a:lnTo>
                  <a:lnTo>
                    <a:pt x="838" y="504"/>
                  </a:lnTo>
                  <a:lnTo>
                    <a:pt x="838" y="504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64" y="554"/>
                  </a:lnTo>
                  <a:lnTo>
                    <a:pt x="866" y="560"/>
                  </a:lnTo>
                  <a:lnTo>
                    <a:pt x="866" y="560"/>
                  </a:lnTo>
                  <a:lnTo>
                    <a:pt x="882" y="594"/>
                  </a:lnTo>
                  <a:lnTo>
                    <a:pt x="896" y="630"/>
                  </a:lnTo>
                  <a:lnTo>
                    <a:pt x="908" y="664"/>
                  </a:lnTo>
                  <a:lnTo>
                    <a:pt x="920" y="698"/>
                  </a:lnTo>
                  <a:lnTo>
                    <a:pt x="930" y="732"/>
                  </a:lnTo>
                  <a:lnTo>
                    <a:pt x="940" y="766"/>
                  </a:lnTo>
                  <a:lnTo>
                    <a:pt x="946" y="800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4" y="854"/>
                  </a:lnTo>
                  <a:lnTo>
                    <a:pt x="954" y="854"/>
                  </a:lnTo>
                  <a:lnTo>
                    <a:pt x="956" y="867"/>
                  </a:lnTo>
                  <a:lnTo>
                    <a:pt x="956" y="867"/>
                  </a:lnTo>
                  <a:lnTo>
                    <a:pt x="958" y="887"/>
                  </a:lnTo>
                  <a:lnTo>
                    <a:pt x="958" y="889"/>
                  </a:lnTo>
                  <a:lnTo>
                    <a:pt x="958" y="889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5"/>
                  </a:lnTo>
                  <a:lnTo>
                    <a:pt x="960" y="915"/>
                  </a:lnTo>
                  <a:lnTo>
                    <a:pt x="960" y="939"/>
                  </a:lnTo>
                  <a:lnTo>
                    <a:pt x="960" y="939"/>
                  </a:lnTo>
                  <a:lnTo>
                    <a:pt x="960" y="961"/>
                  </a:lnTo>
                  <a:lnTo>
                    <a:pt x="960" y="9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20" name="Freeform 59"/>
            <p:cNvSpPr/>
            <p:nvPr/>
          </p:nvSpPr>
          <p:spPr>
            <a:xfrm>
              <a:off x="6244920" y="3429720"/>
              <a:ext cx="119520" cy="15588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155880"/>
                <a:gd name="textAreaBottom" fmla="*/ 156960 h 155880"/>
              </a:gdLst>
              <a:ahLst/>
              <a:rect l="textAreaLeft" t="textAreaTop" r="textAreaRight" b="textAreaBottom"/>
              <a:pathLst>
                <a:path w="818" h="1065">
                  <a:moveTo>
                    <a:pt x="818" y="761"/>
                  </a:moveTo>
                  <a:lnTo>
                    <a:pt x="818" y="761"/>
                  </a:lnTo>
                  <a:lnTo>
                    <a:pt x="818" y="761"/>
                  </a:lnTo>
                  <a:lnTo>
                    <a:pt x="818" y="761"/>
                  </a:lnTo>
                  <a:lnTo>
                    <a:pt x="816" y="740"/>
                  </a:lnTo>
                  <a:lnTo>
                    <a:pt x="816" y="738"/>
                  </a:lnTo>
                  <a:lnTo>
                    <a:pt x="816" y="738"/>
                  </a:lnTo>
                  <a:lnTo>
                    <a:pt x="816" y="722"/>
                  </a:lnTo>
                  <a:lnTo>
                    <a:pt x="816" y="722"/>
                  </a:lnTo>
                  <a:lnTo>
                    <a:pt x="814" y="710"/>
                  </a:lnTo>
                  <a:lnTo>
                    <a:pt x="814" y="710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06" y="662"/>
                  </a:lnTo>
                  <a:lnTo>
                    <a:pt x="800" y="632"/>
                  </a:lnTo>
                  <a:lnTo>
                    <a:pt x="792" y="600"/>
                  </a:lnTo>
                  <a:lnTo>
                    <a:pt x="782" y="570"/>
                  </a:lnTo>
                  <a:lnTo>
                    <a:pt x="760" y="508"/>
                  </a:lnTo>
                  <a:lnTo>
                    <a:pt x="734" y="446"/>
                  </a:lnTo>
                  <a:lnTo>
                    <a:pt x="732" y="440"/>
                  </a:lnTo>
                  <a:lnTo>
                    <a:pt x="732" y="440"/>
                  </a:lnTo>
                  <a:lnTo>
                    <a:pt x="722" y="424"/>
                  </a:lnTo>
                  <a:lnTo>
                    <a:pt x="722" y="424"/>
                  </a:lnTo>
                  <a:lnTo>
                    <a:pt x="718" y="416"/>
                  </a:lnTo>
                  <a:lnTo>
                    <a:pt x="718" y="416"/>
                  </a:lnTo>
                  <a:lnTo>
                    <a:pt x="708" y="396"/>
                  </a:lnTo>
                  <a:lnTo>
                    <a:pt x="708" y="396"/>
                  </a:lnTo>
                  <a:lnTo>
                    <a:pt x="694" y="372"/>
                  </a:lnTo>
                  <a:lnTo>
                    <a:pt x="694" y="372"/>
                  </a:lnTo>
                  <a:lnTo>
                    <a:pt x="682" y="348"/>
                  </a:lnTo>
                  <a:lnTo>
                    <a:pt x="682" y="348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36" y="282"/>
                  </a:lnTo>
                  <a:lnTo>
                    <a:pt x="606" y="242"/>
                  </a:lnTo>
                  <a:lnTo>
                    <a:pt x="574" y="204"/>
                  </a:lnTo>
                  <a:lnTo>
                    <a:pt x="540" y="170"/>
                  </a:lnTo>
                  <a:lnTo>
                    <a:pt x="504" y="136"/>
                  </a:lnTo>
                  <a:lnTo>
                    <a:pt x="470" y="106"/>
                  </a:lnTo>
                  <a:lnTo>
                    <a:pt x="432" y="80"/>
                  </a:lnTo>
                  <a:lnTo>
                    <a:pt x="396" y="58"/>
                  </a:lnTo>
                  <a:lnTo>
                    <a:pt x="396" y="58"/>
                  </a:lnTo>
                  <a:lnTo>
                    <a:pt x="396" y="56"/>
                  </a:lnTo>
                  <a:lnTo>
                    <a:pt x="396" y="56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4" y="44"/>
                  </a:lnTo>
                  <a:lnTo>
                    <a:pt x="374" y="44"/>
                  </a:lnTo>
                  <a:lnTo>
                    <a:pt x="370" y="42"/>
                  </a:lnTo>
                  <a:lnTo>
                    <a:pt x="370" y="42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58" y="38"/>
                  </a:lnTo>
                  <a:lnTo>
                    <a:pt x="358" y="3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22" y="22"/>
                  </a:lnTo>
                  <a:lnTo>
                    <a:pt x="322" y="22"/>
                  </a:lnTo>
                  <a:lnTo>
                    <a:pt x="314" y="20"/>
                  </a:lnTo>
                  <a:lnTo>
                    <a:pt x="314" y="20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56" y="4"/>
                  </a:lnTo>
                  <a:lnTo>
                    <a:pt x="224" y="0"/>
                  </a:lnTo>
                  <a:lnTo>
                    <a:pt x="224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196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42" y="12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34" y="16"/>
                  </a:lnTo>
                  <a:lnTo>
                    <a:pt x="134" y="16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90" y="40"/>
                  </a:lnTo>
                  <a:lnTo>
                    <a:pt x="80" y="50"/>
                  </a:lnTo>
                  <a:lnTo>
                    <a:pt x="58" y="72"/>
                  </a:lnTo>
                  <a:lnTo>
                    <a:pt x="42" y="98"/>
                  </a:lnTo>
                  <a:lnTo>
                    <a:pt x="26" y="128"/>
                  </a:lnTo>
                  <a:lnTo>
                    <a:pt x="16" y="162"/>
                  </a:lnTo>
                  <a:lnTo>
                    <a:pt x="6" y="198"/>
                  </a:lnTo>
                  <a:lnTo>
                    <a:pt x="2" y="236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324"/>
                  </a:lnTo>
                  <a:lnTo>
                    <a:pt x="6" y="372"/>
                  </a:lnTo>
                  <a:lnTo>
                    <a:pt x="16" y="420"/>
                  </a:lnTo>
                  <a:lnTo>
                    <a:pt x="28" y="470"/>
                  </a:lnTo>
                  <a:lnTo>
                    <a:pt x="44" y="520"/>
                  </a:lnTo>
                  <a:lnTo>
                    <a:pt x="62" y="570"/>
                  </a:lnTo>
                  <a:lnTo>
                    <a:pt x="84" y="620"/>
                  </a:lnTo>
                  <a:lnTo>
                    <a:pt x="110" y="668"/>
                  </a:lnTo>
                  <a:lnTo>
                    <a:pt x="110" y="668"/>
                  </a:lnTo>
                  <a:lnTo>
                    <a:pt x="124" y="692"/>
                  </a:lnTo>
                  <a:lnTo>
                    <a:pt x="124" y="692"/>
                  </a:lnTo>
                  <a:lnTo>
                    <a:pt x="138" y="714"/>
                  </a:lnTo>
                  <a:lnTo>
                    <a:pt x="138" y="714"/>
                  </a:lnTo>
                  <a:lnTo>
                    <a:pt x="168" y="763"/>
                  </a:lnTo>
                  <a:lnTo>
                    <a:pt x="200" y="807"/>
                  </a:lnTo>
                  <a:lnTo>
                    <a:pt x="234" y="849"/>
                  </a:lnTo>
                  <a:lnTo>
                    <a:pt x="270" y="887"/>
                  </a:lnTo>
                  <a:lnTo>
                    <a:pt x="306" y="923"/>
                  </a:lnTo>
                  <a:lnTo>
                    <a:pt x="344" y="955"/>
                  </a:lnTo>
                  <a:lnTo>
                    <a:pt x="384" y="983"/>
                  </a:lnTo>
                  <a:lnTo>
                    <a:pt x="422" y="1009"/>
                  </a:lnTo>
                  <a:lnTo>
                    <a:pt x="422" y="1009"/>
                  </a:lnTo>
                  <a:lnTo>
                    <a:pt x="460" y="1027"/>
                  </a:lnTo>
                  <a:lnTo>
                    <a:pt x="498" y="1043"/>
                  </a:lnTo>
                  <a:lnTo>
                    <a:pt x="534" y="1055"/>
                  </a:lnTo>
                  <a:lnTo>
                    <a:pt x="568" y="1061"/>
                  </a:lnTo>
                  <a:lnTo>
                    <a:pt x="602" y="1065"/>
                  </a:lnTo>
                  <a:lnTo>
                    <a:pt x="634" y="1063"/>
                  </a:lnTo>
                  <a:lnTo>
                    <a:pt x="664" y="1057"/>
                  </a:lnTo>
                  <a:lnTo>
                    <a:pt x="678" y="1053"/>
                  </a:lnTo>
                  <a:lnTo>
                    <a:pt x="692" y="1047"/>
                  </a:lnTo>
                  <a:lnTo>
                    <a:pt x="692" y="1047"/>
                  </a:lnTo>
                  <a:lnTo>
                    <a:pt x="704" y="1041"/>
                  </a:lnTo>
                  <a:lnTo>
                    <a:pt x="704" y="1041"/>
                  </a:lnTo>
                  <a:lnTo>
                    <a:pt x="708" y="1037"/>
                  </a:lnTo>
                  <a:lnTo>
                    <a:pt x="708" y="1037"/>
                  </a:lnTo>
                  <a:lnTo>
                    <a:pt x="710" y="1037"/>
                  </a:lnTo>
                  <a:lnTo>
                    <a:pt x="710" y="1037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34" y="1019"/>
                  </a:lnTo>
                  <a:lnTo>
                    <a:pt x="750" y="1005"/>
                  </a:lnTo>
                  <a:lnTo>
                    <a:pt x="764" y="987"/>
                  </a:lnTo>
                  <a:lnTo>
                    <a:pt x="778" y="967"/>
                  </a:lnTo>
                  <a:lnTo>
                    <a:pt x="788" y="945"/>
                  </a:lnTo>
                  <a:lnTo>
                    <a:pt x="798" y="921"/>
                  </a:lnTo>
                  <a:lnTo>
                    <a:pt x="806" y="895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4" y="851"/>
                  </a:lnTo>
                  <a:lnTo>
                    <a:pt x="814" y="851"/>
                  </a:lnTo>
                  <a:lnTo>
                    <a:pt x="814" y="847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8" y="819"/>
                  </a:lnTo>
                  <a:lnTo>
                    <a:pt x="818" y="819"/>
                  </a:lnTo>
                  <a:lnTo>
                    <a:pt x="818" y="809"/>
                  </a:lnTo>
                  <a:lnTo>
                    <a:pt x="818" y="807"/>
                  </a:lnTo>
                  <a:lnTo>
                    <a:pt x="818" y="807"/>
                  </a:lnTo>
                  <a:lnTo>
                    <a:pt x="818" y="787"/>
                  </a:lnTo>
                  <a:lnTo>
                    <a:pt x="818" y="787"/>
                  </a:lnTo>
                  <a:lnTo>
                    <a:pt x="818" y="767"/>
                  </a:lnTo>
                  <a:lnTo>
                    <a:pt x="818" y="761"/>
                  </a:lnTo>
                  <a:close/>
                  <a:moveTo>
                    <a:pt x="778" y="779"/>
                  </a:moveTo>
                  <a:lnTo>
                    <a:pt x="776" y="781"/>
                  </a:lnTo>
                  <a:lnTo>
                    <a:pt x="776" y="781"/>
                  </a:lnTo>
                  <a:lnTo>
                    <a:pt x="776" y="791"/>
                  </a:lnTo>
                  <a:lnTo>
                    <a:pt x="776" y="791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4" y="813"/>
                  </a:lnTo>
                  <a:lnTo>
                    <a:pt x="774" y="813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9"/>
                  </a:lnTo>
                  <a:lnTo>
                    <a:pt x="774" y="819"/>
                  </a:lnTo>
                  <a:lnTo>
                    <a:pt x="772" y="833"/>
                  </a:lnTo>
                  <a:lnTo>
                    <a:pt x="772" y="833"/>
                  </a:lnTo>
                  <a:lnTo>
                    <a:pt x="772" y="835"/>
                  </a:lnTo>
                  <a:lnTo>
                    <a:pt x="772" y="835"/>
                  </a:lnTo>
                  <a:lnTo>
                    <a:pt x="766" y="859"/>
                  </a:lnTo>
                  <a:lnTo>
                    <a:pt x="758" y="881"/>
                  </a:lnTo>
                  <a:lnTo>
                    <a:pt x="750" y="903"/>
                  </a:lnTo>
                  <a:lnTo>
                    <a:pt x="740" y="923"/>
                  </a:lnTo>
                  <a:lnTo>
                    <a:pt x="728" y="941"/>
                  </a:lnTo>
                  <a:lnTo>
                    <a:pt x="716" y="957"/>
                  </a:lnTo>
                  <a:lnTo>
                    <a:pt x="700" y="971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8" y="987"/>
                  </a:lnTo>
                  <a:lnTo>
                    <a:pt x="678" y="987"/>
                  </a:lnTo>
                  <a:lnTo>
                    <a:pt x="674" y="989"/>
                  </a:lnTo>
                  <a:lnTo>
                    <a:pt x="674" y="989"/>
                  </a:lnTo>
                  <a:lnTo>
                    <a:pt x="664" y="995"/>
                  </a:lnTo>
                  <a:lnTo>
                    <a:pt x="664" y="995"/>
                  </a:lnTo>
                  <a:lnTo>
                    <a:pt x="638" y="1005"/>
                  </a:lnTo>
                  <a:lnTo>
                    <a:pt x="612" y="1011"/>
                  </a:lnTo>
                  <a:lnTo>
                    <a:pt x="582" y="1011"/>
                  </a:lnTo>
                  <a:lnTo>
                    <a:pt x="552" y="1009"/>
                  </a:lnTo>
                  <a:lnTo>
                    <a:pt x="520" y="1003"/>
                  </a:lnTo>
                  <a:lnTo>
                    <a:pt x="488" y="993"/>
                  </a:lnTo>
                  <a:lnTo>
                    <a:pt x="456" y="979"/>
                  </a:lnTo>
                  <a:lnTo>
                    <a:pt x="422" y="961"/>
                  </a:lnTo>
                  <a:lnTo>
                    <a:pt x="422" y="961"/>
                  </a:lnTo>
                  <a:lnTo>
                    <a:pt x="386" y="939"/>
                  </a:lnTo>
                  <a:lnTo>
                    <a:pt x="350" y="913"/>
                  </a:lnTo>
                  <a:lnTo>
                    <a:pt x="316" y="883"/>
                  </a:lnTo>
                  <a:lnTo>
                    <a:pt x="284" y="851"/>
                  </a:lnTo>
                  <a:lnTo>
                    <a:pt x="252" y="817"/>
                  </a:lnTo>
                  <a:lnTo>
                    <a:pt x="220" y="779"/>
                  </a:lnTo>
                  <a:lnTo>
                    <a:pt x="192" y="738"/>
                  </a:lnTo>
                  <a:lnTo>
                    <a:pt x="164" y="696"/>
                  </a:lnTo>
                  <a:lnTo>
                    <a:pt x="164" y="696"/>
                  </a:lnTo>
                  <a:lnTo>
                    <a:pt x="152" y="676"/>
                  </a:lnTo>
                  <a:lnTo>
                    <a:pt x="152" y="676"/>
                  </a:lnTo>
                  <a:lnTo>
                    <a:pt x="140" y="654"/>
                  </a:lnTo>
                  <a:lnTo>
                    <a:pt x="140" y="654"/>
                  </a:lnTo>
                  <a:lnTo>
                    <a:pt x="118" y="610"/>
                  </a:lnTo>
                  <a:lnTo>
                    <a:pt x="98" y="566"/>
                  </a:lnTo>
                  <a:lnTo>
                    <a:pt x="80" y="520"/>
                  </a:lnTo>
                  <a:lnTo>
                    <a:pt x="66" y="476"/>
                  </a:lnTo>
                  <a:lnTo>
                    <a:pt x="56" y="432"/>
                  </a:lnTo>
                  <a:lnTo>
                    <a:pt x="48" y="388"/>
                  </a:lnTo>
                  <a:lnTo>
                    <a:pt x="42" y="346"/>
                  </a:lnTo>
                  <a:lnTo>
                    <a:pt x="40" y="304"/>
                  </a:lnTo>
                  <a:lnTo>
                    <a:pt x="40" y="304"/>
                  </a:lnTo>
                  <a:lnTo>
                    <a:pt x="42" y="266"/>
                  </a:lnTo>
                  <a:lnTo>
                    <a:pt x="46" y="230"/>
                  </a:lnTo>
                  <a:lnTo>
                    <a:pt x="54" y="198"/>
                  </a:lnTo>
                  <a:lnTo>
                    <a:pt x="64" y="168"/>
                  </a:lnTo>
                  <a:lnTo>
                    <a:pt x="78" y="142"/>
                  </a:lnTo>
                  <a:lnTo>
                    <a:pt x="94" y="118"/>
                  </a:lnTo>
                  <a:lnTo>
                    <a:pt x="112" y="98"/>
                  </a:lnTo>
                  <a:lnTo>
                    <a:pt x="134" y="82"/>
                  </a:lnTo>
                  <a:lnTo>
                    <a:pt x="134" y="82"/>
                  </a:lnTo>
                  <a:lnTo>
                    <a:pt x="144" y="76"/>
                  </a:lnTo>
                  <a:lnTo>
                    <a:pt x="144" y="76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6" y="64"/>
                  </a:lnTo>
                  <a:lnTo>
                    <a:pt x="166" y="64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96" y="56"/>
                  </a:lnTo>
                  <a:lnTo>
                    <a:pt x="196" y="56"/>
                  </a:lnTo>
                  <a:lnTo>
                    <a:pt x="202" y="56"/>
                  </a:lnTo>
                  <a:lnTo>
                    <a:pt x="202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70" y="56"/>
                  </a:lnTo>
                  <a:lnTo>
                    <a:pt x="300" y="62"/>
                  </a:lnTo>
                  <a:lnTo>
                    <a:pt x="300" y="62"/>
                  </a:lnTo>
                  <a:lnTo>
                    <a:pt x="304" y="64"/>
                  </a:lnTo>
                  <a:lnTo>
                    <a:pt x="304" y="64"/>
                  </a:lnTo>
                  <a:lnTo>
                    <a:pt x="316" y="68"/>
                  </a:lnTo>
                  <a:lnTo>
                    <a:pt x="316" y="68"/>
                  </a:lnTo>
                  <a:lnTo>
                    <a:pt x="324" y="70"/>
                  </a:lnTo>
                  <a:lnTo>
                    <a:pt x="324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44" y="78"/>
                  </a:lnTo>
                  <a:lnTo>
                    <a:pt x="344" y="78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74" y="92"/>
                  </a:lnTo>
                  <a:lnTo>
                    <a:pt x="374" y="92"/>
                  </a:lnTo>
                  <a:lnTo>
                    <a:pt x="376" y="94"/>
                  </a:lnTo>
                  <a:lnTo>
                    <a:pt x="376" y="94"/>
                  </a:lnTo>
                  <a:lnTo>
                    <a:pt x="382" y="96"/>
                  </a:lnTo>
                  <a:lnTo>
                    <a:pt x="382" y="96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430" y="126"/>
                  </a:lnTo>
                  <a:lnTo>
                    <a:pt x="464" y="150"/>
                  </a:lnTo>
                  <a:lnTo>
                    <a:pt x="496" y="176"/>
                  </a:lnTo>
                  <a:lnTo>
                    <a:pt x="526" y="206"/>
                  </a:lnTo>
                  <a:lnTo>
                    <a:pt x="556" y="238"/>
                  </a:lnTo>
                  <a:lnTo>
                    <a:pt x="586" y="272"/>
                  </a:lnTo>
                  <a:lnTo>
                    <a:pt x="614" y="308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54" y="368"/>
                  </a:lnTo>
                  <a:lnTo>
                    <a:pt x="654" y="368"/>
                  </a:lnTo>
                  <a:lnTo>
                    <a:pt x="666" y="388"/>
                  </a:lnTo>
                  <a:lnTo>
                    <a:pt x="666" y="388"/>
                  </a:lnTo>
                  <a:lnTo>
                    <a:pt x="678" y="410"/>
                  </a:lnTo>
                  <a:lnTo>
                    <a:pt x="678" y="410"/>
                  </a:lnTo>
                  <a:lnTo>
                    <a:pt x="688" y="428"/>
                  </a:lnTo>
                  <a:lnTo>
                    <a:pt x="688" y="428"/>
                  </a:lnTo>
                  <a:lnTo>
                    <a:pt x="692" y="434"/>
                  </a:lnTo>
                  <a:lnTo>
                    <a:pt x="692" y="434"/>
                  </a:lnTo>
                  <a:lnTo>
                    <a:pt x="700" y="450"/>
                  </a:lnTo>
                  <a:lnTo>
                    <a:pt x="702" y="454"/>
                  </a:lnTo>
                  <a:lnTo>
                    <a:pt x="702" y="454"/>
                  </a:lnTo>
                  <a:lnTo>
                    <a:pt x="726" y="510"/>
                  </a:lnTo>
                  <a:lnTo>
                    <a:pt x="746" y="566"/>
                  </a:lnTo>
                  <a:lnTo>
                    <a:pt x="760" y="622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4" y="692"/>
                  </a:lnTo>
                  <a:lnTo>
                    <a:pt x="774" y="692"/>
                  </a:lnTo>
                  <a:lnTo>
                    <a:pt x="774" y="702"/>
                  </a:lnTo>
                  <a:lnTo>
                    <a:pt x="774" y="702"/>
                  </a:lnTo>
                  <a:lnTo>
                    <a:pt x="776" y="718"/>
                  </a:lnTo>
                  <a:lnTo>
                    <a:pt x="776" y="720"/>
                  </a:lnTo>
                  <a:lnTo>
                    <a:pt x="776" y="720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43"/>
                  </a:lnTo>
                  <a:lnTo>
                    <a:pt x="778" y="743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79"/>
                  </a:lnTo>
                  <a:lnTo>
                    <a:pt x="778" y="77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21" name="Freeform 60"/>
            <p:cNvSpPr/>
            <p:nvPr/>
          </p:nvSpPr>
          <p:spPr>
            <a:xfrm>
              <a:off x="6256440" y="3444840"/>
              <a:ext cx="96480" cy="126000"/>
            </a:xfrm>
            <a:custGeom>
              <a:avLst/>
              <a:gdLst>
                <a:gd name="textAreaLeft" fmla="*/ 0 w 96480"/>
                <a:gd name="textAreaRight" fmla="*/ 97560 w 96480"/>
                <a:gd name="textAreaTop" fmla="*/ 0 h 126000"/>
                <a:gd name="textAreaBottom" fmla="*/ 127080 h 126000"/>
              </a:gdLst>
              <a:ahLst/>
              <a:rect l="textAreaLeft" t="textAreaTop" r="textAreaRight" b="textAreaBottom"/>
              <a:pathLst>
                <a:path w="662" h="861">
                  <a:moveTo>
                    <a:pt x="662" y="616"/>
                  </a:moveTo>
                  <a:lnTo>
                    <a:pt x="662" y="616"/>
                  </a:lnTo>
                  <a:lnTo>
                    <a:pt x="662" y="614"/>
                  </a:lnTo>
                  <a:lnTo>
                    <a:pt x="662" y="614"/>
                  </a:lnTo>
                  <a:lnTo>
                    <a:pt x="662" y="598"/>
                  </a:lnTo>
                  <a:lnTo>
                    <a:pt x="662" y="596"/>
                  </a:lnTo>
                  <a:lnTo>
                    <a:pt x="662" y="596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58" y="574"/>
                  </a:lnTo>
                  <a:lnTo>
                    <a:pt x="658" y="574"/>
                  </a:lnTo>
                  <a:lnTo>
                    <a:pt x="658" y="560"/>
                  </a:lnTo>
                  <a:lnTo>
                    <a:pt x="656" y="560"/>
                  </a:lnTo>
                  <a:lnTo>
                    <a:pt x="656" y="560"/>
                  </a:lnTo>
                  <a:lnTo>
                    <a:pt x="648" y="510"/>
                  </a:lnTo>
                  <a:lnTo>
                    <a:pt x="634" y="460"/>
                  </a:lnTo>
                  <a:lnTo>
                    <a:pt x="616" y="410"/>
                  </a:lnTo>
                  <a:lnTo>
                    <a:pt x="594" y="360"/>
                  </a:lnTo>
                  <a:lnTo>
                    <a:pt x="592" y="356"/>
                  </a:lnTo>
                  <a:lnTo>
                    <a:pt x="592" y="356"/>
                  </a:lnTo>
                  <a:lnTo>
                    <a:pt x="586" y="342"/>
                  </a:lnTo>
                  <a:lnTo>
                    <a:pt x="586" y="342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74" y="320"/>
                  </a:lnTo>
                  <a:lnTo>
                    <a:pt x="574" y="320"/>
                  </a:lnTo>
                  <a:lnTo>
                    <a:pt x="562" y="300"/>
                  </a:lnTo>
                  <a:lnTo>
                    <a:pt x="562" y="300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16" y="228"/>
                  </a:lnTo>
                  <a:lnTo>
                    <a:pt x="490" y="196"/>
                  </a:lnTo>
                  <a:lnTo>
                    <a:pt x="464" y="164"/>
                  </a:lnTo>
                  <a:lnTo>
                    <a:pt x="436" y="136"/>
                  </a:lnTo>
                  <a:lnTo>
                    <a:pt x="408" y="110"/>
                  </a:lnTo>
                  <a:lnTo>
                    <a:pt x="380" y="86"/>
                  </a:lnTo>
                  <a:lnTo>
                    <a:pt x="350" y="64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06" y="38"/>
                  </a:lnTo>
                  <a:lnTo>
                    <a:pt x="306" y="38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298" y="34"/>
                  </a:lnTo>
                  <a:lnTo>
                    <a:pt x="298" y="34"/>
                  </a:lnTo>
                  <a:lnTo>
                    <a:pt x="292" y="30"/>
                  </a:lnTo>
                  <a:lnTo>
                    <a:pt x="292" y="30"/>
                  </a:lnTo>
                  <a:lnTo>
                    <a:pt x="290" y="30"/>
                  </a:lnTo>
                  <a:lnTo>
                    <a:pt x="290" y="3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38" y="10"/>
                  </a:lnTo>
                  <a:lnTo>
                    <a:pt x="238" y="10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06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4" y="40"/>
                  </a:lnTo>
                  <a:lnTo>
                    <a:pt x="48" y="58"/>
                  </a:lnTo>
                  <a:lnTo>
                    <a:pt x="34" y="80"/>
                  </a:lnTo>
                  <a:lnTo>
                    <a:pt x="22" y="104"/>
                  </a:lnTo>
                  <a:lnTo>
                    <a:pt x="12" y="130"/>
                  </a:lnTo>
                  <a:lnTo>
                    <a:pt x="6" y="160"/>
                  </a:lnTo>
                  <a:lnTo>
                    <a:pt x="2" y="19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62"/>
                  </a:lnTo>
                  <a:lnTo>
                    <a:pt x="6" y="300"/>
                  </a:lnTo>
                  <a:lnTo>
                    <a:pt x="12" y="340"/>
                  </a:lnTo>
                  <a:lnTo>
                    <a:pt x="22" y="380"/>
                  </a:lnTo>
                  <a:lnTo>
                    <a:pt x="36" y="420"/>
                  </a:lnTo>
                  <a:lnTo>
                    <a:pt x="50" y="460"/>
                  </a:lnTo>
                  <a:lnTo>
                    <a:pt x="68" y="500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100" y="560"/>
                  </a:lnTo>
                  <a:lnTo>
                    <a:pt x="100" y="560"/>
                  </a:lnTo>
                  <a:lnTo>
                    <a:pt x="110" y="578"/>
                  </a:lnTo>
                  <a:lnTo>
                    <a:pt x="110" y="578"/>
                  </a:lnTo>
                  <a:lnTo>
                    <a:pt x="136" y="616"/>
                  </a:lnTo>
                  <a:lnTo>
                    <a:pt x="162" y="653"/>
                  </a:lnTo>
                  <a:lnTo>
                    <a:pt x="190" y="687"/>
                  </a:lnTo>
                  <a:lnTo>
                    <a:pt x="218" y="717"/>
                  </a:lnTo>
                  <a:lnTo>
                    <a:pt x="248" y="747"/>
                  </a:lnTo>
                  <a:lnTo>
                    <a:pt x="278" y="773"/>
                  </a:lnTo>
                  <a:lnTo>
                    <a:pt x="310" y="795"/>
                  </a:lnTo>
                  <a:lnTo>
                    <a:pt x="342" y="815"/>
                  </a:lnTo>
                  <a:lnTo>
                    <a:pt x="342" y="815"/>
                  </a:lnTo>
                  <a:lnTo>
                    <a:pt x="372" y="831"/>
                  </a:lnTo>
                  <a:lnTo>
                    <a:pt x="402" y="845"/>
                  </a:lnTo>
                  <a:lnTo>
                    <a:pt x="432" y="853"/>
                  </a:lnTo>
                  <a:lnTo>
                    <a:pt x="460" y="859"/>
                  </a:lnTo>
                  <a:lnTo>
                    <a:pt x="488" y="861"/>
                  </a:lnTo>
                  <a:lnTo>
                    <a:pt x="512" y="861"/>
                  </a:lnTo>
                  <a:lnTo>
                    <a:pt x="538" y="855"/>
                  </a:lnTo>
                  <a:lnTo>
                    <a:pt x="560" y="847"/>
                  </a:lnTo>
                  <a:lnTo>
                    <a:pt x="560" y="847"/>
                  </a:lnTo>
                  <a:lnTo>
                    <a:pt x="570" y="841"/>
                  </a:lnTo>
                  <a:lnTo>
                    <a:pt x="570" y="841"/>
                  </a:lnTo>
                  <a:lnTo>
                    <a:pt x="574" y="839"/>
                  </a:lnTo>
                  <a:lnTo>
                    <a:pt x="574" y="839"/>
                  </a:lnTo>
                  <a:lnTo>
                    <a:pt x="576" y="839"/>
                  </a:lnTo>
                  <a:lnTo>
                    <a:pt x="576" y="839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94" y="825"/>
                  </a:lnTo>
                  <a:lnTo>
                    <a:pt x="606" y="813"/>
                  </a:lnTo>
                  <a:lnTo>
                    <a:pt x="618" y="799"/>
                  </a:lnTo>
                  <a:lnTo>
                    <a:pt x="630" y="781"/>
                  </a:lnTo>
                  <a:lnTo>
                    <a:pt x="638" y="765"/>
                  </a:lnTo>
                  <a:lnTo>
                    <a:pt x="646" y="745"/>
                  </a:lnTo>
                  <a:lnTo>
                    <a:pt x="652" y="725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60" y="689"/>
                  </a:lnTo>
                  <a:lnTo>
                    <a:pt x="660" y="689"/>
                  </a:lnTo>
                  <a:lnTo>
                    <a:pt x="660" y="685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63"/>
                  </a:lnTo>
                  <a:lnTo>
                    <a:pt x="662" y="663"/>
                  </a:lnTo>
                  <a:lnTo>
                    <a:pt x="662" y="655"/>
                  </a:lnTo>
                  <a:lnTo>
                    <a:pt x="662" y="653"/>
                  </a:lnTo>
                  <a:lnTo>
                    <a:pt x="662" y="653"/>
                  </a:lnTo>
                  <a:lnTo>
                    <a:pt x="662" y="636"/>
                  </a:lnTo>
                  <a:lnTo>
                    <a:pt x="662" y="636"/>
                  </a:lnTo>
                  <a:lnTo>
                    <a:pt x="662" y="618"/>
                  </a:lnTo>
                  <a:lnTo>
                    <a:pt x="662" y="616"/>
                  </a:lnTo>
                  <a:close/>
                  <a:moveTo>
                    <a:pt x="630" y="630"/>
                  </a:moveTo>
                  <a:lnTo>
                    <a:pt x="630" y="632"/>
                  </a:lnTo>
                  <a:lnTo>
                    <a:pt x="630" y="632"/>
                  </a:lnTo>
                  <a:lnTo>
                    <a:pt x="628" y="638"/>
                  </a:lnTo>
                  <a:lnTo>
                    <a:pt x="628" y="638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6" y="657"/>
                  </a:lnTo>
                  <a:lnTo>
                    <a:pt x="626" y="657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63"/>
                  </a:lnTo>
                  <a:lnTo>
                    <a:pt x="626" y="663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0" y="695"/>
                  </a:lnTo>
                  <a:lnTo>
                    <a:pt x="614" y="713"/>
                  </a:lnTo>
                  <a:lnTo>
                    <a:pt x="608" y="731"/>
                  </a:lnTo>
                  <a:lnTo>
                    <a:pt x="600" y="747"/>
                  </a:lnTo>
                  <a:lnTo>
                    <a:pt x="590" y="761"/>
                  </a:lnTo>
                  <a:lnTo>
                    <a:pt x="580" y="775"/>
                  </a:lnTo>
                  <a:lnTo>
                    <a:pt x="568" y="78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46" y="801"/>
                  </a:lnTo>
                  <a:lnTo>
                    <a:pt x="546" y="801"/>
                  </a:lnTo>
                  <a:lnTo>
                    <a:pt x="538" y="805"/>
                  </a:lnTo>
                  <a:lnTo>
                    <a:pt x="538" y="805"/>
                  </a:lnTo>
                  <a:lnTo>
                    <a:pt x="516" y="813"/>
                  </a:lnTo>
                  <a:lnTo>
                    <a:pt x="494" y="817"/>
                  </a:lnTo>
                  <a:lnTo>
                    <a:pt x="472" y="819"/>
                  </a:lnTo>
                  <a:lnTo>
                    <a:pt x="448" y="817"/>
                  </a:lnTo>
                  <a:lnTo>
                    <a:pt x="422" y="811"/>
                  </a:lnTo>
                  <a:lnTo>
                    <a:pt x="396" y="803"/>
                  </a:lnTo>
                  <a:lnTo>
                    <a:pt x="368" y="791"/>
                  </a:lnTo>
                  <a:lnTo>
                    <a:pt x="340" y="777"/>
                  </a:lnTo>
                  <a:lnTo>
                    <a:pt x="340" y="777"/>
                  </a:lnTo>
                  <a:lnTo>
                    <a:pt x="312" y="759"/>
                  </a:lnTo>
                  <a:lnTo>
                    <a:pt x="284" y="739"/>
                  </a:lnTo>
                  <a:lnTo>
                    <a:pt x="256" y="715"/>
                  </a:lnTo>
                  <a:lnTo>
                    <a:pt x="230" y="689"/>
                  </a:lnTo>
                  <a:lnTo>
                    <a:pt x="204" y="661"/>
                  </a:lnTo>
                  <a:lnTo>
                    <a:pt x="178" y="630"/>
                  </a:lnTo>
                  <a:lnTo>
                    <a:pt x="156" y="598"/>
                  </a:lnTo>
                  <a:lnTo>
                    <a:pt x="132" y="564"/>
                  </a:lnTo>
                  <a:lnTo>
                    <a:pt x="132" y="564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14" y="530"/>
                  </a:lnTo>
                  <a:lnTo>
                    <a:pt x="114" y="530"/>
                  </a:lnTo>
                  <a:lnTo>
                    <a:pt x="94" y="494"/>
                  </a:lnTo>
                  <a:lnTo>
                    <a:pt x="78" y="458"/>
                  </a:lnTo>
                  <a:lnTo>
                    <a:pt x="64" y="420"/>
                  </a:lnTo>
                  <a:lnTo>
                    <a:pt x="54" y="384"/>
                  </a:lnTo>
                  <a:lnTo>
                    <a:pt x="44" y="348"/>
                  </a:lnTo>
                  <a:lnTo>
                    <a:pt x="38" y="314"/>
                  </a:lnTo>
                  <a:lnTo>
                    <a:pt x="34" y="278"/>
                  </a:lnTo>
                  <a:lnTo>
                    <a:pt x="32" y="246"/>
                  </a:lnTo>
                  <a:lnTo>
                    <a:pt x="32" y="246"/>
                  </a:lnTo>
                  <a:lnTo>
                    <a:pt x="34" y="214"/>
                  </a:lnTo>
                  <a:lnTo>
                    <a:pt x="38" y="186"/>
                  </a:lnTo>
                  <a:lnTo>
                    <a:pt x="44" y="160"/>
                  </a:lnTo>
                  <a:lnTo>
                    <a:pt x="52" y="136"/>
                  </a:lnTo>
                  <a:lnTo>
                    <a:pt x="62" y="114"/>
                  </a:lnTo>
                  <a:lnTo>
                    <a:pt x="76" y="96"/>
                  </a:lnTo>
                  <a:lnTo>
                    <a:pt x="90" y="78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30" y="54"/>
                  </a:lnTo>
                  <a:lnTo>
                    <a:pt x="130" y="54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142" y="48"/>
                  </a:lnTo>
                  <a:lnTo>
                    <a:pt x="142" y="48"/>
                  </a:lnTo>
                  <a:lnTo>
                    <a:pt x="146" y="48"/>
                  </a:lnTo>
                  <a:lnTo>
                    <a:pt x="146" y="48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60" y="44"/>
                  </a:lnTo>
                  <a:lnTo>
                    <a:pt x="160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4" y="42"/>
                  </a:lnTo>
                  <a:lnTo>
                    <a:pt x="194" y="42"/>
                  </a:lnTo>
                  <a:lnTo>
                    <a:pt x="196" y="42"/>
                  </a:lnTo>
                  <a:lnTo>
                    <a:pt x="196" y="42"/>
                  </a:lnTo>
                  <a:lnTo>
                    <a:pt x="218" y="44"/>
                  </a:lnTo>
                  <a:lnTo>
                    <a:pt x="242" y="50"/>
                  </a:lnTo>
                  <a:lnTo>
                    <a:pt x="242" y="50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56" y="54"/>
                  </a:lnTo>
                  <a:lnTo>
                    <a:pt x="256" y="54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78" y="62"/>
                  </a:lnTo>
                  <a:lnTo>
                    <a:pt x="278" y="62"/>
                  </a:lnTo>
                  <a:lnTo>
                    <a:pt x="294" y="70"/>
                  </a:lnTo>
                  <a:lnTo>
                    <a:pt x="294" y="70"/>
                  </a:lnTo>
                  <a:lnTo>
                    <a:pt x="296" y="70"/>
                  </a:lnTo>
                  <a:lnTo>
                    <a:pt x="296" y="70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48" y="100"/>
                  </a:lnTo>
                  <a:lnTo>
                    <a:pt x="374" y="120"/>
                  </a:lnTo>
                  <a:lnTo>
                    <a:pt x="400" y="142"/>
                  </a:lnTo>
                  <a:lnTo>
                    <a:pt x="426" y="166"/>
                  </a:lnTo>
                  <a:lnTo>
                    <a:pt x="450" y="192"/>
                  </a:lnTo>
                  <a:lnTo>
                    <a:pt x="474" y="218"/>
                  </a:lnTo>
                  <a:lnTo>
                    <a:pt x="498" y="248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30" y="296"/>
                  </a:lnTo>
                  <a:lnTo>
                    <a:pt x="530" y="296"/>
                  </a:lnTo>
                  <a:lnTo>
                    <a:pt x="540" y="314"/>
                  </a:lnTo>
                  <a:lnTo>
                    <a:pt x="540" y="314"/>
                  </a:lnTo>
                  <a:lnTo>
                    <a:pt x="550" y="330"/>
                  </a:lnTo>
                  <a:lnTo>
                    <a:pt x="550" y="330"/>
                  </a:lnTo>
                  <a:lnTo>
                    <a:pt x="556" y="346"/>
                  </a:lnTo>
                  <a:lnTo>
                    <a:pt x="556" y="346"/>
                  </a:lnTo>
                  <a:lnTo>
                    <a:pt x="560" y="352"/>
                  </a:lnTo>
                  <a:lnTo>
                    <a:pt x="560" y="352"/>
                  </a:lnTo>
                  <a:lnTo>
                    <a:pt x="566" y="364"/>
                  </a:lnTo>
                  <a:lnTo>
                    <a:pt x="568" y="368"/>
                  </a:lnTo>
                  <a:lnTo>
                    <a:pt x="568" y="368"/>
                  </a:lnTo>
                  <a:lnTo>
                    <a:pt x="588" y="412"/>
                  </a:lnTo>
                  <a:lnTo>
                    <a:pt x="604" y="458"/>
                  </a:lnTo>
                  <a:lnTo>
                    <a:pt x="616" y="502"/>
                  </a:lnTo>
                  <a:lnTo>
                    <a:pt x="624" y="546"/>
                  </a:lnTo>
                  <a:lnTo>
                    <a:pt x="624" y="548"/>
                  </a:lnTo>
                  <a:lnTo>
                    <a:pt x="624" y="548"/>
                  </a:lnTo>
                  <a:lnTo>
                    <a:pt x="626" y="560"/>
                  </a:lnTo>
                  <a:lnTo>
                    <a:pt x="626" y="560"/>
                  </a:lnTo>
                  <a:lnTo>
                    <a:pt x="626" y="568"/>
                  </a:lnTo>
                  <a:lnTo>
                    <a:pt x="626" y="568"/>
                  </a:lnTo>
                  <a:lnTo>
                    <a:pt x="628" y="580"/>
                  </a:lnTo>
                  <a:lnTo>
                    <a:pt x="628" y="582"/>
                  </a:lnTo>
                  <a:lnTo>
                    <a:pt x="628" y="582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600"/>
                  </a:lnTo>
                  <a:lnTo>
                    <a:pt x="630" y="600"/>
                  </a:lnTo>
                  <a:lnTo>
                    <a:pt x="630" y="614"/>
                  </a:lnTo>
                  <a:lnTo>
                    <a:pt x="630" y="614"/>
                  </a:lnTo>
                  <a:lnTo>
                    <a:pt x="630" y="630"/>
                  </a:lnTo>
                  <a:lnTo>
                    <a:pt x="630" y="6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22" name="Freeform 61"/>
            <p:cNvSpPr/>
            <p:nvPr/>
          </p:nvSpPr>
          <p:spPr>
            <a:xfrm>
              <a:off x="6265440" y="3456720"/>
              <a:ext cx="78120" cy="101520"/>
            </a:xfrm>
            <a:custGeom>
              <a:avLst/>
              <a:gdLst>
                <a:gd name="textAreaLeft" fmla="*/ 0 w 78120"/>
                <a:gd name="textAreaRight" fmla="*/ 79200 w 78120"/>
                <a:gd name="textAreaTop" fmla="*/ 0 h 101520"/>
                <a:gd name="textAreaBottom" fmla="*/ 102600 h 101520"/>
              </a:gdLst>
              <a:ahLst/>
              <a:rect l="textAreaLeft" t="textAreaTop" r="textAreaRight" b="textAreaBottom"/>
              <a:pathLst>
                <a:path w="538" h="697">
                  <a:moveTo>
                    <a:pt x="538" y="498"/>
                  </a:moveTo>
                  <a:lnTo>
                    <a:pt x="538" y="498"/>
                  </a:lnTo>
                  <a:lnTo>
                    <a:pt x="538" y="498"/>
                  </a:lnTo>
                  <a:lnTo>
                    <a:pt x="538" y="498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72"/>
                  </a:lnTo>
                  <a:lnTo>
                    <a:pt x="536" y="472"/>
                  </a:lnTo>
                  <a:lnTo>
                    <a:pt x="534" y="464"/>
                  </a:lnTo>
                  <a:lnTo>
                    <a:pt x="534" y="464"/>
                  </a:lnTo>
                  <a:lnTo>
                    <a:pt x="534" y="454"/>
                  </a:lnTo>
                  <a:lnTo>
                    <a:pt x="532" y="452"/>
                  </a:lnTo>
                  <a:lnTo>
                    <a:pt x="532" y="452"/>
                  </a:lnTo>
                  <a:lnTo>
                    <a:pt x="526" y="414"/>
                  </a:lnTo>
                  <a:lnTo>
                    <a:pt x="514" y="372"/>
                  </a:lnTo>
                  <a:lnTo>
                    <a:pt x="500" y="332"/>
                  </a:lnTo>
                  <a:lnTo>
                    <a:pt x="482" y="292"/>
                  </a:lnTo>
                  <a:lnTo>
                    <a:pt x="480" y="288"/>
                  </a:lnTo>
                  <a:lnTo>
                    <a:pt x="480" y="288"/>
                  </a:lnTo>
                  <a:lnTo>
                    <a:pt x="474" y="276"/>
                  </a:lnTo>
                  <a:lnTo>
                    <a:pt x="474" y="276"/>
                  </a:lnTo>
                  <a:lnTo>
                    <a:pt x="472" y="272"/>
                  </a:lnTo>
                  <a:lnTo>
                    <a:pt x="472" y="272"/>
                  </a:lnTo>
                  <a:lnTo>
                    <a:pt x="466" y="258"/>
                  </a:lnTo>
                  <a:lnTo>
                    <a:pt x="466" y="258"/>
                  </a:lnTo>
                  <a:lnTo>
                    <a:pt x="456" y="244"/>
                  </a:lnTo>
                  <a:lnTo>
                    <a:pt x="456" y="244"/>
                  </a:lnTo>
                  <a:lnTo>
                    <a:pt x="448" y="228"/>
                  </a:lnTo>
                  <a:lnTo>
                    <a:pt x="448" y="228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18" y="184"/>
                  </a:lnTo>
                  <a:lnTo>
                    <a:pt x="398" y="158"/>
                  </a:lnTo>
                  <a:lnTo>
                    <a:pt x="376" y="134"/>
                  </a:lnTo>
                  <a:lnTo>
                    <a:pt x="354" y="110"/>
                  </a:lnTo>
                  <a:lnTo>
                    <a:pt x="332" y="88"/>
                  </a:lnTo>
                  <a:lnTo>
                    <a:pt x="308" y="70"/>
                  </a:lnTo>
                  <a:lnTo>
                    <a:pt x="284" y="52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48" y="30"/>
                  </a:lnTo>
                  <a:lnTo>
                    <a:pt x="248" y="30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38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22" y="16"/>
                  </a:lnTo>
                  <a:lnTo>
                    <a:pt x="222" y="16"/>
                  </a:lnTo>
                  <a:lnTo>
                    <a:pt x="212" y="14"/>
                  </a:lnTo>
                  <a:lnTo>
                    <a:pt x="212" y="14"/>
                  </a:lnTo>
                  <a:lnTo>
                    <a:pt x="208" y="12"/>
                  </a:lnTo>
                  <a:lnTo>
                    <a:pt x="208" y="12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68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52" y="32"/>
                  </a:lnTo>
                  <a:lnTo>
                    <a:pt x="40" y="46"/>
                  </a:lnTo>
                  <a:lnTo>
                    <a:pt x="28" y="64"/>
                  </a:lnTo>
                  <a:lnTo>
                    <a:pt x="18" y="84"/>
                  </a:lnTo>
                  <a:lnTo>
                    <a:pt x="10" y="104"/>
                  </a:lnTo>
                  <a:lnTo>
                    <a:pt x="6" y="128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212"/>
                  </a:lnTo>
                  <a:lnTo>
                    <a:pt x="6" y="244"/>
                  </a:lnTo>
                  <a:lnTo>
                    <a:pt x="10" y="274"/>
                  </a:lnTo>
                  <a:lnTo>
                    <a:pt x="20" y="308"/>
                  </a:lnTo>
                  <a:lnTo>
                    <a:pt x="30" y="340"/>
                  </a:lnTo>
                  <a:lnTo>
                    <a:pt x="42" y="372"/>
                  </a:lnTo>
                  <a:lnTo>
                    <a:pt x="56" y="406"/>
                  </a:lnTo>
                  <a:lnTo>
                    <a:pt x="72" y="438"/>
                  </a:lnTo>
                  <a:lnTo>
                    <a:pt x="72" y="438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110" y="498"/>
                  </a:lnTo>
                  <a:lnTo>
                    <a:pt x="132" y="528"/>
                  </a:lnTo>
                  <a:lnTo>
                    <a:pt x="154" y="554"/>
                  </a:lnTo>
                  <a:lnTo>
                    <a:pt x="178" y="581"/>
                  </a:lnTo>
                  <a:lnTo>
                    <a:pt x="202" y="605"/>
                  </a:lnTo>
                  <a:lnTo>
                    <a:pt x="226" y="625"/>
                  </a:lnTo>
                  <a:lnTo>
                    <a:pt x="252" y="645"/>
                  </a:lnTo>
                  <a:lnTo>
                    <a:pt x="278" y="661"/>
                  </a:lnTo>
                  <a:lnTo>
                    <a:pt x="278" y="661"/>
                  </a:lnTo>
                  <a:lnTo>
                    <a:pt x="302" y="673"/>
                  </a:lnTo>
                  <a:lnTo>
                    <a:pt x="326" y="683"/>
                  </a:lnTo>
                  <a:lnTo>
                    <a:pt x="350" y="691"/>
                  </a:lnTo>
                  <a:lnTo>
                    <a:pt x="374" y="697"/>
                  </a:lnTo>
                  <a:lnTo>
                    <a:pt x="396" y="697"/>
                  </a:lnTo>
                  <a:lnTo>
                    <a:pt x="416" y="697"/>
                  </a:lnTo>
                  <a:lnTo>
                    <a:pt x="436" y="693"/>
                  </a:lnTo>
                  <a:lnTo>
                    <a:pt x="454" y="687"/>
                  </a:lnTo>
                  <a:lnTo>
                    <a:pt x="454" y="687"/>
                  </a:lnTo>
                  <a:lnTo>
                    <a:pt x="462" y="681"/>
                  </a:lnTo>
                  <a:lnTo>
                    <a:pt x="462" y="681"/>
                  </a:lnTo>
                  <a:lnTo>
                    <a:pt x="466" y="681"/>
                  </a:lnTo>
                  <a:lnTo>
                    <a:pt x="466" y="681"/>
                  </a:lnTo>
                  <a:lnTo>
                    <a:pt x="466" y="679"/>
                  </a:lnTo>
                  <a:lnTo>
                    <a:pt x="466" y="679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82" y="669"/>
                  </a:lnTo>
                  <a:lnTo>
                    <a:pt x="492" y="659"/>
                  </a:lnTo>
                  <a:lnTo>
                    <a:pt x="502" y="647"/>
                  </a:lnTo>
                  <a:lnTo>
                    <a:pt x="510" y="633"/>
                  </a:lnTo>
                  <a:lnTo>
                    <a:pt x="518" y="619"/>
                  </a:lnTo>
                  <a:lnTo>
                    <a:pt x="524" y="603"/>
                  </a:lnTo>
                  <a:lnTo>
                    <a:pt x="530" y="587"/>
                  </a:lnTo>
                  <a:lnTo>
                    <a:pt x="534" y="569"/>
                  </a:lnTo>
                  <a:lnTo>
                    <a:pt x="534" y="569"/>
                  </a:lnTo>
                  <a:lnTo>
                    <a:pt x="534" y="567"/>
                  </a:lnTo>
                  <a:lnTo>
                    <a:pt x="534" y="567"/>
                  </a:lnTo>
                  <a:lnTo>
                    <a:pt x="534" y="556"/>
                  </a:lnTo>
                  <a:lnTo>
                    <a:pt x="534" y="556"/>
                  </a:lnTo>
                  <a:lnTo>
                    <a:pt x="536" y="554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36"/>
                  </a:lnTo>
                  <a:lnTo>
                    <a:pt x="536" y="536"/>
                  </a:lnTo>
                  <a:lnTo>
                    <a:pt x="538" y="530"/>
                  </a:lnTo>
                  <a:lnTo>
                    <a:pt x="538" y="528"/>
                  </a:lnTo>
                  <a:lnTo>
                    <a:pt x="538" y="528"/>
                  </a:lnTo>
                  <a:lnTo>
                    <a:pt x="538" y="514"/>
                  </a:lnTo>
                  <a:lnTo>
                    <a:pt x="538" y="514"/>
                  </a:lnTo>
                  <a:lnTo>
                    <a:pt x="538" y="500"/>
                  </a:lnTo>
                  <a:lnTo>
                    <a:pt x="538" y="498"/>
                  </a:lnTo>
                  <a:close/>
                  <a:moveTo>
                    <a:pt x="510" y="510"/>
                  </a:moveTo>
                  <a:lnTo>
                    <a:pt x="510" y="512"/>
                  </a:lnTo>
                  <a:lnTo>
                    <a:pt x="510" y="512"/>
                  </a:lnTo>
                  <a:lnTo>
                    <a:pt x="510" y="516"/>
                  </a:lnTo>
                  <a:lnTo>
                    <a:pt x="510" y="516"/>
                  </a:lnTo>
                  <a:lnTo>
                    <a:pt x="510" y="522"/>
                  </a:lnTo>
                  <a:lnTo>
                    <a:pt x="510" y="524"/>
                  </a:lnTo>
                  <a:lnTo>
                    <a:pt x="510" y="524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4"/>
                  </a:lnTo>
                  <a:lnTo>
                    <a:pt x="508" y="534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506" y="544"/>
                  </a:lnTo>
                  <a:lnTo>
                    <a:pt x="506" y="544"/>
                  </a:lnTo>
                  <a:lnTo>
                    <a:pt x="506" y="546"/>
                  </a:lnTo>
                  <a:lnTo>
                    <a:pt x="506" y="546"/>
                  </a:lnTo>
                  <a:lnTo>
                    <a:pt x="504" y="563"/>
                  </a:lnTo>
                  <a:lnTo>
                    <a:pt x="498" y="577"/>
                  </a:lnTo>
                  <a:lnTo>
                    <a:pt x="492" y="591"/>
                  </a:lnTo>
                  <a:lnTo>
                    <a:pt x="486" y="605"/>
                  </a:lnTo>
                  <a:lnTo>
                    <a:pt x="478" y="617"/>
                  </a:lnTo>
                  <a:lnTo>
                    <a:pt x="470" y="627"/>
                  </a:lnTo>
                  <a:lnTo>
                    <a:pt x="460" y="637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48" y="647"/>
                  </a:lnTo>
                  <a:lnTo>
                    <a:pt x="448" y="647"/>
                  </a:lnTo>
                  <a:lnTo>
                    <a:pt x="446" y="647"/>
                  </a:lnTo>
                  <a:lnTo>
                    <a:pt x="446" y="647"/>
                  </a:lnTo>
                  <a:lnTo>
                    <a:pt x="444" y="649"/>
                  </a:lnTo>
                  <a:lnTo>
                    <a:pt x="444" y="649"/>
                  </a:lnTo>
                  <a:lnTo>
                    <a:pt x="436" y="653"/>
                  </a:lnTo>
                  <a:lnTo>
                    <a:pt x="436" y="653"/>
                  </a:lnTo>
                  <a:lnTo>
                    <a:pt x="420" y="659"/>
                  </a:lnTo>
                  <a:lnTo>
                    <a:pt x="402" y="663"/>
                  </a:lnTo>
                  <a:lnTo>
                    <a:pt x="382" y="663"/>
                  </a:lnTo>
                  <a:lnTo>
                    <a:pt x="362" y="661"/>
                  </a:lnTo>
                  <a:lnTo>
                    <a:pt x="342" y="657"/>
                  </a:lnTo>
                  <a:lnTo>
                    <a:pt x="322" y="651"/>
                  </a:lnTo>
                  <a:lnTo>
                    <a:pt x="300" y="641"/>
                  </a:lnTo>
                  <a:lnTo>
                    <a:pt x="278" y="629"/>
                  </a:lnTo>
                  <a:lnTo>
                    <a:pt x="278" y="629"/>
                  </a:lnTo>
                  <a:lnTo>
                    <a:pt x="254" y="615"/>
                  </a:lnTo>
                  <a:lnTo>
                    <a:pt x="230" y="597"/>
                  </a:lnTo>
                  <a:lnTo>
                    <a:pt x="208" y="579"/>
                  </a:lnTo>
                  <a:lnTo>
                    <a:pt x="186" y="556"/>
                  </a:lnTo>
                  <a:lnTo>
                    <a:pt x="166" y="534"/>
                  </a:lnTo>
                  <a:lnTo>
                    <a:pt x="146" y="510"/>
                  </a:lnTo>
                  <a:lnTo>
                    <a:pt x="126" y="484"/>
                  </a:lnTo>
                  <a:lnTo>
                    <a:pt x="108" y="456"/>
                  </a:lnTo>
                  <a:lnTo>
                    <a:pt x="108" y="456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2" y="428"/>
                  </a:lnTo>
                  <a:lnTo>
                    <a:pt x="92" y="428"/>
                  </a:lnTo>
                  <a:lnTo>
                    <a:pt x="78" y="400"/>
                  </a:lnTo>
                  <a:lnTo>
                    <a:pt x="64" y="370"/>
                  </a:lnTo>
                  <a:lnTo>
                    <a:pt x="54" y="340"/>
                  </a:lnTo>
                  <a:lnTo>
                    <a:pt x="44" y="312"/>
                  </a:lnTo>
                  <a:lnTo>
                    <a:pt x="36" y="282"/>
                  </a:lnTo>
                  <a:lnTo>
                    <a:pt x="32" y="254"/>
                  </a:lnTo>
                  <a:lnTo>
                    <a:pt x="28" y="22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28" y="174"/>
                  </a:lnTo>
                  <a:lnTo>
                    <a:pt x="32" y="150"/>
                  </a:lnTo>
                  <a:lnTo>
                    <a:pt x="36" y="130"/>
                  </a:lnTo>
                  <a:lnTo>
                    <a:pt x="44" y="110"/>
                  </a:lnTo>
                  <a:lnTo>
                    <a:pt x="52" y="92"/>
                  </a:lnTo>
                  <a:lnTo>
                    <a:pt x="62" y="76"/>
                  </a:lnTo>
                  <a:lnTo>
                    <a:pt x="74" y="64"/>
                  </a:lnTo>
                  <a:lnTo>
                    <a:pt x="88" y="52"/>
                  </a:lnTo>
                  <a:lnTo>
                    <a:pt x="88" y="52"/>
                  </a:lnTo>
                  <a:lnTo>
                    <a:pt x="94" y="48"/>
                  </a:lnTo>
                  <a:lnTo>
                    <a:pt x="94" y="48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52" y="34"/>
                  </a:lnTo>
                  <a:lnTo>
                    <a:pt x="152" y="34"/>
                  </a:lnTo>
                  <a:lnTo>
                    <a:pt x="158" y="34"/>
                  </a:lnTo>
                  <a:lnTo>
                    <a:pt x="158" y="34"/>
                  </a:lnTo>
                  <a:lnTo>
                    <a:pt x="160" y="34"/>
                  </a:lnTo>
                  <a:lnTo>
                    <a:pt x="160" y="34"/>
                  </a:lnTo>
                  <a:lnTo>
                    <a:pt x="178" y="36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200" y="42"/>
                  </a:lnTo>
                  <a:lnTo>
                    <a:pt x="200" y="42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14" y="46"/>
                  </a:lnTo>
                  <a:lnTo>
                    <a:pt x="214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6" y="60"/>
                  </a:lnTo>
                  <a:lnTo>
                    <a:pt x="246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50" y="62"/>
                  </a:lnTo>
                  <a:lnTo>
                    <a:pt x="250" y="62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84" y="82"/>
                  </a:lnTo>
                  <a:lnTo>
                    <a:pt x="304" y="96"/>
                  </a:lnTo>
                  <a:lnTo>
                    <a:pt x="326" y="114"/>
                  </a:lnTo>
                  <a:lnTo>
                    <a:pt x="346" y="134"/>
                  </a:lnTo>
                  <a:lnTo>
                    <a:pt x="366" y="154"/>
                  </a:lnTo>
                  <a:lnTo>
                    <a:pt x="386" y="178"/>
                  </a:lnTo>
                  <a:lnTo>
                    <a:pt x="404" y="200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30" y="240"/>
                  </a:lnTo>
                  <a:lnTo>
                    <a:pt x="430" y="240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52" y="280"/>
                  </a:lnTo>
                  <a:lnTo>
                    <a:pt x="452" y="280"/>
                  </a:lnTo>
                  <a:lnTo>
                    <a:pt x="454" y="284"/>
                  </a:lnTo>
                  <a:lnTo>
                    <a:pt x="454" y="284"/>
                  </a:lnTo>
                  <a:lnTo>
                    <a:pt x="460" y="294"/>
                  </a:lnTo>
                  <a:lnTo>
                    <a:pt x="460" y="298"/>
                  </a:lnTo>
                  <a:lnTo>
                    <a:pt x="460" y="298"/>
                  </a:lnTo>
                  <a:lnTo>
                    <a:pt x="476" y="334"/>
                  </a:lnTo>
                  <a:lnTo>
                    <a:pt x="490" y="370"/>
                  </a:lnTo>
                  <a:lnTo>
                    <a:pt x="500" y="406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8" y="454"/>
                  </a:lnTo>
                  <a:lnTo>
                    <a:pt x="508" y="454"/>
                  </a:lnTo>
                  <a:lnTo>
                    <a:pt x="508" y="460"/>
                  </a:lnTo>
                  <a:lnTo>
                    <a:pt x="508" y="46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82"/>
                  </a:lnTo>
                  <a:lnTo>
                    <a:pt x="510" y="482"/>
                  </a:lnTo>
                  <a:lnTo>
                    <a:pt x="510" y="484"/>
                  </a:lnTo>
                  <a:lnTo>
                    <a:pt x="510" y="486"/>
                  </a:lnTo>
                  <a:lnTo>
                    <a:pt x="510" y="486"/>
                  </a:lnTo>
                  <a:lnTo>
                    <a:pt x="510" y="498"/>
                  </a:lnTo>
                  <a:lnTo>
                    <a:pt x="510" y="498"/>
                  </a:lnTo>
                  <a:lnTo>
                    <a:pt x="510" y="510"/>
                  </a:lnTo>
                  <a:lnTo>
                    <a:pt x="510" y="51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23" name="Freeform 62"/>
            <p:cNvSpPr/>
            <p:nvPr/>
          </p:nvSpPr>
          <p:spPr>
            <a:xfrm>
              <a:off x="6273360" y="3466440"/>
              <a:ext cx="63000" cy="82080"/>
            </a:xfrm>
            <a:custGeom>
              <a:avLst/>
              <a:gdLst>
                <a:gd name="textAreaLeft" fmla="*/ 0 w 63000"/>
                <a:gd name="textAreaRight" fmla="*/ 64080 w 63000"/>
                <a:gd name="textAreaTop" fmla="*/ 0 h 82080"/>
                <a:gd name="textAreaBottom" fmla="*/ 83160 h 82080"/>
              </a:gdLst>
              <a:ahLst/>
              <a:rect l="textAreaLeft" t="textAreaTop" r="textAreaRight" b="textAreaBottom"/>
              <a:pathLst>
                <a:path w="434" h="565">
                  <a:moveTo>
                    <a:pt x="434" y="404"/>
                  </a:moveTo>
                  <a:lnTo>
                    <a:pt x="434" y="404"/>
                  </a:lnTo>
                  <a:lnTo>
                    <a:pt x="434" y="404"/>
                  </a:lnTo>
                  <a:lnTo>
                    <a:pt x="434" y="404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2" y="382"/>
                  </a:lnTo>
                  <a:lnTo>
                    <a:pt x="432" y="382"/>
                  </a:lnTo>
                  <a:lnTo>
                    <a:pt x="432" y="376"/>
                  </a:lnTo>
                  <a:lnTo>
                    <a:pt x="432" y="376"/>
                  </a:lnTo>
                  <a:lnTo>
                    <a:pt x="430" y="368"/>
                  </a:lnTo>
                  <a:lnTo>
                    <a:pt x="430" y="366"/>
                  </a:lnTo>
                  <a:lnTo>
                    <a:pt x="430" y="366"/>
                  </a:lnTo>
                  <a:lnTo>
                    <a:pt x="424" y="334"/>
                  </a:lnTo>
                  <a:lnTo>
                    <a:pt x="416" y="302"/>
                  </a:lnTo>
                  <a:lnTo>
                    <a:pt x="404" y="270"/>
                  </a:lnTo>
                  <a:lnTo>
                    <a:pt x="390" y="236"/>
                  </a:lnTo>
                  <a:lnTo>
                    <a:pt x="388" y="234"/>
                  </a:lnTo>
                  <a:lnTo>
                    <a:pt x="388" y="234"/>
                  </a:lnTo>
                  <a:lnTo>
                    <a:pt x="384" y="224"/>
                  </a:lnTo>
                  <a:lnTo>
                    <a:pt x="384" y="224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76" y="210"/>
                  </a:lnTo>
                  <a:lnTo>
                    <a:pt x="376" y="210"/>
                  </a:lnTo>
                  <a:lnTo>
                    <a:pt x="368" y="196"/>
                  </a:lnTo>
                  <a:lnTo>
                    <a:pt x="368" y="196"/>
                  </a:lnTo>
                  <a:lnTo>
                    <a:pt x="362" y="184"/>
                  </a:lnTo>
                  <a:lnTo>
                    <a:pt x="362" y="184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38" y="150"/>
                  </a:lnTo>
                  <a:lnTo>
                    <a:pt x="322" y="128"/>
                  </a:lnTo>
                  <a:lnTo>
                    <a:pt x="304" y="108"/>
                  </a:lnTo>
                  <a:lnTo>
                    <a:pt x="286" y="90"/>
                  </a:lnTo>
                  <a:lnTo>
                    <a:pt x="268" y="72"/>
                  </a:lnTo>
                  <a:lnTo>
                    <a:pt x="250" y="56"/>
                  </a:lnTo>
                  <a:lnTo>
                    <a:pt x="230" y="42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2"/>
                  </a:lnTo>
                  <a:lnTo>
                    <a:pt x="196" y="22"/>
                  </a:lnTo>
                  <a:lnTo>
                    <a:pt x="192" y="20"/>
                  </a:lnTo>
                  <a:lnTo>
                    <a:pt x="192" y="20"/>
                  </a:lnTo>
                  <a:lnTo>
                    <a:pt x="190" y="20"/>
                  </a:lnTo>
                  <a:lnTo>
                    <a:pt x="190" y="2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66" y="10"/>
                  </a:lnTo>
                  <a:lnTo>
                    <a:pt x="166" y="10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3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2" y="26"/>
                  </a:lnTo>
                  <a:lnTo>
                    <a:pt x="30" y="38"/>
                  </a:lnTo>
                  <a:lnTo>
                    <a:pt x="22" y="52"/>
                  </a:lnTo>
                  <a:lnTo>
                    <a:pt x="14" y="68"/>
                  </a:lnTo>
                  <a:lnTo>
                    <a:pt x="8" y="86"/>
                  </a:lnTo>
                  <a:lnTo>
                    <a:pt x="4" y="104"/>
                  </a:lnTo>
                  <a:lnTo>
                    <a:pt x="0" y="12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72"/>
                  </a:lnTo>
                  <a:lnTo>
                    <a:pt x="4" y="196"/>
                  </a:lnTo>
                  <a:lnTo>
                    <a:pt x="8" y="222"/>
                  </a:lnTo>
                  <a:lnTo>
                    <a:pt x="14" y="248"/>
                  </a:lnTo>
                  <a:lnTo>
                    <a:pt x="22" y="276"/>
                  </a:lnTo>
                  <a:lnTo>
                    <a:pt x="32" y="302"/>
                  </a:lnTo>
                  <a:lnTo>
                    <a:pt x="44" y="328"/>
                  </a:lnTo>
                  <a:lnTo>
                    <a:pt x="58" y="354"/>
                  </a:lnTo>
                  <a:lnTo>
                    <a:pt x="58" y="354"/>
                  </a:lnTo>
                  <a:lnTo>
                    <a:pt x="66" y="366"/>
                  </a:lnTo>
                  <a:lnTo>
                    <a:pt x="66" y="366"/>
                  </a:lnTo>
                  <a:lnTo>
                    <a:pt x="72" y="380"/>
                  </a:lnTo>
                  <a:lnTo>
                    <a:pt x="72" y="380"/>
                  </a:lnTo>
                  <a:lnTo>
                    <a:pt x="88" y="404"/>
                  </a:lnTo>
                  <a:lnTo>
                    <a:pt x="106" y="428"/>
                  </a:lnTo>
                  <a:lnTo>
                    <a:pt x="124" y="450"/>
                  </a:lnTo>
                  <a:lnTo>
                    <a:pt x="142" y="470"/>
                  </a:lnTo>
                  <a:lnTo>
                    <a:pt x="162" y="488"/>
                  </a:lnTo>
                  <a:lnTo>
                    <a:pt x="182" y="507"/>
                  </a:lnTo>
                  <a:lnTo>
                    <a:pt x="204" y="523"/>
                  </a:lnTo>
                  <a:lnTo>
                    <a:pt x="224" y="535"/>
                  </a:lnTo>
                  <a:lnTo>
                    <a:pt x="224" y="535"/>
                  </a:lnTo>
                  <a:lnTo>
                    <a:pt x="244" y="547"/>
                  </a:lnTo>
                  <a:lnTo>
                    <a:pt x="264" y="555"/>
                  </a:lnTo>
                  <a:lnTo>
                    <a:pt x="284" y="561"/>
                  </a:lnTo>
                  <a:lnTo>
                    <a:pt x="302" y="565"/>
                  </a:lnTo>
                  <a:lnTo>
                    <a:pt x="320" y="565"/>
                  </a:lnTo>
                  <a:lnTo>
                    <a:pt x="336" y="565"/>
                  </a:lnTo>
                  <a:lnTo>
                    <a:pt x="352" y="561"/>
                  </a:lnTo>
                  <a:lnTo>
                    <a:pt x="368" y="557"/>
                  </a:lnTo>
                  <a:lnTo>
                    <a:pt x="368" y="557"/>
                  </a:lnTo>
                  <a:lnTo>
                    <a:pt x="374" y="553"/>
                  </a:lnTo>
                  <a:lnTo>
                    <a:pt x="374" y="553"/>
                  </a:lnTo>
                  <a:lnTo>
                    <a:pt x="376" y="551"/>
                  </a:lnTo>
                  <a:lnTo>
                    <a:pt x="376" y="551"/>
                  </a:lnTo>
                  <a:lnTo>
                    <a:pt x="378" y="551"/>
                  </a:lnTo>
                  <a:lnTo>
                    <a:pt x="378" y="551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90" y="541"/>
                  </a:lnTo>
                  <a:lnTo>
                    <a:pt x="398" y="533"/>
                  </a:lnTo>
                  <a:lnTo>
                    <a:pt x="406" y="523"/>
                  </a:lnTo>
                  <a:lnTo>
                    <a:pt x="412" y="513"/>
                  </a:lnTo>
                  <a:lnTo>
                    <a:pt x="418" y="501"/>
                  </a:lnTo>
                  <a:lnTo>
                    <a:pt x="424" y="488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2" y="450"/>
                  </a:lnTo>
                  <a:lnTo>
                    <a:pt x="432" y="450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4" y="440"/>
                  </a:lnTo>
                  <a:lnTo>
                    <a:pt x="434" y="438"/>
                  </a:lnTo>
                  <a:lnTo>
                    <a:pt x="434" y="438"/>
                  </a:lnTo>
                  <a:lnTo>
                    <a:pt x="434" y="434"/>
                  </a:lnTo>
                  <a:lnTo>
                    <a:pt x="434" y="434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16"/>
                  </a:lnTo>
                  <a:lnTo>
                    <a:pt x="434" y="416"/>
                  </a:lnTo>
                  <a:lnTo>
                    <a:pt x="434" y="406"/>
                  </a:lnTo>
                  <a:lnTo>
                    <a:pt x="434" y="404"/>
                  </a:lnTo>
                  <a:close/>
                  <a:moveTo>
                    <a:pt x="412" y="412"/>
                  </a:moveTo>
                  <a:lnTo>
                    <a:pt x="412" y="414"/>
                  </a:lnTo>
                  <a:lnTo>
                    <a:pt x="412" y="414"/>
                  </a:lnTo>
                  <a:lnTo>
                    <a:pt x="412" y="418"/>
                  </a:lnTo>
                  <a:lnTo>
                    <a:pt x="412" y="418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30"/>
                  </a:lnTo>
                  <a:lnTo>
                    <a:pt x="412" y="430"/>
                  </a:lnTo>
                  <a:lnTo>
                    <a:pt x="412" y="432"/>
                  </a:lnTo>
                  <a:lnTo>
                    <a:pt x="410" y="432"/>
                  </a:lnTo>
                  <a:lnTo>
                    <a:pt x="410" y="432"/>
                  </a:lnTo>
                  <a:lnTo>
                    <a:pt x="410" y="434"/>
                  </a:lnTo>
                  <a:lnTo>
                    <a:pt x="410" y="434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02" y="468"/>
                  </a:lnTo>
                  <a:lnTo>
                    <a:pt x="394" y="490"/>
                  </a:lnTo>
                  <a:lnTo>
                    <a:pt x="386" y="499"/>
                  </a:lnTo>
                  <a:lnTo>
                    <a:pt x="380" y="509"/>
                  </a:lnTo>
                  <a:lnTo>
                    <a:pt x="372" y="515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2" y="523"/>
                  </a:lnTo>
                  <a:lnTo>
                    <a:pt x="362" y="523"/>
                  </a:lnTo>
                  <a:lnTo>
                    <a:pt x="360" y="525"/>
                  </a:lnTo>
                  <a:lnTo>
                    <a:pt x="360" y="525"/>
                  </a:lnTo>
                  <a:lnTo>
                    <a:pt x="358" y="525"/>
                  </a:lnTo>
                  <a:lnTo>
                    <a:pt x="358" y="525"/>
                  </a:lnTo>
                  <a:lnTo>
                    <a:pt x="352" y="529"/>
                  </a:lnTo>
                  <a:lnTo>
                    <a:pt x="352" y="529"/>
                  </a:lnTo>
                  <a:lnTo>
                    <a:pt x="338" y="533"/>
                  </a:lnTo>
                  <a:lnTo>
                    <a:pt x="324" y="537"/>
                  </a:lnTo>
                  <a:lnTo>
                    <a:pt x="310" y="537"/>
                  </a:lnTo>
                  <a:lnTo>
                    <a:pt x="294" y="535"/>
                  </a:lnTo>
                  <a:lnTo>
                    <a:pt x="276" y="533"/>
                  </a:lnTo>
                  <a:lnTo>
                    <a:pt x="260" y="527"/>
                  </a:lnTo>
                  <a:lnTo>
                    <a:pt x="242" y="519"/>
                  </a:lnTo>
                  <a:lnTo>
                    <a:pt x="224" y="511"/>
                  </a:lnTo>
                  <a:lnTo>
                    <a:pt x="224" y="511"/>
                  </a:lnTo>
                  <a:lnTo>
                    <a:pt x="204" y="499"/>
                  </a:lnTo>
                  <a:lnTo>
                    <a:pt x="186" y="484"/>
                  </a:lnTo>
                  <a:lnTo>
                    <a:pt x="168" y="468"/>
                  </a:lnTo>
                  <a:lnTo>
                    <a:pt x="150" y="452"/>
                  </a:lnTo>
                  <a:lnTo>
                    <a:pt x="134" y="432"/>
                  </a:lnTo>
                  <a:lnTo>
                    <a:pt x="116" y="412"/>
                  </a:lnTo>
                  <a:lnTo>
                    <a:pt x="102" y="392"/>
                  </a:lnTo>
                  <a:lnTo>
                    <a:pt x="86" y="370"/>
                  </a:lnTo>
                  <a:lnTo>
                    <a:pt x="86" y="370"/>
                  </a:lnTo>
                  <a:lnTo>
                    <a:pt x="80" y="358"/>
                  </a:lnTo>
                  <a:lnTo>
                    <a:pt x="80" y="358"/>
                  </a:lnTo>
                  <a:lnTo>
                    <a:pt x="74" y="348"/>
                  </a:lnTo>
                  <a:lnTo>
                    <a:pt x="74" y="348"/>
                  </a:lnTo>
                  <a:lnTo>
                    <a:pt x="62" y="324"/>
                  </a:lnTo>
                  <a:lnTo>
                    <a:pt x="52" y="300"/>
                  </a:lnTo>
                  <a:lnTo>
                    <a:pt x="42" y="276"/>
                  </a:lnTo>
                  <a:lnTo>
                    <a:pt x="34" y="252"/>
                  </a:lnTo>
                  <a:lnTo>
                    <a:pt x="28" y="228"/>
                  </a:lnTo>
                  <a:lnTo>
                    <a:pt x="24" y="206"/>
                  </a:lnTo>
                  <a:lnTo>
                    <a:pt x="22" y="182"/>
                  </a:lnTo>
                  <a:lnTo>
                    <a:pt x="22" y="160"/>
                  </a:lnTo>
                  <a:lnTo>
                    <a:pt x="22" y="160"/>
                  </a:lnTo>
                  <a:lnTo>
                    <a:pt x="22" y="140"/>
                  </a:lnTo>
                  <a:lnTo>
                    <a:pt x="24" y="122"/>
                  </a:lnTo>
                  <a:lnTo>
                    <a:pt x="28" y="104"/>
                  </a:lnTo>
                  <a:lnTo>
                    <a:pt x="34" y="88"/>
                  </a:lnTo>
                  <a:lnTo>
                    <a:pt x="42" y="74"/>
                  </a:lnTo>
                  <a:lnTo>
                    <a:pt x="50" y="62"/>
                  </a:lnTo>
                  <a:lnTo>
                    <a:pt x="60" y="52"/>
                  </a:lnTo>
                  <a:lnTo>
                    <a:pt x="70" y="42"/>
                  </a:lnTo>
                  <a:lnTo>
                    <a:pt x="70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96" y="32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8" y="28"/>
                  </a:lnTo>
                  <a:lnTo>
                    <a:pt x="108" y="28"/>
                  </a:lnTo>
                  <a:lnTo>
                    <a:pt x="122" y="28"/>
                  </a:lnTo>
                  <a:lnTo>
                    <a:pt x="122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44" y="30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6" y="38"/>
                  </a:lnTo>
                  <a:lnTo>
                    <a:pt x="176" y="38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194" y="46"/>
                  </a:lnTo>
                  <a:lnTo>
                    <a:pt x="194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28" y="66"/>
                  </a:lnTo>
                  <a:lnTo>
                    <a:pt x="246" y="78"/>
                  </a:lnTo>
                  <a:lnTo>
                    <a:pt x="262" y="92"/>
                  </a:lnTo>
                  <a:lnTo>
                    <a:pt x="280" y="108"/>
                  </a:lnTo>
                  <a:lnTo>
                    <a:pt x="296" y="126"/>
                  </a:lnTo>
                  <a:lnTo>
                    <a:pt x="312" y="144"/>
                  </a:lnTo>
                  <a:lnTo>
                    <a:pt x="326" y="162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54" y="206"/>
                  </a:lnTo>
                  <a:lnTo>
                    <a:pt x="354" y="206"/>
                  </a:lnTo>
                  <a:lnTo>
                    <a:pt x="360" y="216"/>
                  </a:lnTo>
                  <a:lnTo>
                    <a:pt x="360" y="216"/>
                  </a:lnTo>
                  <a:lnTo>
                    <a:pt x="366" y="226"/>
                  </a:lnTo>
                  <a:lnTo>
                    <a:pt x="366" y="226"/>
                  </a:lnTo>
                  <a:lnTo>
                    <a:pt x="368" y="230"/>
                  </a:lnTo>
                  <a:lnTo>
                    <a:pt x="368" y="230"/>
                  </a:lnTo>
                  <a:lnTo>
                    <a:pt x="372" y="238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86" y="270"/>
                  </a:lnTo>
                  <a:lnTo>
                    <a:pt x="396" y="300"/>
                  </a:lnTo>
                  <a:lnTo>
                    <a:pt x="404" y="330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68"/>
                  </a:lnTo>
                  <a:lnTo>
                    <a:pt x="410" y="368"/>
                  </a:lnTo>
                  <a:lnTo>
                    <a:pt x="412" y="372"/>
                  </a:lnTo>
                  <a:lnTo>
                    <a:pt x="412" y="372"/>
                  </a:lnTo>
                  <a:lnTo>
                    <a:pt x="412" y="380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4"/>
                  </a:lnTo>
                  <a:lnTo>
                    <a:pt x="412" y="394"/>
                  </a:lnTo>
                  <a:lnTo>
                    <a:pt x="412" y="404"/>
                  </a:lnTo>
                  <a:lnTo>
                    <a:pt x="412" y="404"/>
                  </a:lnTo>
                  <a:lnTo>
                    <a:pt x="412" y="412"/>
                  </a:lnTo>
                  <a:lnTo>
                    <a:pt x="412" y="4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24" name="Freeform 63"/>
            <p:cNvSpPr/>
            <p:nvPr/>
          </p:nvSpPr>
          <p:spPr>
            <a:xfrm>
              <a:off x="6279120" y="3474360"/>
              <a:ext cx="51120" cy="66240"/>
            </a:xfrm>
            <a:custGeom>
              <a:avLst/>
              <a:gdLst>
                <a:gd name="textAreaLeft" fmla="*/ 0 w 51120"/>
                <a:gd name="textAreaRight" fmla="*/ 52200 w 51120"/>
                <a:gd name="textAreaTop" fmla="*/ 0 h 66240"/>
                <a:gd name="textAreaBottom" fmla="*/ 67320 h 66240"/>
              </a:gdLst>
              <a:ahLst/>
              <a:rect l="textAreaLeft" t="textAreaTop" r="textAreaRight" b="textAreaBottom"/>
              <a:pathLst>
                <a:path w="354" h="457">
                  <a:moveTo>
                    <a:pt x="354" y="326"/>
                  </a:moveTo>
                  <a:lnTo>
                    <a:pt x="354" y="326"/>
                  </a:lnTo>
                  <a:lnTo>
                    <a:pt x="354" y="326"/>
                  </a:lnTo>
                  <a:lnTo>
                    <a:pt x="354" y="326"/>
                  </a:lnTo>
                  <a:lnTo>
                    <a:pt x="352" y="318"/>
                  </a:lnTo>
                  <a:lnTo>
                    <a:pt x="352" y="316"/>
                  </a:lnTo>
                  <a:lnTo>
                    <a:pt x="352" y="316"/>
                  </a:lnTo>
                  <a:lnTo>
                    <a:pt x="352" y="310"/>
                  </a:lnTo>
                  <a:lnTo>
                    <a:pt x="352" y="310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50" y="298"/>
                  </a:lnTo>
                  <a:lnTo>
                    <a:pt x="350" y="296"/>
                  </a:lnTo>
                  <a:lnTo>
                    <a:pt x="350" y="296"/>
                  </a:lnTo>
                  <a:lnTo>
                    <a:pt x="346" y="270"/>
                  </a:lnTo>
                  <a:lnTo>
                    <a:pt x="338" y="244"/>
                  </a:lnTo>
                  <a:lnTo>
                    <a:pt x="328" y="218"/>
                  </a:lnTo>
                  <a:lnTo>
                    <a:pt x="316" y="192"/>
                  </a:lnTo>
                  <a:lnTo>
                    <a:pt x="316" y="188"/>
                  </a:lnTo>
                  <a:lnTo>
                    <a:pt x="316" y="188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78"/>
                  </a:lnTo>
                  <a:lnTo>
                    <a:pt x="310" y="178"/>
                  </a:lnTo>
                  <a:lnTo>
                    <a:pt x="306" y="170"/>
                  </a:lnTo>
                  <a:lnTo>
                    <a:pt x="306" y="170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4" y="150"/>
                  </a:lnTo>
                  <a:lnTo>
                    <a:pt x="294" y="15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62" y="104"/>
                  </a:lnTo>
                  <a:lnTo>
                    <a:pt x="234" y="72"/>
                  </a:lnTo>
                  <a:lnTo>
                    <a:pt x="218" y="58"/>
                  </a:lnTo>
                  <a:lnTo>
                    <a:pt x="202" y="44"/>
                  </a:lnTo>
                  <a:lnTo>
                    <a:pt x="188" y="3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64" y="20"/>
                  </a:lnTo>
                  <a:lnTo>
                    <a:pt x="164" y="20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0" y="18"/>
                  </a:lnTo>
                  <a:lnTo>
                    <a:pt x="160" y="18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46" y="10"/>
                  </a:lnTo>
                  <a:lnTo>
                    <a:pt x="146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36" y="8"/>
                  </a:lnTo>
                  <a:lnTo>
                    <a:pt x="136" y="8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36" y="20"/>
                  </a:lnTo>
                  <a:lnTo>
                    <a:pt x="26" y="30"/>
                  </a:lnTo>
                  <a:lnTo>
                    <a:pt x="18" y="42"/>
                  </a:lnTo>
                  <a:lnTo>
                    <a:pt x="12" y="54"/>
                  </a:lnTo>
                  <a:lnTo>
                    <a:pt x="8" y="68"/>
                  </a:lnTo>
                  <a:lnTo>
                    <a:pt x="4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2" y="138"/>
                  </a:lnTo>
                  <a:lnTo>
                    <a:pt x="4" y="160"/>
                  </a:lnTo>
                  <a:lnTo>
                    <a:pt x="8" y="180"/>
                  </a:lnTo>
                  <a:lnTo>
                    <a:pt x="14" y="202"/>
                  </a:lnTo>
                  <a:lnTo>
                    <a:pt x="20" y="222"/>
                  </a:lnTo>
                  <a:lnTo>
                    <a:pt x="28" y="244"/>
                  </a:lnTo>
                  <a:lnTo>
                    <a:pt x="38" y="26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4" y="296"/>
                  </a:lnTo>
                  <a:lnTo>
                    <a:pt x="54" y="296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74" y="326"/>
                  </a:lnTo>
                  <a:lnTo>
                    <a:pt x="86" y="346"/>
                  </a:lnTo>
                  <a:lnTo>
                    <a:pt x="102" y="364"/>
                  </a:lnTo>
                  <a:lnTo>
                    <a:pt x="116" y="380"/>
                  </a:lnTo>
                  <a:lnTo>
                    <a:pt x="132" y="396"/>
                  </a:lnTo>
                  <a:lnTo>
                    <a:pt x="150" y="410"/>
                  </a:lnTo>
                  <a:lnTo>
                    <a:pt x="166" y="422"/>
                  </a:lnTo>
                  <a:lnTo>
                    <a:pt x="182" y="432"/>
                  </a:lnTo>
                  <a:lnTo>
                    <a:pt x="182" y="432"/>
                  </a:lnTo>
                  <a:lnTo>
                    <a:pt x="200" y="443"/>
                  </a:lnTo>
                  <a:lnTo>
                    <a:pt x="216" y="449"/>
                  </a:lnTo>
                  <a:lnTo>
                    <a:pt x="230" y="453"/>
                  </a:lnTo>
                  <a:lnTo>
                    <a:pt x="246" y="457"/>
                  </a:lnTo>
                  <a:lnTo>
                    <a:pt x="260" y="457"/>
                  </a:lnTo>
                  <a:lnTo>
                    <a:pt x="274" y="457"/>
                  </a:lnTo>
                  <a:lnTo>
                    <a:pt x="286" y="455"/>
                  </a:lnTo>
                  <a:lnTo>
                    <a:pt x="298" y="451"/>
                  </a:lnTo>
                  <a:lnTo>
                    <a:pt x="298" y="451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06" y="445"/>
                  </a:lnTo>
                  <a:lnTo>
                    <a:pt x="306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24" y="430"/>
                  </a:lnTo>
                  <a:lnTo>
                    <a:pt x="336" y="414"/>
                  </a:lnTo>
                  <a:lnTo>
                    <a:pt x="344" y="394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2"/>
                  </a:lnTo>
                  <a:lnTo>
                    <a:pt x="352" y="352"/>
                  </a:lnTo>
                  <a:lnTo>
                    <a:pt x="352" y="346"/>
                  </a:lnTo>
                  <a:lnTo>
                    <a:pt x="354" y="346"/>
                  </a:lnTo>
                  <a:lnTo>
                    <a:pt x="354" y="346"/>
                  </a:lnTo>
                  <a:lnTo>
                    <a:pt x="354" y="338"/>
                  </a:lnTo>
                  <a:lnTo>
                    <a:pt x="354" y="338"/>
                  </a:lnTo>
                  <a:lnTo>
                    <a:pt x="354" y="328"/>
                  </a:lnTo>
                  <a:lnTo>
                    <a:pt x="354" y="326"/>
                  </a:lnTo>
                  <a:close/>
                  <a:moveTo>
                    <a:pt x="336" y="334"/>
                  </a:moveTo>
                  <a:lnTo>
                    <a:pt x="336" y="336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6" y="338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28" y="378"/>
                  </a:lnTo>
                  <a:lnTo>
                    <a:pt x="320" y="396"/>
                  </a:lnTo>
                  <a:lnTo>
                    <a:pt x="308" y="410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2" y="424"/>
                  </a:lnTo>
                  <a:lnTo>
                    <a:pt x="292" y="424"/>
                  </a:lnTo>
                  <a:lnTo>
                    <a:pt x="286" y="428"/>
                  </a:lnTo>
                  <a:lnTo>
                    <a:pt x="286" y="428"/>
                  </a:lnTo>
                  <a:lnTo>
                    <a:pt x="276" y="432"/>
                  </a:lnTo>
                  <a:lnTo>
                    <a:pt x="264" y="434"/>
                  </a:lnTo>
                  <a:lnTo>
                    <a:pt x="252" y="434"/>
                  </a:lnTo>
                  <a:lnTo>
                    <a:pt x="238" y="432"/>
                  </a:lnTo>
                  <a:lnTo>
                    <a:pt x="226" y="430"/>
                  </a:lnTo>
                  <a:lnTo>
                    <a:pt x="212" y="426"/>
                  </a:lnTo>
                  <a:lnTo>
                    <a:pt x="196" y="420"/>
                  </a:lnTo>
                  <a:lnTo>
                    <a:pt x="182" y="412"/>
                  </a:lnTo>
                  <a:lnTo>
                    <a:pt x="182" y="412"/>
                  </a:lnTo>
                  <a:lnTo>
                    <a:pt x="166" y="402"/>
                  </a:lnTo>
                  <a:lnTo>
                    <a:pt x="152" y="392"/>
                  </a:lnTo>
                  <a:lnTo>
                    <a:pt x="138" y="378"/>
                  </a:lnTo>
                  <a:lnTo>
                    <a:pt x="122" y="366"/>
                  </a:lnTo>
                  <a:lnTo>
                    <a:pt x="96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66" y="290"/>
                  </a:lnTo>
                  <a:lnTo>
                    <a:pt x="66" y="290"/>
                  </a:lnTo>
                  <a:lnTo>
                    <a:pt x="62" y="280"/>
                  </a:lnTo>
                  <a:lnTo>
                    <a:pt x="62" y="280"/>
                  </a:lnTo>
                  <a:lnTo>
                    <a:pt x="42" y="242"/>
                  </a:lnTo>
                  <a:lnTo>
                    <a:pt x="30" y="204"/>
                  </a:lnTo>
                  <a:lnTo>
                    <a:pt x="24" y="184"/>
                  </a:lnTo>
                  <a:lnTo>
                    <a:pt x="22" y="166"/>
                  </a:lnTo>
                  <a:lnTo>
                    <a:pt x="20" y="148"/>
                  </a:lnTo>
                  <a:lnTo>
                    <a:pt x="18" y="130"/>
                  </a:lnTo>
                  <a:lnTo>
                    <a:pt x="18" y="130"/>
                  </a:lnTo>
                  <a:lnTo>
                    <a:pt x="20" y="114"/>
                  </a:lnTo>
                  <a:lnTo>
                    <a:pt x="22" y="98"/>
                  </a:lnTo>
                  <a:lnTo>
                    <a:pt x="24" y="84"/>
                  </a:lnTo>
                  <a:lnTo>
                    <a:pt x="28" y="72"/>
                  </a:lnTo>
                  <a:lnTo>
                    <a:pt x="34" y="60"/>
                  </a:lnTo>
                  <a:lnTo>
                    <a:pt x="42" y="50"/>
                  </a:lnTo>
                  <a:lnTo>
                    <a:pt x="50" y="42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4" y="26"/>
                  </a:lnTo>
                  <a:lnTo>
                    <a:pt x="74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8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48" y="32"/>
                  </a:lnTo>
                  <a:lnTo>
                    <a:pt x="148" y="32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8"/>
                  </a:lnTo>
                  <a:lnTo>
                    <a:pt x="164" y="40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200" y="64"/>
                  </a:lnTo>
                  <a:lnTo>
                    <a:pt x="228" y="88"/>
                  </a:lnTo>
                  <a:lnTo>
                    <a:pt x="254" y="116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82" y="158"/>
                  </a:lnTo>
                  <a:lnTo>
                    <a:pt x="282" y="158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92" y="176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8" y="186"/>
                  </a:lnTo>
                  <a:lnTo>
                    <a:pt x="298" y="186"/>
                  </a:lnTo>
                  <a:lnTo>
                    <a:pt x="302" y="192"/>
                  </a:lnTo>
                  <a:lnTo>
                    <a:pt x="302" y="194"/>
                  </a:lnTo>
                  <a:lnTo>
                    <a:pt x="302" y="194"/>
                  </a:lnTo>
                  <a:lnTo>
                    <a:pt x="314" y="218"/>
                  </a:lnTo>
                  <a:lnTo>
                    <a:pt x="322" y="242"/>
                  </a:lnTo>
                  <a:lnTo>
                    <a:pt x="328" y="266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4" y="296"/>
                  </a:lnTo>
                  <a:lnTo>
                    <a:pt x="334" y="296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8"/>
                  </a:lnTo>
                  <a:lnTo>
                    <a:pt x="336" y="318"/>
                  </a:lnTo>
                  <a:lnTo>
                    <a:pt x="336" y="326"/>
                  </a:lnTo>
                  <a:lnTo>
                    <a:pt x="336" y="326"/>
                  </a:lnTo>
                  <a:lnTo>
                    <a:pt x="336" y="334"/>
                  </a:lnTo>
                  <a:lnTo>
                    <a:pt x="336" y="33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3480" bIns="334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25" name="Freeform 64"/>
            <p:cNvSpPr/>
            <p:nvPr/>
          </p:nvSpPr>
          <p:spPr>
            <a:xfrm>
              <a:off x="6284160" y="3480480"/>
              <a:ext cx="41040" cy="53640"/>
            </a:xfrm>
            <a:custGeom>
              <a:avLst/>
              <a:gdLst>
                <a:gd name="textAreaLeft" fmla="*/ 0 w 41040"/>
                <a:gd name="textAreaRight" fmla="*/ 42120 w 41040"/>
                <a:gd name="textAreaTop" fmla="*/ 0 h 53640"/>
                <a:gd name="textAreaBottom" fmla="*/ 54720 h 53640"/>
              </a:gdLst>
              <a:ahLst/>
              <a:rect l="textAreaLeft" t="textAreaTop" r="textAreaRight" b="textAreaBottom"/>
              <a:pathLst>
                <a:path w="286" h="372">
                  <a:moveTo>
                    <a:pt x="286" y="266"/>
                  </a:moveTo>
                  <a:lnTo>
                    <a:pt x="286" y="266"/>
                  </a:lnTo>
                  <a:lnTo>
                    <a:pt x="286" y="266"/>
                  </a:lnTo>
                  <a:lnTo>
                    <a:pt x="286" y="266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4" y="252"/>
                  </a:lnTo>
                  <a:lnTo>
                    <a:pt x="284" y="252"/>
                  </a:lnTo>
                  <a:lnTo>
                    <a:pt x="284" y="248"/>
                  </a:lnTo>
                  <a:lnTo>
                    <a:pt x="284" y="248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0" y="220"/>
                  </a:lnTo>
                  <a:lnTo>
                    <a:pt x="274" y="200"/>
                  </a:lnTo>
                  <a:lnTo>
                    <a:pt x="266" y="178"/>
                  </a:lnTo>
                  <a:lnTo>
                    <a:pt x="256" y="156"/>
                  </a:lnTo>
                  <a:lnTo>
                    <a:pt x="256" y="154"/>
                  </a:lnTo>
                  <a:lnTo>
                    <a:pt x="256" y="154"/>
                  </a:lnTo>
                  <a:lnTo>
                    <a:pt x="252" y="148"/>
                  </a:lnTo>
                  <a:lnTo>
                    <a:pt x="252" y="148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48" y="138"/>
                  </a:lnTo>
                  <a:lnTo>
                    <a:pt x="248" y="138"/>
                  </a:lnTo>
                  <a:lnTo>
                    <a:pt x="242" y="130"/>
                  </a:lnTo>
                  <a:lnTo>
                    <a:pt x="242" y="130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12" y="86"/>
                  </a:lnTo>
                  <a:lnTo>
                    <a:pt x="188" y="60"/>
                  </a:lnTo>
                  <a:lnTo>
                    <a:pt x="164" y="38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2" y="8"/>
                  </a:lnTo>
                  <a:lnTo>
                    <a:pt x="112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28" y="18"/>
                  </a:lnTo>
                  <a:lnTo>
                    <a:pt x="20" y="26"/>
                  </a:lnTo>
                  <a:lnTo>
                    <a:pt x="14" y="34"/>
                  </a:lnTo>
                  <a:lnTo>
                    <a:pt x="10" y="46"/>
                  </a:lnTo>
                  <a:lnTo>
                    <a:pt x="6" y="56"/>
                  </a:lnTo>
                  <a:lnTo>
                    <a:pt x="2" y="70"/>
                  </a:lnTo>
                  <a:lnTo>
                    <a:pt x="0" y="84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4"/>
                  </a:lnTo>
                  <a:lnTo>
                    <a:pt x="2" y="130"/>
                  </a:lnTo>
                  <a:lnTo>
                    <a:pt x="10" y="164"/>
                  </a:lnTo>
                  <a:lnTo>
                    <a:pt x="22" y="200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4" y="242"/>
                  </a:lnTo>
                  <a:lnTo>
                    <a:pt x="44" y="242"/>
                  </a:lnTo>
                  <a:lnTo>
                    <a:pt x="48" y="250"/>
                  </a:lnTo>
                  <a:lnTo>
                    <a:pt x="48" y="250"/>
                  </a:lnTo>
                  <a:lnTo>
                    <a:pt x="70" y="282"/>
                  </a:lnTo>
                  <a:lnTo>
                    <a:pt x="94" y="310"/>
                  </a:lnTo>
                  <a:lnTo>
                    <a:pt x="120" y="332"/>
                  </a:lnTo>
                  <a:lnTo>
                    <a:pt x="134" y="342"/>
                  </a:lnTo>
                  <a:lnTo>
                    <a:pt x="148" y="352"/>
                  </a:lnTo>
                  <a:lnTo>
                    <a:pt x="148" y="352"/>
                  </a:lnTo>
                  <a:lnTo>
                    <a:pt x="160" y="358"/>
                  </a:lnTo>
                  <a:lnTo>
                    <a:pt x="174" y="364"/>
                  </a:lnTo>
                  <a:lnTo>
                    <a:pt x="186" y="368"/>
                  </a:lnTo>
                  <a:lnTo>
                    <a:pt x="198" y="370"/>
                  </a:lnTo>
                  <a:lnTo>
                    <a:pt x="210" y="372"/>
                  </a:lnTo>
                  <a:lnTo>
                    <a:pt x="222" y="370"/>
                  </a:lnTo>
                  <a:lnTo>
                    <a:pt x="232" y="368"/>
                  </a:lnTo>
                  <a:lnTo>
                    <a:pt x="242" y="366"/>
                  </a:lnTo>
                  <a:lnTo>
                    <a:pt x="242" y="366"/>
                  </a:lnTo>
                  <a:lnTo>
                    <a:pt x="246" y="362"/>
                  </a:lnTo>
                  <a:lnTo>
                    <a:pt x="246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62" y="350"/>
                  </a:lnTo>
                  <a:lnTo>
                    <a:pt x="272" y="338"/>
                  </a:lnTo>
                  <a:lnTo>
                    <a:pt x="278" y="32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86"/>
                  </a:lnTo>
                  <a:lnTo>
                    <a:pt x="286" y="286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74"/>
                  </a:lnTo>
                  <a:lnTo>
                    <a:pt x="286" y="274"/>
                  </a:lnTo>
                  <a:lnTo>
                    <a:pt x="286" y="268"/>
                  </a:lnTo>
                  <a:lnTo>
                    <a:pt x="286" y="266"/>
                  </a:lnTo>
                  <a:close/>
                  <a:moveTo>
                    <a:pt x="272" y="272"/>
                  </a:moveTo>
                  <a:lnTo>
                    <a:pt x="272" y="272"/>
                  </a:lnTo>
                  <a:lnTo>
                    <a:pt x="272" y="272"/>
                  </a:lnTo>
                  <a:lnTo>
                    <a:pt x="272" y="276"/>
                  </a:lnTo>
                  <a:lnTo>
                    <a:pt x="272" y="276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0" y="280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64" y="308"/>
                  </a:lnTo>
                  <a:lnTo>
                    <a:pt x="258" y="322"/>
                  </a:lnTo>
                  <a:lnTo>
                    <a:pt x="250" y="33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6" y="346"/>
                  </a:lnTo>
                  <a:lnTo>
                    <a:pt x="236" y="346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22" y="350"/>
                  </a:lnTo>
                  <a:lnTo>
                    <a:pt x="214" y="352"/>
                  </a:lnTo>
                  <a:lnTo>
                    <a:pt x="204" y="352"/>
                  </a:lnTo>
                  <a:lnTo>
                    <a:pt x="192" y="352"/>
                  </a:lnTo>
                  <a:lnTo>
                    <a:pt x="182" y="350"/>
                  </a:lnTo>
                  <a:lnTo>
                    <a:pt x="170" y="346"/>
                  </a:lnTo>
                  <a:lnTo>
                    <a:pt x="148" y="336"/>
                  </a:lnTo>
                  <a:lnTo>
                    <a:pt x="148" y="336"/>
                  </a:lnTo>
                  <a:lnTo>
                    <a:pt x="122" y="318"/>
                  </a:lnTo>
                  <a:lnTo>
                    <a:pt x="100" y="298"/>
                  </a:lnTo>
                  <a:lnTo>
                    <a:pt x="78" y="272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0" y="228"/>
                  </a:lnTo>
                  <a:lnTo>
                    <a:pt x="50" y="228"/>
                  </a:lnTo>
                  <a:lnTo>
                    <a:pt x="34" y="198"/>
                  </a:lnTo>
                  <a:lnTo>
                    <a:pt x="24" y="166"/>
                  </a:lnTo>
                  <a:lnTo>
                    <a:pt x="16" y="13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82"/>
                  </a:lnTo>
                  <a:lnTo>
                    <a:pt x="20" y="70"/>
                  </a:lnTo>
                  <a:lnTo>
                    <a:pt x="22" y="60"/>
                  </a:lnTo>
                  <a:lnTo>
                    <a:pt x="28" y="50"/>
                  </a:lnTo>
                  <a:lnTo>
                    <a:pt x="34" y="42"/>
                  </a:lnTo>
                  <a:lnTo>
                    <a:pt x="40" y="34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20"/>
                  </a:lnTo>
                  <a:lnTo>
                    <a:pt x="86" y="20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2"/>
                  </a:lnTo>
                  <a:lnTo>
                    <a:pt x="130" y="32"/>
                  </a:lnTo>
                  <a:lnTo>
                    <a:pt x="132" y="34"/>
                  </a:lnTo>
                  <a:lnTo>
                    <a:pt x="132" y="34"/>
                  </a:lnTo>
                  <a:lnTo>
                    <a:pt x="134" y="34"/>
                  </a:lnTo>
                  <a:lnTo>
                    <a:pt x="134" y="34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62" y="52"/>
                  </a:lnTo>
                  <a:lnTo>
                    <a:pt x="184" y="72"/>
                  </a:lnTo>
                  <a:lnTo>
                    <a:pt x="204" y="96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32" y="136"/>
                  </a:lnTo>
                  <a:lnTo>
                    <a:pt x="232" y="136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8"/>
                  </a:lnTo>
                  <a:lnTo>
                    <a:pt x="244" y="160"/>
                  </a:lnTo>
                  <a:lnTo>
                    <a:pt x="244" y="160"/>
                  </a:lnTo>
                  <a:lnTo>
                    <a:pt x="254" y="178"/>
                  </a:lnTo>
                  <a:lnTo>
                    <a:pt x="260" y="198"/>
                  </a:lnTo>
                  <a:lnTo>
                    <a:pt x="266" y="218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0" y="250"/>
                  </a:lnTo>
                  <a:lnTo>
                    <a:pt x="270" y="252"/>
                  </a:lnTo>
                  <a:lnTo>
                    <a:pt x="270" y="252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60"/>
                  </a:lnTo>
                  <a:lnTo>
                    <a:pt x="272" y="260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272" y="272"/>
                  </a:lnTo>
                  <a:lnTo>
                    <a:pt x="272" y="2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7360" bIns="27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26" name="Freeform 65"/>
            <p:cNvSpPr/>
            <p:nvPr/>
          </p:nvSpPr>
          <p:spPr>
            <a:xfrm>
              <a:off x="6212880" y="3279240"/>
              <a:ext cx="378720" cy="345240"/>
            </a:xfrm>
            <a:custGeom>
              <a:avLst/>
              <a:gdLst>
                <a:gd name="textAreaLeft" fmla="*/ 0 w 378720"/>
                <a:gd name="textAreaRight" fmla="*/ 379800 w 37872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2576" h="2350">
                  <a:moveTo>
                    <a:pt x="2574" y="1105"/>
                  </a:moveTo>
                  <a:lnTo>
                    <a:pt x="2574" y="1099"/>
                  </a:lnTo>
                  <a:lnTo>
                    <a:pt x="2574" y="1099"/>
                  </a:lnTo>
                  <a:lnTo>
                    <a:pt x="2572" y="1069"/>
                  </a:lnTo>
                  <a:lnTo>
                    <a:pt x="2572" y="1061"/>
                  </a:lnTo>
                  <a:lnTo>
                    <a:pt x="2572" y="1061"/>
                  </a:lnTo>
                  <a:lnTo>
                    <a:pt x="2572" y="1049"/>
                  </a:lnTo>
                  <a:lnTo>
                    <a:pt x="2572" y="1049"/>
                  </a:lnTo>
                  <a:lnTo>
                    <a:pt x="2570" y="1045"/>
                  </a:lnTo>
                  <a:lnTo>
                    <a:pt x="2570" y="1041"/>
                  </a:lnTo>
                  <a:lnTo>
                    <a:pt x="2570" y="1041"/>
                  </a:lnTo>
                  <a:lnTo>
                    <a:pt x="2568" y="1023"/>
                  </a:lnTo>
                  <a:lnTo>
                    <a:pt x="2568" y="1019"/>
                  </a:lnTo>
                  <a:lnTo>
                    <a:pt x="2568" y="1019"/>
                  </a:lnTo>
                  <a:lnTo>
                    <a:pt x="2566" y="1013"/>
                  </a:lnTo>
                  <a:lnTo>
                    <a:pt x="2566" y="1013"/>
                  </a:lnTo>
                  <a:lnTo>
                    <a:pt x="2566" y="1007"/>
                  </a:lnTo>
                  <a:lnTo>
                    <a:pt x="2566" y="1003"/>
                  </a:lnTo>
                  <a:lnTo>
                    <a:pt x="2566" y="1003"/>
                  </a:lnTo>
                  <a:lnTo>
                    <a:pt x="2564" y="995"/>
                  </a:lnTo>
                  <a:lnTo>
                    <a:pt x="2564" y="989"/>
                  </a:lnTo>
                  <a:lnTo>
                    <a:pt x="2564" y="989"/>
                  </a:lnTo>
                  <a:lnTo>
                    <a:pt x="2560" y="969"/>
                  </a:lnTo>
                  <a:lnTo>
                    <a:pt x="2558" y="955"/>
                  </a:lnTo>
                  <a:lnTo>
                    <a:pt x="2558" y="955"/>
                  </a:lnTo>
                  <a:lnTo>
                    <a:pt x="2554" y="941"/>
                  </a:lnTo>
                  <a:lnTo>
                    <a:pt x="2554" y="941"/>
                  </a:lnTo>
                  <a:lnTo>
                    <a:pt x="2552" y="929"/>
                  </a:lnTo>
                  <a:lnTo>
                    <a:pt x="2550" y="919"/>
                  </a:lnTo>
                  <a:lnTo>
                    <a:pt x="2550" y="919"/>
                  </a:lnTo>
                  <a:lnTo>
                    <a:pt x="2548" y="909"/>
                  </a:lnTo>
                  <a:lnTo>
                    <a:pt x="2544" y="893"/>
                  </a:lnTo>
                  <a:lnTo>
                    <a:pt x="2544" y="891"/>
                  </a:lnTo>
                  <a:lnTo>
                    <a:pt x="2544" y="891"/>
                  </a:lnTo>
                  <a:lnTo>
                    <a:pt x="2542" y="887"/>
                  </a:lnTo>
                  <a:lnTo>
                    <a:pt x="2540" y="877"/>
                  </a:lnTo>
                  <a:lnTo>
                    <a:pt x="2536" y="879"/>
                  </a:lnTo>
                  <a:lnTo>
                    <a:pt x="2540" y="877"/>
                  </a:lnTo>
                  <a:lnTo>
                    <a:pt x="2538" y="869"/>
                  </a:lnTo>
                  <a:lnTo>
                    <a:pt x="2536" y="871"/>
                  </a:lnTo>
                  <a:lnTo>
                    <a:pt x="2538" y="869"/>
                  </a:lnTo>
                  <a:lnTo>
                    <a:pt x="2536" y="863"/>
                  </a:lnTo>
                  <a:lnTo>
                    <a:pt x="2522" y="867"/>
                  </a:lnTo>
                  <a:lnTo>
                    <a:pt x="2522" y="867"/>
                  </a:lnTo>
                  <a:lnTo>
                    <a:pt x="2536" y="863"/>
                  </a:lnTo>
                  <a:lnTo>
                    <a:pt x="2534" y="855"/>
                  </a:lnTo>
                  <a:lnTo>
                    <a:pt x="2518" y="861"/>
                  </a:lnTo>
                  <a:lnTo>
                    <a:pt x="2534" y="855"/>
                  </a:lnTo>
                  <a:lnTo>
                    <a:pt x="2534" y="853"/>
                  </a:lnTo>
                  <a:lnTo>
                    <a:pt x="2534" y="853"/>
                  </a:lnTo>
                  <a:lnTo>
                    <a:pt x="2524" y="821"/>
                  </a:lnTo>
                  <a:lnTo>
                    <a:pt x="2520" y="809"/>
                  </a:lnTo>
                  <a:lnTo>
                    <a:pt x="2484" y="821"/>
                  </a:lnTo>
                  <a:lnTo>
                    <a:pt x="2520" y="809"/>
                  </a:lnTo>
                  <a:lnTo>
                    <a:pt x="2520" y="809"/>
                  </a:lnTo>
                  <a:lnTo>
                    <a:pt x="2500" y="751"/>
                  </a:lnTo>
                  <a:lnTo>
                    <a:pt x="2492" y="733"/>
                  </a:lnTo>
                  <a:lnTo>
                    <a:pt x="2470" y="679"/>
                  </a:lnTo>
                  <a:lnTo>
                    <a:pt x="2434" y="695"/>
                  </a:lnTo>
                  <a:lnTo>
                    <a:pt x="2470" y="679"/>
                  </a:lnTo>
                  <a:lnTo>
                    <a:pt x="2462" y="663"/>
                  </a:lnTo>
                  <a:lnTo>
                    <a:pt x="2462" y="663"/>
                  </a:lnTo>
                  <a:lnTo>
                    <a:pt x="2456" y="649"/>
                  </a:lnTo>
                  <a:lnTo>
                    <a:pt x="2454" y="647"/>
                  </a:lnTo>
                  <a:lnTo>
                    <a:pt x="2454" y="647"/>
                  </a:lnTo>
                  <a:lnTo>
                    <a:pt x="2452" y="639"/>
                  </a:lnTo>
                  <a:lnTo>
                    <a:pt x="2450" y="637"/>
                  </a:lnTo>
                  <a:lnTo>
                    <a:pt x="2450" y="637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2" y="601"/>
                  </a:lnTo>
                  <a:lnTo>
                    <a:pt x="2430" y="597"/>
                  </a:lnTo>
                  <a:lnTo>
                    <a:pt x="2430" y="597"/>
                  </a:lnTo>
                  <a:lnTo>
                    <a:pt x="2426" y="591"/>
                  </a:lnTo>
                  <a:lnTo>
                    <a:pt x="2426" y="591"/>
                  </a:lnTo>
                  <a:lnTo>
                    <a:pt x="2418" y="574"/>
                  </a:lnTo>
                  <a:lnTo>
                    <a:pt x="2386" y="520"/>
                  </a:lnTo>
                  <a:lnTo>
                    <a:pt x="2336" y="440"/>
                  </a:lnTo>
                  <a:lnTo>
                    <a:pt x="2336" y="440"/>
                  </a:lnTo>
                  <a:lnTo>
                    <a:pt x="2334" y="436"/>
                  </a:lnTo>
                  <a:lnTo>
                    <a:pt x="2332" y="434"/>
                  </a:lnTo>
                  <a:lnTo>
                    <a:pt x="2328" y="430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328" y="430"/>
                  </a:lnTo>
                  <a:lnTo>
                    <a:pt x="2328" y="430"/>
                  </a:lnTo>
                  <a:lnTo>
                    <a:pt x="2298" y="388"/>
                  </a:lnTo>
                  <a:lnTo>
                    <a:pt x="2266" y="348"/>
                  </a:lnTo>
                  <a:lnTo>
                    <a:pt x="2234" y="310"/>
                  </a:lnTo>
                  <a:lnTo>
                    <a:pt x="2200" y="274"/>
                  </a:lnTo>
                  <a:lnTo>
                    <a:pt x="2166" y="240"/>
                  </a:lnTo>
                  <a:lnTo>
                    <a:pt x="2130" y="206"/>
                  </a:lnTo>
                  <a:lnTo>
                    <a:pt x="2096" y="176"/>
                  </a:lnTo>
                  <a:lnTo>
                    <a:pt x="2058" y="148"/>
                  </a:lnTo>
                  <a:lnTo>
                    <a:pt x="2028" y="126"/>
                  </a:lnTo>
                  <a:lnTo>
                    <a:pt x="1974" y="90"/>
                  </a:lnTo>
                  <a:lnTo>
                    <a:pt x="1924" y="64"/>
                  </a:lnTo>
                  <a:lnTo>
                    <a:pt x="1924" y="64"/>
                  </a:lnTo>
                  <a:lnTo>
                    <a:pt x="1918" y="60"/>
                  </a:lnTo>
                  <a:lnTo>
                    <a:pt x="1918" y="60"/>
                  </a:lnTo>
                  <a:lnTo>
                    <a:pt x="1910" y="56"/>
                  </a:lnTo>
                  <a:lnTo>
                    <a:pt x="1894" y="92"/>
                  </a:lnTo>
                  <a:lnTo>
                    <a:pt x="1910" y="56"/>
                  </a:lnTo>
                  <a:lnTo>
                    <a:pt x="1904" y="54"/>
                  </a:lnTo>
                  <a:lnTo>
                    <a:pt x="1904" y="54"/>
                  </a:lnTo>
                  <a:lnTo>
                    <a:pt x="1896" y="50"/>
                  </a:lnTo>
                  <a:lnTo>
                    <a:pt x="1896" y="50"/>
                  </a:lnTo>
                  <a:lnTo>
                    <a:pt x="1890" y="48"/>
                  </a:lnTo>
                  <a:lnTo>
                    <a:pt x="1890" y="48"/>
                  </a:lnTo>
                  <a:lnTo>
                    <a:pt x="1882" y="44"/>
                  </a:lnTo>
                  <a:lnTo>
                    <a:pt x="1880" y="44"/>
                  </a:lnTo>
                  <a:lnTo>
                    <a:pt x="1880" y="44"/>
                  </a:lnTo>
                  <a:lnTo>
                    <a:pt x="1874" y="40"/>
                  </a:lnTo>
                  <a:lnTo>
                    <a:pt x="1874" y="40"/>
                  </a:lnTo>
                  <a:lnTo>
                    <a:pt x="1866" y="38"/>
                  </a:lnTo>
                  <a:lnTo>
                    <a:pt x="1866" y="38"/>
                  </a:lnTo>
                  <a:lnTo>
                    <a:pt x="1856" y="34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38" y="28"/>
                  </a:lnTo>
                  <a:lnTo>
                    <a:pt x="1838" y="28"/>
                  </a:lnTo>
                  <a:lnTo>
                    <a:pt x="1830" y="24"/>
                  </a:lnTo>
                  <a:lnTo>
                    <a:pt x="1820" y="22"/>
                  </a:lnTo>
                  <a:lnTo>
                    <a:pt x="1820" y="22"/>
                  </a:lnTo>
                  <a:lnTo>
                    <a:pt x="1810" y="18"/>
                  </a:lnTo>
                  <a:lnTo>
                    <a:pt x="1810" y="18"/>
                  </a:lnTo>
                  <a:lnTo>
                    <a:pt x="1798" y="16"/>
                  </a:lnTo>
                  <a:lnTo>
                    <a:pt x="1792" y="14"/>
                  </a:lnTo>
                  <a:lnTo>
                    <a:pt x="1792" y="14"/>
                  </a:lnTo>
                  <a:lnTo>
                    <a:pt x="1788" y="12"/>
                  </a:lnTo>
                  <a:lnTo>
                    <a:pt x="1788" y="12"/>
                  </a:lnTo>
                  <a:lnTo>
                    <a:pt x="1776" y="10"/>
                  </a:lnTo>
                  <a:lnTo>
                    <a:pt x="1776" y="10"/>
                  </a:lnTo>
                  <a:lnTo>
                    <a:pt x="1770" y="10"/>
                  </a:lnTo>
                  <a:lnTo>
                    <a:pt x="1764" y="8"/>
                  </a:lnTo>
                  <a:lnTo>
                    <a:pt x="1764" y="8"/>
                  </a:lnTo>
                  <a:lnTo>
                    <a:pt x="1750" y="6"/>
                  </a:lnTo>
                  <a:lnTo>
                    <a:pt x="1750" y="6"/>
                  </a:lnTo>
                  <a:lnTo>
                    <a:pt x="1744" y="4"/>
                  </a:lnTo>
                  <a:lnTo>
                    <a:pt x="1736" y="4"/>
                  </a:lnTo>
                  <a:lnTo>
                    <a:pt x="1736" y="4"/>
                  </a:lnTo>
                  <a:lnTo>
                    <a:pt x="1720" y="2"/>
                  </a:lnTo>
                  <a:lnTo>
                    <a:pt x="1720" y="2"/>
                  </a:lnTo>
                  <a:lnTo>
                    <a:pt x="1716" y="2"/>
                  </a:lnTo>
                  <a:lnTo>
                    <a:pt x="1714" y="2"/>
                  </a:lnTo>
                  <a:lnTo>
                    <a:pt x="1714" y="2"/>
                  </a:lnTo>
                  <a:lnTo>
                    <a:pt x="1710" y="2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0" y="0"/>
                  </a:lnTo>
                  <a:lnTo>
                    <a:pt x="1700" y="0"/>
                  </a:lnTo>
                  <a:lnTo>
                    <a:pt x="1694" y="0"/>
                  </a:lnTo>
                  <a:lnTo>
                    <a:pt x="1692" y="0"/>
                  </a:lnTo>
                  <a:lnTo>
                    <a:pt x="1692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76" y="0"/>
                  </a:lnTo>
                  <a:lnTo>
                    <a:pt x="1676" y="0"/>
                  </a:lnTo>
                  <a:lnTo>
                    <a:pt x="1660" y="0"/>
                  </a:lnTo>
                  <a:lnTo>
                    <a:pt x="1658" y="0"/>
                  </a:lnTo>
                  <a:lnTo>
                    <a:pt x="1658" y="0"/>
                  </a:lnTo>
                  <a:lnTo>
                    <a:pt x="1634" y="4"/>
                  </a:lnTo>
                  <a:lnTo>
                    <a:pt x="1634" y="4"/>
                  </a:lnTo>
                  <a:lnTo>
                    <a:pt x="1630" y="4"/>
                  </a:lnTo>
                  <a:lnTo>
                    <a:pt x="1628" y="4"/>
                  </a:lnTo>
                  <a:lnTo>
                    <a:pt x="1628" y="4"/>
                  </a:lnTo>
                  <a:lnTo>
                    <a:pt x="1610" y="8"/>
                  </a:lnTo>
                  <a:lnTo>
                    <a:pt x="1608" y="8"/>
                  </a:lnTo>
                  <a:lnTo>
                    <a:pt x="1608" y="8"/>
                  </a:lnTo>
                  <a:lnTo>
                    <a:pt x="1604" y="8"/>
                  </a:lnTo>
                  <a:lnTo>
                    <a:pt x="1604" y="8"/>
                  </a:lnTo>
                  <a:lnTo>
                    <a:pt x="1582" y="14"/>
                  </a:lnTo>
                  <a:lnTo>
                    <a:pt x="1582" y="14"/>
                  </a:lnTo>
                  <a:lnTo>
                    <a:pt x="1580" y="14"/>
                  </a:lnTo>
                  <a:lnTo>
                    <a:pt x="1578" y="14"/>
                  </a:lnTo>
                  <a:lnTo>
                    <a:pt x="1578" y="14"/>
                  </a:lnTo>
                  <a:lnTo>
                    <a:pt x="1560" y="20"/>
                  </a:lnTo>
                  <a:lnTo>
                    <a:pt x="1560" y="20"/>
                  </a:lnTo>
                  <a:lnTo>
                    <a:pt x="1554" y="24"/>
                  </a:lnTo>
                  <a:lnTo>
                    <a:pt x="1554" y="24"/>
                  </a:lnTo>
                  <a:lnTo>
                    <a:pt x="1534" y="32"/>
                  </a:lnTo>
                  <a:lnTo>
                    <a:pt x="1534" y="32"/>
                  </a:lnTo>
                  <a:lnTo>
                    <a:pt x="1512" y="44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72" y="817"/>
                  </a:lnTo>
                  <a:lnTo>
                    <a:pt x="172" y="817"/>
                  </a:lnTo>
                  <a:lnTo>
                    <a:pt x="152" y="831"/>
                  </a:lnTo>
                  <a:lnTo>
                    <a:pt x="134" y="847"/>
                  </a:lnTo>
                  <a:lnTo>
                    <a:pt x="116" y="865"/>
                  </a:lnTo>
                  <a:lnTo>
                    <a:pt x="98" y="885"/>
                  </a:lnTo>
                  <a:lnTo>
                    <a:pt x="84" y="905"/>
                  </a:lnTo>
                  <a:lnTo>
                    <a:pt x="68" y="927"/>
                  </a:lnTo>
                  <a:lnTo>
                    <a:pt x="56" y="951"/>
                  </a:lnTo>
                  <a:lnTo>
                    <a:pt x="44" y="975"/>
                  </a:lnTo>
                  <a:lnTo>
                    <a:pt x="34" y="1001"/>
                  </a:lnTo>
                  <a:lnTo>
                    <a:pt x="24" y="1029"/>
                  </a:lnTo>
                  <a:lnTo>
                    <a:pt x="18" y="1057"/>
                  </a:lnTo>
                  <a:lnTo>
                    <a:pt x="10" y="1085"/>
                  </a:lnTo>
                  <a:lnTo>
                    <a:pt x="6" y="1117"/>
                  </a:lnTo>
                  <a:lnTo>
                    <a:pt x="2" y="1149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15"/>
                  </a:lnTo>
                  <a:lnTo>
                    <a:pt x="0" y="1247"/>
                  </a:lnTo>
                  <a:lnTo>
                    <a:pt x="2" y="1281"/>
                  </a:lnTo>
                  <a:lnTo>
                    <a:pt x="4" y="1315"/>
                  </a:lnTo>
                  <a:lnTo>
                    <a:pt x="10" y="1349"/>
                  </a:lnTo>
                  <a:lnTo>
                    <a:pt x="22" y="1419"/>
                  </a:lnTo>
                  <a:lnTo>
                    <a:pt x="40" y="1491"/>
                  </a:lnTo>
                  <a:lnTo>
                    <a:pt x="62" y="1563"/>
                  </a:lnTo>
                  <a:lnTo>
                    <a:pt x="90" y="1635"/>
                  </a:lnTo>
                  <a:lnTo>
                    <a:pt x="120" y="1705"/>
                  </a:lnTo>
                  <a:lnTo>
                    <a:pt x="158" y="1778"/>
                  </a:lnTo>
                  <a:lnTo>
                    <a:pt x="158" y="1778"/>
                  </a:lnTo>
                  <a:lnTo>
                    <a:pt x="176" y="1810"/>
                  </a:lnTo>
                  <a:lnTo>
                    <a:pt x="176" y="1810"/>
                  </a:lnTo>
                  <a:lnTo>
                    <a:pt x="196" y="1844"/>
                  </a:lnTo>
                  <a:lnTo>
                    <a:pt x="196" y="1844"/>
                  </a:lnTo>
                  <a:lnTo>
                    <a:pt x="238" y="1910"/>
                  </a:lnTo>
                  <a:lnTo>
                    <a:pt x="286" y="1972"/>
                  </a:lnTo>
                  <a:lnTo>
                    <a:pt x="334" y="2032"/>
                  </a:lnTo>
                  <a:lnTo>
                    <a:pt x="386" y="2088"/>
                  </a:lnTo>
                  <a:lnTo>
                    <a:pt x="438" y="2138"/>
                  </a:lnTo>
                  <a:lnTo>
                    <a:pt x="494" y="2184"/>
                  </a:lnTo>
                  <a:lnTo>
                    <a:pt x="522" y="2206"/>
                  </a:lnTo>
                  <a:lnTo>
                    <a:pt x="550" y="2226"/>
                  </a:lnTo>
                  <a:lnTo>
                    <a:pt x="578" y="2244"/>
                  </a:lnTo>
                  <a:lnTo>
                    <a:pt x="606" y="2262"/>
                  </a:lnTo>
                  <a:lnTo>
                    <a:pt x="606" y="2262"/>
                  </a:lnTo>
                  <a:lnTo>
                    <a:pt x="644" y="2282"/>
                  </a:lnTo>
                  <a:lnTo>
                    <a:pt x="680" y="2300"/>
                  </a:lnTo>
                  <a:lnTo>
                    <a:pt x="718" y="2316"/>
                  </a:lnTo>
                  <a:lnTo>
                    <a:pt x="754" y="2328"/>
                  </a:lnTo>
                  <a:lnTo>
                    <a:pt x="790" y="2336"/>
                  </a:lnTo>
                  <a:lnTo>
                    <a:pt x="824" y="2344"/>
                  </a:lnTo>
                  <a:lnTo>
                    <a:pt x="858" y="2348"/>
                  </a:lnTo>
                  <a:lnTo>
                    <a:pt x="892" y="2350"/>
                  </a:lnTo>
                  <a:lnTo>
                    <a:pt x="892" y="2350"/>
                  </a:lnTo>
                  <a:lnTo>
                    <a:pt x="932" y="2348"/>
                  </a:lnTo>
                  <a:lnTo>
                    <a:pt x="970" y="2342"/>
                  </a:lnTo>
                  <a:lnTo>
                    <a:pt x="1006" y="2332"/>
                  </a:lnTo>
                  <a:lnTo>
                    <a:pt x="1042" y="2318"/>
                  </a:lnTo>
                  <a:lnTo>
                    <a:pt x="1042" y="2318"/>
                  </a:lnTo>
                  <a:lnTo>
                    <a:pt x="1064" y="2306"/>
                  </a:lnTo>
                  <a:lnTo>
                    <a:pt x="1064" y="2306"/>
                  </a:lnTo>
                  <a:lnTo>
                    <a:pt x="1068" y="2304"/>
                  </a:lnTo>
                  <a:lnTo>
                    <a:pt x="1068" y="2304"/>
                  </a:lnTo>
                  <a:lnTo>
                    <a:pt x="2384" y="1543"/>
                  </a:lnTo>
                  <a:lnTo>
                    <a:pt x="2388" y="1541"/>
                  </a:lnTo>
                  <a:lnTo>
                    <a:pt x="2388" y="1541"/>
                  </a:lnTo>
                  <a:lnTo>
                    <a:pt x="2392" y="1539"/>
                  </a:lnTo>
                  <a:lnTo>
                    <a:pt x="2392" y="1539"/>
                  </a:lnTo>
                  <a:lnTo>
                    <a:pt x="2396" y="1535"/>
                  </a:lnTo>
                  <a:lnTo>
                    <a:pt x="2396" y="1535"/>
                  </a:lnTo>
                  <a:lnTo>
                    <a:pt x="2400" y="1533"/>
                  </a:lnTo>
                  <a:lnTo>
                    <a:pt x="2378" y="1499"/>
                  </a:lnTo>
                  <a:lnTo>
                    <a:pt x="2402" y="1533"/>
                  </a:lnTo>
                  <a:lnTo>
                    <a:pt x="2406" y="1529"/>
                  </a:lnTo>
                  <a:lnTo>
                    <a:pt x="2406" y="1529"/>
                  </a:lnTo>
                  <a:lnTo>
                    <a:pt x="2412" y="1525"/>
                  </a:lnTo>
                  <a:lnTo>
                    <a:pt x="2412" y="1525"/>
                  </a:lnTo>
                  <a:lnTo>
                    <a:pt x="2416" y="1521"/>
                  </a:lnTo>
                  <a:lnTo>
                    <a:pt x="2416" y="1521"/>
                  </a:lnTo>
                  <a:lnTo>
                    <a:pt x="2420" y="1519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4" y="1515"/>
                  </a:lnTo>
                  <a:lnTo>
                    <a:pt x="2424" y="1515"/>
                  </a:lnTo>
                  <a:lnTo>
                    <a:pt x="2430" y="1511"/>
                  </a:lnTo>
                  <a:lnTo>
                    <a:pt x="2430" y="1511"/>
                  </a:lnTo>
                  <a:lnTo>
                    <a:pt x="2434" y="1509"/>
                  </a:lnTo>
                  <a:lnTo>
                    <a:pt x="2434" y="1509"/>
                  </a:lnTo>
                  <a:lnTo>
                    <a:pt x="2436" y="1505"/>
                  </a:lnTo>
                  <a:lnTo>
                    <a:pt x="2452" y="1491"/>
                  </a:lnTo>
                  <a:lnTo>
                    <a:pt x="2452" y="1491"/>
                  </a:lnTo>
                  <a:lnTo>
                    <a:pt x="2454" y="1489"/>
                  </a:lnTo>
                  <a:lnTo>
                    <a:pt x="2474" y="1467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510" y="1413"/>
                  </a:lnTo>
                  <a:lnTo>
                    <a:pt x="2530" y="1375"/>
                  </a:lnTo>
                  <a:lnTo>
                    <a:pt x="2542" y="1345"/>
                  </a:lnTo>
                  <a:lnTo>
                    <a:pt x="2504" y="1331"/>
                  </a:lnTo>
                  <a:lnTo>
                    <a:pt x="2542" y="1345"/>
                  </a:lnTo>
                  <a:lnTo>
                    <a:pt x="2542" y="1345"/>
                  </a:lnTo>
                  <a:lnTo>
                    <a:pt x="2544" y="1339"/>
                  </a:lnTo>
                  <a:lnTo>
                    <a:pt x="2558" y="1291"/>
                  </a:lnTo>
                  <a:lnTo>
                    <a:pt x="2568" y="1239"/>
                  </a:lnTo>
                  <a:lnTo>
                    <a:pt x="2568" y="1239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70" y="1225"/>
                  </a:lnTo>
                  <a:lnTo>
                    <a:pt x="2570" y="1219"/>
                  </a:lnTo>
                  <a:lnTo>
                    <a:pt x="2570" y="1219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2" y="1205"/>
                  </a:lnTo>
                  <a:lnTo>
                    <a:pt x="2572" y="1197"/>
                  </a:lnTo>
                  <a:lnTo>
                    <a:pt x="2572" y="1197"/>
                  </a:lnTo>
                  <a:lnTo>
                    <a:pt x="2574" y="1169"/>
                  </a:lnTo>
                  <a:lnTo>
                    <a:pt x="2574" y="1165"/>
                  </a:lnTo>
                  <a:lnTo>
                    <a:pt x="2574" y="1165"/>
                  </a:lnTo>
                  <a:lnTo>
                    <a:pt x="2576" y="1135"/>
                  </a:lnTo>
                  <a:lnTo>
                    <a:pt x="2576" y="1135"/>
                  </a:lnTo>
                  <a:lnTo>
                    <a:pt x="2574" y="1105"/>
                  </a:lnTo>
                  <a:lnTo>
                    <a:pt x="2574" y="1105"/>
                  </a:lnTo>
                  <a:close/>
                  <a:moveTo>
                    <a:pt x="1008" y="2244"/>
                  </a:moveTo>
                  <a:lnTo>
                    <a:pt x="1008" y="2244"/>
                  </a:lnTo>
                  <a:lnTo>
                    <a:pt x="988" y="2252"/>
                  </a:lnTo>
                  <a:lnTo>
                    <a:pt x="970" y="2258"/>
                  </a:lnTo>
                  <a:lnTo>
                    <a:pt x="950" y="2264"/>
                  </a:lnTo>
                  <a:lnTo>
                    <a:pt x="930" y="2266"/>
                  </a:lnTo>
                  <a:lnTo>
                    <a:pt x="908" y="2268"/>
                  </a:lnTo>
                  <a:lnTo>
                    <a:pt x="886" y="2268"/>
                  </a:lnTo>
                  <a:lnTo>
                    <a:pt x="864" y="2268"/>
                  </a:lnTo>
                  <a:lnTo>
                    <a:pt x="842" y="2266"/>
                  </a:lnTo>
                  <a:lnTo>
                    <a:pt x="818" y="2262"/>
                  </a:lnTo>
                  <a:lnTo>
                    <a:pt x="794" y="2256"/>
                  </a:lnTo>
                  <a:lnTo>
                    <a:pt x="770" y="2248"/>
                  </a:lnTo>
                  <a:lnTo>
                    <a:pt x="746" y="2240"/>
                  </a:lnTo>
                  <a:lnTo>
                    <a:pt x="722" y="2230"/>
                  </a:lnTo>
                  <a:lnTo>
                    <a:pt x="698" y="2220"/>
                  </a:lnTo>
                  <a:lnTo>
                    <a:pt x="646" y="2192"/>
                  </a:lnTo>
                  <a:lnTo>
                    <a:pt x="646" y="2192"/>
                  </a:lnTo>
                  <a:lnTo>
                    <a:pt x="620" y="2176"/>
                  </a:lnTo>
                  <a:lnTo>
                    <a:pt x="594" y="2160"/>
                  </a:lnTo>
                  <a:lnTo>
                    <a:pt x="542" y="2122"/>
                  </a:lnTo>
                  <a:lnTo>
                    <a:pt x="490" y="2078"/>
                  </a:lnTo>
                  <a:lnTo>
                    <a:pt x="440" y="2030"/>
                  </a:lnTo>
                  <a:lnTo>
                    <a:pt x="394" y="1978"/>
                  </a:lnTo>
                  <a:lnTo>
                    <a:pt x="348" y="1922"/>
                  </a:lnTo>
                  <a:lnTo>
                    <a:pt x="304" y="1864"/>
                  </a:lnTo>
                  <a:lnTo>
                    <a:pt x="264" y="1802"/>
                  </a:lnTo>
                  <a:lnTo>
                    <a:pt x="264" y="1802"/>
                  </a:lnTo>
                  <a:lnTo>
                    <a:pt x="244" y="1770"/>
                  </a:lnTo>
                  <a:lnTo>
                    <a:pt x="244" y="1770"/>
                  </a:lnTo>
                  <a:lnTo>
                    <a:pt x="228" y="1737"/>
                  </a:lnTo>
                  <a:lnTo>
                    <a:pt x="228" y="1737"/>
                  </a:lnTo>
                  <a:lnTo>
                    <a:pt x="194" y="1671"/>
                  </a:lnTo>
                  <a:lnTo>
                    <a:pt x="164" y="1605"/>
                  </a:lnTo>
                  <a:lnTo>
                    <a:pt x="138" y="1537"/>
                  </a:lnTo>
                  <a:lnTo>
                    <a:pt x="118" y="1471"/>
                  </a:lnTo>
                  <a:lnTo>
                    <a:pt x="100" y="1405"/>
                  </a:lnTo>
                  <a:lnTo>
                    <a:pt x="88" y="1341"/>
                  </a:lnTo>
                  <a:lnTo>
                    <a:pt x="82" y="1277"/>
                  </a:lnTo>
                  <a:lnTo>
                    <a:pt x="80" y="1245"/>
                  </a:lnTo>
                  <a:lnTo>
                    <a:pt x="80" y="1215"/>
                  </a:lnTo>
                  <a:lnTo>
                    <a:pt x="80" y="1215"/>
                  </a:lnTo>
                  <a:lnTo>
                    <a:pt x="82" y="1159"/>
                  </a:lnTo>
                  <a:lnTo>
                    <a:pt x="84" y="1131"/>
                  </a:lnTo>
                  <a:lnTo>
                    <a:pt x="88" y="1105"/>
                  </a:lnTo>
                  <a:lnTo>
                    <a:pt x="94" y="1081"/>
                  </a:lnTo>
                  <a:lnTo>
                    <a:pt x="100" y="1057"/>
                  </a:lnTo>
                  <a:lnTo>
                    <a:pt x="106" y="1035"/>
                  </a:lnTo>
                  <a:lnTo>
                    <a:pt x="116" y="1013"/>
                  </a:lnTo>
                  <a:lnTo>
                    <a:pt x="124" y="993"/>
                  </a:lnTo>
                  <a:lnTo>
                    <a:pt x="134" y="973"/>
                  </a:lnTo>
                  <a:lnTo>
                    <a:pt x="146" y="955"/>
                  </a:lnTo>
                  <a:lnTo>
                    <a:pt x="158" y="939"/>
                  </a:lnTo>
                  <a:lnTo>
                    <a:pt x="172" y="923"/>
                  </a:lnTo>
                  <a:lnTo>
                    <a:pt x="186" y="909"/>
                  </a:lnTo>
                  <a:lnTo>
                    <a:pt x="200" y="895"/>
                  </a:lnTo>
                  <a:lnTo>
                    <a:pt x="216" y="883"/>
                  </a:lnTo>
                  <a:lnTo>
                    <a:pt x="216" y="883"/>
                  </a:lnTo>
                  <a:lnTo>
                    <a:pt x="232" y="873"/>
                  </a:lnTo>
                  <a:lnTo>
                    <a:pt x="232" y="873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8" y="861"/>
                  </a:lnTo>
                  <a:lnTo>
                    <a:pt x="258" y="861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70" y="857"/>
                  </a:lnTo>
                  <a:lnTo>
                    <a:pt x="270" y="857"/>
                  </a:lnTo>
                  <a:lnTo>
                    <a:pt x="282" y="853"/>
                  </a:lnTo>
                  <a:lnTo>
                    <a:pt x="282" y="853"/>
                  </a:lnTo>
                  <a:lnTo>
                    <a:pt x="288" y="851"/>
                  </a:lnTo>
                  <a:lnTo>
                    <a:pt x="288" y="851"/>
                  </a:lnTo>
                  <a:lnTo>
                    <a:pt x="290" y="851"/>
                  </a:lnTo>
                  <a:lnTo>
                    <a:pt x="290" y="851"/>
                  </a:lnTo>
                  <a:lnTo>
                    <a:pt x="312" y="845"/>
                  </a:lnTo>
                  <a:lnTo>
                    <a:pt x="312" y="845"/>
                  </a:lnTo>
                  <a:lnTo>
                    <a:pt x="320" y="845"/>
                  </a:lnTo>
                  <a:lnTo>
                    <a:pt x="320" y="845"/>
                  </a:lnTo>
                  <a:lnTo>
                    <a:pt x="342" y="843"/>
                  </a:lnTo>
                  <a:lnTo>
                    <a:pt x="364" y="841"/>
                  </a:lnTo>
                  <a:lnTo>
                    <a:pt x="364" y="841"/>
                  </a:lnTo>
                  <a:lnTo>
                    <a:pt x="376" y="841"/>
                  </a:lnTo>
                  <a:lnTo>
                    <a:pt x="376" y="841"/>
                  </a:lnTo>
                  <a:lnTo>
                    <a:pt x="380" y="841"/>
                  </a:lnTo>
                  <a:lnTo>
                    <a:pt x="380" y="841"/>
                  </a:lnTo>
                  <a:lnTo>
                    <a:pt x="422" y="847"/>
                  </a:lnTo>
                  <a:lnTo>
                    <a:pt x="464" y="855"/>
                  </a:lnTo>
                  <a:lnTo>
                    <a:pt x="464" y="855"/>
                  </a:lnTo>
                  <a:lnTo>
                    <a:pt x="472" y="857"/>
                  </a:lnTo>
                  <a:lnTo>
                    <a:pt x="472" y="857"/>
                  </a:lnTo>
                  <a:lnTo>
                    <a:pt x="490" y="863"/>
                  </a:lnTo>
                  <a:lnTo>
                    <a:pt x="490" y="863"/>
                  </a:lnTo>
                  <a:lnTo>
                    <a:pt x="502" y="867"/>
                  </a:lnTo>
                  <a:lnTo>
                    <a:pt x="502" y="867"/>
                  </a:lnTo>
                  <a:lnTo>
                    <a:pt x="512" y="871"/>
                  </a:lnTo>
                  <a:lnTo>
                    <a:pt x="512" y="871"/>
                  </a:lnTo>
                  <a:lnTo>
                    <a:pt x="530" y="877"/>
                  </a:lnTo>
                  <a:lnTo>
                    <a:pt x="530" y="877"/>
                  </a:lnTo>
                  <a:lnTo>
                    <a:pt x="560" y="891"/>
                  </a:lnTo>
                  <a:lnTo>
                    <a:pt x="560" y="891"/>
                  </a:lnTo>
                  <a:lnTo>
                    <a:pt x="564" y="893"/>
                  </a:lnTo>
                  <a:lnTo>
                    <a:pt x="564" y="893"/>
                  </a:lnTo>
                  <a:lnTo>
                    <a:pt x="576" y="899"/>
                  </a:lnTo>
                  <a:lnTo>
                    <a:pt x="576" y="899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86" y="905"/>
                  </a:lnTo>
                  <a:lnTo>
                    <a:pt x="586" y="905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60" y="949"/>
                  </a:lnTo>
                  <a:lnTo>
                    <a:pt x="708" y="985"/>
                  </a:lnTo>
                  <a:lnTo>
                    <a:pt x="756" y="1025"/>
                  </a:lnTo>
                  <a:lnTo>
                    <a:pt x="804" y="1067"/>
                  </a:lnTo>
                  <a:lnTo>
                    <a:pt x="848" y="1115"/>
                  </a:lnTo>
                  <a:lnTo>
                    <a:pt x="892" y="1167"/>
                  </a:lnTo>
                  <a:lnTo>
                    <a:pt x="934" y="1221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94" y="1309"/>
                  </a:lnTo>
                  <a:lnTo>
                    <a:pt x="994" y="1309"/>
                  </a:lnTo>
                  <a:lnTo>
                    <a:pt x="1012" y="1341"/>
                  </a:lnTo>
                  <a:lnTo>
                    <a:pt x="1012" y="1341"/>
                  </a:lnTo>
                  <a:lnTo>
                    <a:pt x="1030" y="1371"/>
                  </a:lnTo>
                  <a:lnTo>
                    <a:pt x="1030" y="1371"/>
                  </a:lnTo>
                  <a:lnTo>
                    <a:pt x="1044" y="1399"/>
                  </a:lnTo>
                  <a:lnTo>
                    <a:pt x="1044" y="1399"/>
                  </a:lnTo>
                  <a:lnTo>
                    <a:pt x="1050" y="1409"/>
                  </a:lnTo>
                  <a:lnTo>
                    <a:pt x="1050" y="1409"/>
                  </a:lnTo>
                  <a:lnTo>
                    <a:pt x="1060" y="1433"/>
                  </a:lnTo>
                  <a:lnTo>
                    <a:pt x="1064" y="1439"/>
                  </a:lnTo>
                  <a:lnTo>
                    <a:pt x="1064" y="1439"/>
                  </a:lnTo>
                  <a:lnTo>
                    <a:pt x="1082" y="1481"/>
                  </a:lnTo>
                  <a:lnTo>
                    <a:pt x="1100" y="1523"/>
                  </a:lnTo>
                  <a:lnTo>
                    <a:pt x="1116" y="1565"/>
                  </a:lnTo>
                  <a:lnTo>
                    <a:pt x="1130" y="1605"/>
                  </a:lnTo>
                  <a:lnTo>
                    <a:pt x="1142" y="1647"/>
                  </a:lnTo>
                  <a:lnTo>
                    <a:pt x="1152" y="1687"/>
                  </a:lnTo>
                  <a:lnTo>
                    <a:pt x="1160" y="1729"/>
                  </a:lnTo>
                  <a:lnTo>
                    <a:pt x="1168" y="1770"/>
                  </a:lnTo>
                  <a:lnTo>
                    <a:pt x="1168" y="1772"/>
                  </a:lnTo>
                  <a:lnTo>
                    <a:pt x="1168" y="1772"/>
                  </a:lnTo>
                  <a:lnTo>
                    <a:pt x="1172" y="1794"/>
                  </a:lnTo>
                  <a:lnTo>
                    <a:pt x="1172" y="1794"/>
                  </a:lnTo>
                  <a:lnTo>
                    <a:pt x="1172" y="1810"/>
                  </a:lnTo>
                  <a:lnTo>
                    <a:pt x="1172" y="1810"/>
                  </a:lnTo>
                  <a:lnTo>
                    <a:pt x="1174" y="1832"/>
                  </a:lnTo>
                  <a:lnTo>
                    <a:pt x="1176" y="1834"/>
                  </a:lnTo>
                  <a:lnTo>
                    <a:pt x="1176" y="1834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8"/>
                  </a:lnTo>
                  <a:lnTo>
                    <a:pt x="1176" y="1868"/>
                  </a:lnTo>
                  <a:lnTo>
                    <a:pt x="1178" y="1896"/>
                  </a:lnTo>
                  <a:lnTo>
                    <a:pt x="1178" y="1896"/>
                  </a:lnTo>
                  <a:lnTo>
                    <a:pt x="1176" y="1922"/>
                  </a:lnTo>
                  <a:lnTo>
                    <a:pt x="1176" y="1926"/>
                  </a:lnTo>
                  <a:lnTo>
                    <a:pt x="1176" y="1926"/>
                  </a:lnTo>
                  <a:lnTo>
                    <a:pt x="1176" y="1940"/>
                  </a:lnTo>
                  <a:lnTo>
                    <a:pt x="1176" y="1940"/>
                  </a:lnTo>
                  <a:lnTo>
                    <a:pt x="1174" y="1952"/>
                  </a:lnTo>
                  <a:lnTo>
                    <a:pt x="1174" y="1954"/>
                  </a:lnTo>
                  <a:lnTo>
                    <a:pt x="1174" y="195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6"/>
                  </a:lnTo>
                  <a:lnTo>
                    <a:pt x="1172" y="1976"/>
                  </a:lnTo>
                  <a:lnTo>
                    <a:pt x="1172" y="1982"/>
                  </a:lnTo>
                  <a:lnTo>
                    <a:pt x="1172" y="1982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0" y="2042"/>
                  </a:lnTo>
                  <a:lnTo>
                    <a:pt x="1150" y="2076"/>
                  </a:lnTo>
                  <a:lnTo>
                    <a:pt x="1136" y="2108"/>
                  </a:lnTo>
                  <a:lnTo>
                    <a:pt x="1122" y="2138"/>
                  </a:lnTo>
                  <a:lnTo>
                    <a:pt x="1104" y="2164"/>
                  </a:lnTo>
                  <a:lnTo>
                    <a:pt x="1084" y="2188"/>
                  </a:lnTo>
                  <a:lnTo>
                    <a:pt x="1064" y="2208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32" y="2232"/>
                  </a:lnTo>
                  <a:lnTo>
                    <a:pt x="1032" y="2232"/>
                  </a:lnTo>
                  <a:lnTo>
                    <a:pt x="1030" y="2232"/>
                  </a:lnTo>
                  <a:lnTo>
                    <a:pt x="1030" y="2232"/>
                  </a:lnTo>
                  <a:lnTo>
                    <a:pt x="1024" y="2236"/>
                  </a:lnTo>
                  <a:lnTo>
                    <a:pt x="1024" y="2236"/>
                  </a:lnTo>
                  <a:lnTo>
                    <a:pt x="1008" y="2244"/>
                  </a:lnTo>
                  <a:lnTo>
                    <a:pt x="1008" y="2244"/>
                  </a:lnTo>
                  <a:close/>
                  <a:moveTo>
                    <a:pt x="2494" y="1161"/>
                  </a:moveTo>
                  <a:lnTo>
                    <a:pt x="2494" y="1167"/>
                  </a:lnTo>
                  <a:lnTo>
                    <a:pt x="2494" y="1167"/>
                  </a:lnTo>
                  <a:lnTo>
                    <a:pt x="2492" y="1191"/>
                  </a:lnTo>
                  <a:lnTo>
                    <a:pt x="2492" y="1199"/>
                  </a:lnTo>
                  <a:lnTo>
                    <a:pt x="2492" y="1199"/>
                  </a:lnTo>
                  <a:lnTo>
                    <a:pt x="2492" y="1203"/>
                  </a:lnTo>
                  <a:lnTo>
                    <a:pt x="2492" y="1203"/>
                  </a:lnTo>
                  <a:lnTo>
                    <a:pt x="2490" y="1209"/>
                  </a:lnTo>
                  <a:lnTo>
                    <a:pt x="2490" y="1215"/>
                  </a:lnTo>
                  <a:lnTo>
                    <a:pt x="2490" y="1215"/>
                  </a:lnTo>
                  <a:lnTo>
                    <a:pt x="2488" y="1223"/>
                  </a:lnTo>
                  <a:lnTo>
                    <a:pt x="2486" y="1245"/>
                  </a:lnTo>
                  <a:lnTo>
                    <a:pt x="2474" y="1291"/>
                  </a:lnTo>
                  <a:lnTo>
                    <a:pt x="2460" y="1337"/>
                  </a:lnTo>
                  <a:lnTo>
                    <a:pt x="2440" y="1377"/>
                  </a:lnTo>
                  <a:lnTo>
                    <a:pt x="2418" y="1409"/>
                  </a:lnTo>
                  <a:lnTo>
                    <a:pt x="2398" y="1433"/>
                  </a:lnTo>
                  <a:lnTo>
                    <a:pt x="2374" y="1453"/>
                  </a:lnTo>
                  <a:lnTo>
                    <a:pt x="2350" y="1471"/>
                  </a:lnTo>
                  <a:lnTo>
                    <a:pt x="2350" y="1471"/>
                  </a:lnTo>
                  <a:lnTo>
                    <a:pt x="2346" y="1473"/>
                  </a:lnTo>
                  <a:lnTo>
                    <a:pt x="1216" y="2126"/>
                  </a:lnTo>
                  <a:lnTo>
                    <a:pt x="1216" y="2126"/>
                  </a:lnTo>
                  <a:lnTo>
                    <a:pt x="1224" y="2106"/>
                  </a:lnTo>
                  <a:lnTo>
                    <a:pt x="1224" y="2106"/>
                  </a:lnTo>
                  <a:lnTo>
                    <a:pt x="1232" y="2082"/>
                  </a:lnTo>
                  <a:lnTo>
                    <a:pt x="1234" y="2078"/>
                  </a:lnTo>
                  <a:lnTo>
                    <a:pt x="1234" y="2074"/>
                  </a:lnTo>
                  <a:lnTo>
                    <a:pt x="1234" y="2074"/>
                  </a:lnTo>
                  <a:lnTo>
                    <a:pt x="1240" y="2052"/>
                  </a:lnTo>
                  <a:lnTo>
                    <a:pt x="1240" y="205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50" y="1996"/>
                  </a:lnTo>
                  <a:lnTo>
                    <a:pt x="1250" y="1996"/>
                  </a:lnTo>
                  <a:lnTo>
                    <a:pt x="1250" y="1994"/>
                  </a:lnTo>
                  <a:lnTo>
                    <a:pt x="1250" y="1994"/>
                  </a:lnTo>
                  <a:lnTo>
                    <a:pt x="1250" y="1992"/>
                  </a:lnTo>
                  <a:lnTo>
                    <a:pt x="1250" y="1992"/>
                  </a:lnTo>
                  <a:lnTo>
                    <a:pt x="1252" y="1986"/>
                  </a:lnTo>
                  <a:lnTo>
                    <a:pt x="1252" y="1984"/>
                  </a:lnTo>
                  <a:lnTo>
                    <a:pt x="1252" y="198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2"/>
                  </a:lnTo>
                  <a:lnTo>
                    <a:pt x="1254" y="1958"/>
                  </a:lnTo>
                  <a:lnTo>
                    <a:pt x="1254" y="1958"/>
                  </a:lnTo>
                  <a:lnTo>
                    <a:pt x="1256" y="1932"/>
                  </a:lnTo>
                  <a:lnTo>
                    <a:pt x="1256" y="1932"/>
                  </a:lnTo>
                  <a:lnTo>
                    <a:pt x="1256" y="1928"/>
                  </a:lnTo>
                  <a:lnTo>
                    <a:pt x="1256" y="1926"/>
                  </a:lnTo>
                  <a:lnTo>
                    <a:pt x="1256" y="1926"/>
                  </a:lnTo>
                  <a:lnTo>
                    <a:pt x="1258" y="1896"/>
                  </a:lnTo>
                  <a:lnTo>
                    <a:pt x="1258" y="189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4" y="1830"/>
                  </a:lnTo>
                  <a:lnTo>
                    <a:pt x="1254" y="1824"/>
                  </a:lnTo>
                  <a:lnTo>
                    <a:pt x="1254" y="1824"/>
                  </a:lnTo>
                  <a:lnTo>
                    <a:pt x="1252" y="1802"/>
                  </a:lnTo>
                  <a:lnTo>
                    <a:pt x="1252" y="1802"/>
                  </a:lnTo>
                  <a:lnTo>
                    <a:pt x="1252" y="1800"/>
                  </a:lnTo>
                  <a:lnTo>
                    <a:pt x="1252" y="1800"/>
                  </a:lnTo>
                  <a:lnTo>
                    <a:pt x="1250" y="1788"/>
                  </a:lnTo>
                  <a:lnTo>
                    <a:pt x="1250" y="1788"/>
                  </a:lnTo>
                  <a:lnTo>
                    <a:pt x="1250" y="1784"/>
                  </a:lnTo>
                  <a:lnTo>
                    <a:pt x="1250" y="1784"/>
                  </a:lnTo>
                  <a:lnTo>
                    <a:pt x="1248" y="1764"/>
                  </a:lnTo>
                  <a:lnTo>
                    <a:pt x="1246" y="1755"/>
                  </a:lnTo>
                  <a:lnTo>
                    <a:pt x="1246" y="1755"/>
                  </a:lnTo>
                  <a:lnTo>
                    <a:pt x="1242" y="1725"/>
                  </a:lnTo>
                  <a:lnTo>
                    <a:pt x="1242" y="1721"/>
                  </a:lnTo>
                  <a:lnTo>
                    <a:pt x="1242" y="1721"/>
                  </a:lnTo>
                  <a:lnTo>
                    <a:pt x="1234" y="1689"/>
                  </a:lnTo>
                  <a:lnTo>
                    <a:pt x="1234" y="1687"/>
                  </a:lnTo>
                  <a:lnTo>
                    <a:pt x="1234" y="1687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12" y="1599"/>
                  </a:lnTo>
                  <a:lnTo>
                    <a:pt x="1194" y="1547"/>
                  </a:lnTo>
                  <a:lnTo>
                    <a:pt x="1194" y="1545"/>
                  </a:lnTo>
                  <a:lnTo>
                    <a:pt x="1194" y="1545"/>
                  </a:lnTo>
                  <a:lnTo>
                    <a:pt x="1182" y="1511"/>
                  </a:lnTo>
                  <a:lnTo>
                    <a:pt x="1182" y="1509"/>
                  </a:lnTo>
                  <a:lnTo>
                    <a:pt x="1182" y="1509"/>
                  </a:lnTo>
                  <a:lnTo>
                    <a:pt x="1168" y="1475"/>
                  </a:lnTo>
                  <a:lnTo>
                    <a:pt x="1166" y="1473"/>
                  </a:lnTo>
                  <a:lnTo>
                    <a:pt x="1166" y="1473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36" y="1407"/>
                  </a:lnTo>
                  <a:lnTo>
                    <a:pt x="1136" y="1407"/>
                  </a:lnTo>
                  <a:lnTo>
                    <a:pt x="1136" y="1405"/>
                  </a:lnTo>
                  <a:lnTo>
                    <a:pt x="1136" y="1405"/>
                  </a:lnTo>
                  <a:lnTo>
                    <a:pt x="1134" y="1401"/>
                  </a:lnTo>
                  <a:lnTo>
                    <a:pt x="1134" y="1401"/>
                  </a:lnTo>
                  <a:lnTo>
                    <a:pt x="1134" y="1399"/>
                  </a:lnTo>
                  <a:lnTo>
                    <a:pt x="1132" y="1397"/>
                  </a:lnTo>
                  <a:lnTo>
                    <a:pt x="1132" y="1397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14" y="1363"/>
                  </a:lnTo>
                  <a:lnTo>
                    <a:pt x="1114" y="1363"/>
                  </a:lnTo>
                  <a:lnTo>
                    <a:pt x="1114" y="1361"/>
                  </a:lnTo>
                  <a:lnTo>
                    <a:pt x="1114" y="1361"/>
                  </a:lnTo>
                  <a:lnTo>
                    <a:pt x="1102" y="1337"/>
                  </a:lnTo>
                  <a:lnTo>
                    <a:pt x="1102" y="1337"/>
                  </a:lnTo>
                  <a:lnTo>
                    <a:pt x="1100" y="1333"/>
                  </a:lnTo>
                  <a:lnTo>
                    <a:pt x="1100" y="1333"/>
                  </a:lnTo>
                  <a:lnTo>
                    <a:pt x="1080" y="1299"/>
                  </a:lnTo>
                  <a:lnTo>
                    <a:pt x="1080" y="1299"/>
                  </a:lnTo>
                  <a:lnTo>
                    <a:pt x="1062" y="1267"/>
                  </a:lnTo>
                  <a:lnTo>
                    <a:pt x="1062" y="1267"/>
                  </a:lnTo>
                  <a:lnTo>
                    <a:pt x="1060" y="1265"/>
                  </a:lnTo>
                  <a:lnTo>
                    <a:pt x="1060" y="1265"/>
                  </a:lnTo>
                  <a:lnTo>
                    <a:pt x="1040" y="1235"/>
                  </a:lnTo>
                  <a:lnTo>
                    <a:pt x="1040" y="1233"/>
                  </a:lnTo>
                  <a:lnTo>
                    <a:pt x="1040" y="1233"/>
                  </a:lnTo>
                  <a:lnTo>
                    <a:pt x="1018" y="1201"/>
                  </a:lnTo>
                  <a:lnTo>
                    <a:pt x="1018" y="1201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72" y="1137"/>
                  </a:lnTo>
                  <a:lnTo>
                    <a:pt x="972" y="1137"/>
                  </a:lnTo>
                  <a:lnTo>
                    <a:pt x="948" y="1109"/>
                  </a:lnTo>
                  <a:lnTo>
                    <a:pt x="948" y="1107"/>
                  </a:lnTo>
                  <a:lnTo>
                    <a:pt x="948" y="1107"/>
                  </a:lnTo>
                  <a:lnTo>
                    <a:pt x="924" y="1079"/>
                  </a:lnTo>
                  <a:lnTo>
                    <a:pt x="922" y="1077"/>
                  </a:lnTo>
                  <a:lnTo>
                    <a:pt x="922" y="1077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46" y="997"/>
                  </a:lnTo>
                  <a:lnTo>
                    <a:pt x="846" y="997"/>
                  </a:lnTo>
                  <a:lnTo>
                    <a:pt x="820" y="973"/>
                  </a:lnTo>
                  <a:lnTo>
                    <a:pt x="820" y="973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64" y="927"/>
                  </a:lnTo>
                  <a:lnTo>
                    <a:pt x="764" y="927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08" y="885"/>
                  </a:lnTo>
                  <a:lnTo>
                    <a:pt x="708" y="885"/>
                  </a:lnTo>
                  <a:lnTo>
                    <a:pt x="680" y="865"/>
                  </a:lnTo>
                  <a:lnTo>
                    <a:pt x="680" y="865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7"/>
                  </a:lnTo>
                  <a:lnTo>
                    <a:pt x="650" y="847"/>
                  </a:lnTo>
                  <a:lnTo>
                    <a:pt x="620" y="831"/>
                  </a:lnTo>
                  <a:lnTo>
                    <a:pt x="620" y="831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62" y="805"/>
                  </a:lnTo>
                  <a:lnTo>
                    <a:pt x="562" y="805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06" y="785"/>
                  </a:lnTo>
                  <a:lnTo>
                    <a:pt x="506" y="783"/>
                  </a:lnTo>
                  <a:lnTo>
                    <a:pt x="506" y="783"/>
                  </a:lnTo>
                  <a:lnTo>
                    <a:pt x="478" y="777"/>
                  </a:lnTo>
                  <a:lnTo>
                    <a:pt x="476" y="775"/>
                  </a:lnTo>
                  <a:lnTo>
                    <a:pt x="476" y="775"/>
                  </a:lnTo>
                  <a:lnTo>
                    <a:pt x="450" y="769"/>
                  </a:lnTo>
                  <a:lnTo>
                    <a:pt x="448" y="769"/>
                  </a:lnTo>
                  <a:lnTo>
                    <a:pt x="448" y="769"/>
                  </a:lnTo>
                  <a:lnTo>
                    <a:pt x="424" y="765"/>
                  </a:lnTo>
                  <a:lnTo>
                    <a:pt x="422" y="765"/>
                  </a:lnTo>
                  <a:lnTo>
                    <a:pt x="1546" y="114"/>
                  </a:lnTo>
                  <a:lnTo>
                    <a:pt x="1550" y="112"/>
                  </a:lnTo>
                  <a:lnTo>
                    <a:pt x="1550" y="112"/>
                  </a:lnTo>
                  <a:lnTo>
                    <a:pt x="1566" y="104"/>
                  </a:lnTo>
                  <a:lnTo>
                    <a:pt x="1566" y="104"/>
                  </a:lnTo>
                  <a:lnTo>
                    <a:pt x="1582" y="98"/>
                  </a:lnTo>
                  <a:lnTo>
                    <a:pt x="1582" y="98"/>
                  </a:lnTo>
                  <a:lnTo>
                    <a:pt x="1588" y="96"/>
                  </a:lnTo>
                  <a:lnTo>
                    <a:pt x="1588" y="96"/>
                  </a:lnTo>
                  <a:lnTo>
                    <a:pt x="1600" y="92"/>
                  </a:lnTo>
                  <a:lnTo>
                    <a:pt x="1604" y="90"/>
                  </a:lnTo>
                  <a:lnTo>
                    <a:pt x="1604" y="90"/>
                  </a:lnTo>
                  <a:lnTo>
                    <a:pt x="1622" y="86"/>
                  </a:lnTo>
                  <a:lnTo>
                    <a:pt x="1626" y="86"/>
                  </a:lnTo>
                  <a:lnTo>
                    <a:pt x="1626" y="86"/>
                  </a:lnTo>
                  <a:lnTo>
                    <a:pt x="1640" y="84"/>
                  </a:lnTo>
                  <a:lnTo>
                    <a:pt x="1644" y="82"/>
                  </a:lnTo>
                  <a:lnTo>
                    <a:pt x="1644" y="82"/>
                  </a:lnTo>
                  <a:lnTo>
                    <a:pt x="1662" y="80"/>
                  </a:lnTo>
                  <a:lnTo>
                    <a:pt x="1666" y="80"/>
                  </a:lnTo>
                  <a:lnTo>
                    <a:pt x="1666" y="80"/>
                  </a:lnTo>
                  <a:lnTo>
                    <a:pt x="1676" y="80"/>
                  </a:lnTo>
                  <a:lnTo>
                    <a:pt x="1678" y="80"/>
                  </a:lnTo>
                  <a:lnTo>
                    <a:pt x="1678" y="80"/>
                  </a:lnTo>
                  <a:lnTo>
                    <a:pt x="1680" y="80"/>
                  </a:lnTo>
                  <a:lnTo>
                    <a:pt x="1680" y="80"/>
                  </a:lnTo>
                  <a:lnTo>
                    <a:pt x="1690" y="80"/>
                  </a:lnTo>
                  <a:lnTo>
                    <a:pt x="1690" y="80"/>
                  </a:lnTo>
                  <a:lnTo>
                    <a:pt x="1696" y="80"/>
                  </a:lnTo>
                  <a:lnTo>
                    <a:pt x="1696" y="80"/>
                  </a:lnTo>
                  <a:lnTo>
                    <a:pt x="1700" y="80"/>
                  </a:lnTo>
                  <a:lnTo>
                    <a:pt x="1712" y="82"/>
                  </a:lnTo>
                  <a:lnTo>
                    <a:pt x="1712" y="82"/>
                  </a:lnTo>
                  <a:lnTo>
                    <a:pt x="1726" y="82"/>
                  </a:lnTo>
                  <a:lnTo>
                    <a:pt x="1732" y="84"/>
                  </a:lnTo>
                  <a:lnTo>
                    <a:pt x="1732" y="84"/>
                  </a:lnTo>
                  <a:lnTo>
                    <a:pt x="1738" y="84"/>
                  </a:lnTo>
                  <a:lnTo>
                    <a:pt x="1738" y="84"/>
                  </a:lnTo>
                  <a:lnTo>
                    <a:pt x="1750" y="86"/>
                  </a:lnTo>
                  <a:lnTo>
                    <a:pt x="1760" y="88"/>
                  </a:lnTo>
                  <a:lnTo>
                    <a:pt x="1760" y="88"/>
                  </a:lnTo>
                  <a:lnTo>
                    <a:pt x="1770" y="90"/>
                  </a:lnTo>
                  <a:lnTo>
                    <a:pt x="1778" y="94"/>
                  </a:lnTo>
                  <a:lnTo>
                    <a:pt x="1778" y="94"/>
                  </a:lnTo>
                  <a:lnTo>
                    <a:pt x="1788" y="96"/>
                  </a:lnTo>
                  <a:lnTo>
                    <a:pt x="1788" y="96"/>
                  </a:lnTo>
                  <a:lnTo>
                    <a:pt x="1796" y="98"/>
                  </a:lnTo>
                  <a:lnTo>
                    <a:pt x="1806" y="100"/>
                  </a:lnTo>
                  <a:lnTo>
                    <a:pt x="1806" y="100"/>
                  </a:lnTo>
                  <a:lnTo>
                    <a:pt x="1814" y="104"/>
                  </a:lnTo>
                  <a:lnTo>
                    <a:pt x="1814" y="104"/>
                  </a:lnTo>
                  <a:lnTo>
                    <a:pt x="1822" y="106"/>
                  </a:lnTo>
                  <a:lnTo>
                    <a:pt x="1828" y="110"/>
                  </a:lnTo>
                  <a:lnTo>
                    <a:pt x="1828" y="110"/>
                  </a:lnTo>
                  <a:lnTo>
                    <a:pt x="1836" y="112"/>
                  </a:lnTo>
                  <a:lnTo>
                    <a:pt x="1836" y="112"/>
                  </a:lnTo>
                  <a:lnTo>
                    <a:pt x="1844" y="114"/>
                  </a:lnTo>
                  <a:lnTo>
                    <a:pt x="1850" y="118"/>
                  </a:lnTo>
                  <a:lnTo>
                    <a:pt x="1850" y="118"/>
                  </a:lnTo>
                  <a:lnTo>
                    <a:pt x="1858" y="120"/>
                  </a:lnTo>
                  <a:lnTo>
                    <a:pt x="1858" y="120"/>
                  </a:lnTo>
                  <a:lnTo>
                    <a:pt x="1864" y="124"/>
                  </a:lnTo>
                  <a:lnTo>
                    <a:pt x="1900" y="142"/>
                  </a:lnTo>
                  <a:lnTo>
                    <a:pt x="1948" y="168"/>
                  </a:lnTo>
                  <a:lnTo>
                    <a:pt x="1948" y="170"/>
                  </a:lnTo>
                  <a:lnTo>
                    <a:pt x="1956" y="174"/>
                  </a:lnTo>
                  <a:lnTo>
                    <a:pt x="1996" y="202"/>
                  </a:lnTo>
                  <a:lnTo>
                    <a:pt x="1996" y="202"/>
                  </a:lnTo>
                  <a:lnTo>
                    <a:pt x="2032" y="228"/>
                  </a:lnTo>
                  <a:lnTo>
                    <a:pt x="2068" y="258"/>
                  </a:lnTo>
                  <a:lnTo>
                    <a:pt x="2102" y="290"/>
                  </a:lnTo>
                  <a:lnTo>
                    <a:pt x="2136" y="322"/>
                  </a:lnTo>
                  <a:lnTo>
                    <a:pt x="2170" y="358"/>
                  </a:lnTo>
                  <a:lnTo>
                    <a:pt x="2202" y="396"/>
                  </a:lnTo>
                  <a:lnTo>
                    <a:pt x="2234" y="436"/>
                  </a:lnTo>
                  <a:lnTo>
                    <a:pt x="2264" y="476"/>
                  </a:lnTo>
                  <a:lnTo>
                    <a:pt x="2274" y="492"/>
                  </a:lnTo>
                  <a:lnTo>
                    <a:pt x="2328" y="578"/>
                  </a:lnTo>
                  <a:lnTo>
                    <a:pt x="2364" y="558"/>
                  </a:lnTo>
                  <a:lnTo>
                    <a:pt x="2330" y="580"/>
                  </a:lnTo>
                  <a:lnTo>
                    <a:pt x="2348" y="615"/>
                  </a:lnTo>
                  <a:lnTo>
                    <a:pt x="2348" y="615"/>
                  </a:lnTo>
                  <a:lnTo>
                    <a:pt x="2356" y="629"/>
                  </a:lnTo>
                  <a:lnTo>
                    <a:pt x="2356" y="629"/>
                  </a:lnTo>
                  <a:lnTo>
                    <a:pt x="2360" y="635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6" y="649"/>
                  </a:lnTo>
                  <a:lnTo>
                    <a:pt x="2366" y="649"/>
                  </a:lnTo>
                  <a:lnTo>
                    <a:pt x="2378" y="671"/>
                  </a:lnTo>
                  <a:lnTo>
                    <a:pt x="2384" y="683"/>
                  </a:lnTo>
                  <a:lnTo>
                    <a:pt x="2384" y="683"/>
                  </a:lnTo>
                  <a:lnTo>
                    <a:pt x="2390" y="697"/>
                  </a:lnTo>
                  <a:lnTo>
                    <a:pt x="2394" y="707"/>
                  </a:lnTo>
                  <a:lnTo>
                    <a:pt x="2422" y="773"/>
                  </a:lnTo>
                  <a:lnTo>
                    <a:pt x="2422" y="773"/>
                  </a:lnTo>
                  <a:lnTo>
                    <a:pt x="2444" y="833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56" y="875"/>
                  </a:lnTo>
                  <a:lnTo>
                    <a:pt x="2470" y="927"/>
                  </a:lnTo>
                  <a:lnTo>
                    <a:pt x="2470" y="927"/>
                  </a:lnTo>
                  <a:lnTo>
                    <a:pt x="2472" y="937"/>
                  </a:lnTo>
                  <a:lnTo>
                    <a:pt x="2474" y="947"/>
                  </a:lnTo>
                  <a:lnTo>
                    <a:pt x="2474" y="947"/>
                  </a:lnTo>
                  <a:lnTo>
                    <a:pt x="2476" y="957"/>
                  </a:lnTo>
                  <a:lnTo>
                    <a:pt x="2476" y="957"/>
                  </a:lnTo>
                  <a:lnTo>
                    <a:pt x="2478" y="969"/>
                  </a:lnTo>
                  <a:lnTo>
                    <a:pt x="2482" y="983"/>
                  </a:lnTo>
                  <a:lnTo>
                    <a:pt x="2482" y="983"/>
                  </a:lnTo>
                  <a:lnTo>
                    <a:pt x="2484" y="1001"/>
                  </a:lnTo>
                  <a:lnTo>
                    <a:pt x="2486" y="1007"/>
                  </a:lnTo>
                  <a:lnTo>
                    <a:pt x="2486" y="1007"/>
                  </a:lnTo>
                  <a:lnTo>
                    <a:pt x="2486" y="1015"/>
                  </a:lnTo>
                  <a:lnTo>
                    <a:pt x="2486" y="1019"/>
                  </a:lnTo>
                  <a:lnTo>
                    <a:pt x="2486" y="1019"/>
                  </a:lnTo>
                  <a:lnTo>
                    <a:pt x="2488" y="1023"/>
                  </a:lnTo>
                  <a:lnTo>
                    <a:pt x="2488" y="1023"/>
                  </a:lnTo>
                  <a:lnTo>
                    <a:pt x="2488" y="1027"/>
                  </a:lnTo>
                  <a:lnTo>
                    <a:pt x="2488" y="1031"/>
                  </a:lnTo>
                  <a:lnTo>
                    <a:pt x="2488" y="1031"/>
                  </a:lnTo>
                  <a:lnTo>
                    <a:pt x="2490" y="1049"/>
                  </a:lnTo>
                  <a:lnTo>
                    <a:pt x="2490" y="1049"/>
                  </a:lnTo>
                  <a:lnTo>
                    <a:pt x="2492" y="1055"/>
                  </a:lnTo>
                  <a:lnTo>
                    <a:pt x="2492" y="1055"/>
                  </a:lnTo>
                  <a:lnTo>
                    <a:pt x="2492" y="1057"/>
                  </a:lnTo>
                  <a:lnTo>
                    <a:pt x="2492" y="1057"/>
                  </a:lnTo>
                  <a:lnTo>
                    <a:pt x="2492" y="1067"/>
                  </a:lnTo>
                  <a:lnTo>
                    <a:pt x="2492" y="1075"/>
                  </a:lnTo>
                  <a:lnTo>
                    <a:pt x="2492" y="1075"/>
                  </a:lnTo>
                  <a:lnTo>
                    <a:pt x="2494" y="1101"/>
                  </a:lnTo>
                  <a:lnTo>
                    <a:pt x="2494" y="1107"/>
                  </a:lnTo>
                  <a:lnTo>
                    <a:pt x="2494" y="1107"/>
                  </a:lnTo>
                  <a:lnTo>
                    <a:pt x="2496" y="1135"/>
                  </a:lnTo>
                  <a:lnTo>
                    <a:pt x="2496" y="1135"/>
                  </a:lnTo>
                  <a:lnTo>
                    <a:pt x="2494" y="1161"/>
                  </a:lnTo>
                  <a:lnTo>
                    <a:pt x="2494" y="11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27" name="Rectangle 66"/>
            <p:cNvSpPr/>
            <p:nvPr/>
          </p:nvSpPr>
          <p:spPr>
            <a:xfrm>
              <a:off x="6587640" y="3477240"/>
              <a:ext cx="360" cy="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60" bIns="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528" name="그룹 2"/>
          <p:cNvGrpSpPr/>
          <p:nvPr/>
        </p:nvGrpSpPr>
        <p:grpSpPr>
          <a:xfrm>
            <a:off x="4737960" y="3294360"/>
            <a:ext cx="463680" cy="296280"/>
            <a:chOff x="4737960" y="3294360"/>
            <a:chExt cx="463680" cy="296280"/>
          </a:xfrm>
        </p:grpSpPr>
        <p:sp>
          <p:nvSpPr>
            <p:cNvPr id="529" name="AutoShape 68"/>
            <p:cNvSpPr/>
            <p:nvPr/>
          </p:nvSpPr>
          <p:spPr>
            <a:xfrm>
              <a:off x="4737960" y="3294360"/>
              <a:ext cx="463680" cy="29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30" name="Freeform 70"/>
            <p:cNvSpPr/>
            <p:nvPr/>
          </p:nvSpPr>
          <p:spPr>
            <a:xfrm>
              <a:off x="4791960" y="3294360"/>
              <a:ext cx="315720" cy="156960"/>
            </a:xfrm>
            <a:custGeom>
              <a:avLst/>
              <a:gdLst>
                <a:gd name="textAreaLeft" fmla="*/ 0 w 315720"/>
                <a:gd name="textAreaRight" fmla="*/ 316800 w 315720"/>
                <a:gd name="textAreaTop" fmla="*/ 0 h 156960"/>
                <a:gd name="textAreaBottom" fmla="*/ 158040 h 15696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31" name="Freeform 71"/>
            <p:cNvSpPr/>
            <p:nvPr/>
          </p:nvSpPr>
          <p:spPr>
            <a:xfrm>
              <a:off x="4737960" y="3355560"/>
              <a:ext cx="463680" cy="234720"/>
            </a:xfrm>
            <a:custGeom>
              <a:avLst/>
              <a:gdLst>
                <a:gd name="textAreaLeft" fmla="*/ 0 w 463680"/>
                <a:gd name="textAreaRight" fmla="*/ 464760 w 463680"/>
                <a:gd name="textAreaTop" fmla="*/ 0 h 234720"/>
                <a:gd name="textAreaBottom" fmla="*/ 235800 h 23472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6" name="PlaceHolder 5"/>
          <p:cNvSpPr>
            <a:spLocks noGrp="1"/>
          </p:cNvSpPr>
          <p:nvPr>
            <p:ph type="sldNum" idx="5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A8E2FA-07B6-4E65-AF91-FD8DA5AFB3A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37" name="PlaceHolder 6"/>
          <p:cNvSpPr>
            <a:spLocks noGrp="1"/>
          </p:cNvSpPr>
          <p:nvPr>
            <p:ph type="ftr" idx="5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38" name="타원 44"/>
          <p:cNvSpPr/>
          <p:nvPr/>
        </p:nvSpPr>
        <p:spPr>
          <a:xfrm>
            <a:off x="1233000" y="2111400"/>
            <a:ext cx="1510920" cy="151092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39" name="타원 45"/>
          <p:cNvSpPr/>
          <p:nvPr/>
        </p:nvSpPr>
        <p:spPr>
          <a:xfrm>
            <a:off x="3201480" y="2111400"/>
            <a:ext cx="1510920" cy="151092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40" name="타원 46"/>
          <p:cNvSpPr/>
          <p:nvPr/>
        </p:nvSpPr>
        <p:spPr>
          <a:xfrm>
            <a:off x="5169600" y="2111400"/>
            <a:ext cx="1510920" cy="151092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41" name="타원 47"/>
          <p:cNvSpPr/>
          <p:nvPr/>
        </p:nvSpPr>
        <p:spPr>
          <a:xfrm>
            <a:off x="7137720" y="2111400"/>
            <a:ext cx="1510920" cy="151092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42" name="직사각형 52"/>
          <p:cNvSpPr/>
          <p:nvPr/>
        </p:nvSpPr>
        <p:spPr>
          <a:xfrm>
            <a:off x="3440160" y="2753640"/>
            <a:ext cx="1033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3" name="직사각형 61"/>
          <p:cNvSpPr/>
          <p:nvPr/>
        </p:nvSpPr>
        <p:spPr>
          <a:xfrm>
            <a:off x="1071000" y="3839760"/>
            <a:ext cx="1835280" cy="2231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4" name="직사각형 66"/>
          <p:cNvSpPr/>
          <p:nvPr/>
        </p:nvSpPr>
        <p:spPr>
          <a:xfrm>
            <a:off x="3039480" y="3839760"/>
            <a:ext cx="1835280" cy="2231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5" name="직사각형 71"/>
          <p:cNvSpPr/>
          <p:nvPr/>
        </p:nvSpPr>
        <p:spPr>
          <a:xfrm>
            <a:off x="5007600" y="3839760"/>
            <a:ext cx="1835280" cy="2231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6" name="직사각형 76"/>
          <p:cNvSpPr/>
          <p:nvPr/>
        </p:nvSpPr>
        <p:spPr>
          <a:xfrm>
            <a:off x="6975720" y="3839760"/>
            <a:ext cx="1835280" cy="2231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7" name="직사각형 80"/>
          <p:cNvSpPr/>
          <p:nvPr/>
        </p:nvSpPr>
        <p:spPr>
          <a:xfrm>
            <a:off x="1471680" y="2753640"/>
            <a:ext cx="1033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8" name="직사각형 81"/>
          <p:cNvSpPr/>
          <p:nvPr/>
        </p:nvSpPr>
        <p:spPr>
          <a:xfrm>
            <a:off x="5418720" y="2753640"/>
            <a:ext cx="1033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9" name="직사각형 82"/>
          <p:cNvSpPr/>
          <p:nvPr/>
        </p:nvSpPr>
        <p:spPr>
          <a:xfrm>
            <a:off x="7376400" y="2753640"/>
            <a:ext cx="1033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3" name="PlaceHolder 4"/>
          <p:cNvSpPr>
            <a:spLocks noGrp="1"/>
          </p:cNvSpPr>
          <p:nvPr>
            <p:ph type="sldNum" idx="5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8CFA0C0-3F93-4ADC-B1C3-71FBCA1B2FE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54" name="PlaceHolder 5"/>
          <p:cNvSpPr>
            <a:spLocks noGrp="1"/>
          </p:cNvSpPr>
          <p:nvPr>
            <p:ph type="ftr" idx="5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55" name="모서리가 둥근 직사각형 29"/>
          <p:cNvSpPr/>
          <p:nvPr/>
        </p:nvSpPr>
        <p:spPr>
          <a:xfrm>
            <a:off x="646920" y="3448800"/>
            <a:ext cx="8638920" cy="10789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56" name="타원 30"/>
          <p:cNvSpPr/>
          <p:nvPr/>
        </p:nvSpPr>
        <p:spPr>
          <a:xfrm>
            <a:off x="733320" y="3538800"/>
            <a:ext cx="898920" cy="898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557" name="직선 연결선 34"/>
          <p:cNvCxnSpPr/>
          <p:nvPr/>
        </p:nvCxnSpPr>
        <p:spPr>
          <a:xfrm>
            <a:off x="3866760" y="3609720"/>
            <a:ext cx="1080" cy="7585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558" name="모서리가 둥근 직사각형 35"/>
          <p:cNvSpPr/>
          <p:nvPr/>
        </p:nvSpPr>
        <p:spPr>
          <a:xfrm>
            <a:off x="646920" y="4957200"/>
            <a:ext cx="8638920" cy="1078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59" name="타원 36"/>
          <p:cNvSpPr/>
          <p:nvPr/>
        </p:nvSpPr>
        <p:spPr>
          <a:xfrm>
            <a:off x="733320" y="5047200"/>
            <a:ext cx="898920" cy="898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560" name="직선 연결선 40"/>
          <p:cNvCxnSpPr/>
          <p:nvPr/>
        </p:nvCxnSpPr>
        <p:spPr>
          <a:xfrm>
            <a:off x="3866760" y="5118120"/>
            <a:ext cx="1080" cy="7585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561" name="직사각형 41"/>
          <p:cNvSpPr/>
          <p:nvPr/>
        </p:nvSpPr>
        <p:spPr>
          <a:xfrm>
            <a:off x="646920" y="1596960"/>
            <a:ext cx="35902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2" name="모서리가 둥근 직사각형 42"/>
          <p:cNvSpPr/>
          <p:nvPr/>
        </p:nvSpPr>
        <p:spPr>
          <a:xfrm>
            <a:off x="646920" y="1949760"/>
            <a:ext cx="8638920" cy="10789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63" name="타원 43"/>
          <p:cNvSpPr/>
          <p:nvPr/>
        </p:nvSpPr>
        <p:spPr>
          <a:xfrm>
            <a:off x="733320" y="2039760"/>
            <a:ext cx="898920" cy="898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564" name="직선 연결선 45"/>
          <p:cNvCxnSpPr/>
          <p:nvPr/>
        </p:nvCxnSpPr>
        <p:spPr>
          <a:xfrm>
            <a:off x="3866760" y="2111040"/>
            <a:ext cx="1080" cy="75816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565" name="직사각형 53"/>
          <p:cNvSpPr/>
          <p:nvPr/>
        </p:nvSpPr>
        <p:spPr>
          <a:xfrm>
            <a:off x="3965760" y="2111400"/>
            <a:ext cx="42246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6" name="직사각형 54"/>
          <p:cNvSpPr/>
          <p:nvPr/>
        </p:nvSpPr>
        <p:spPr>
          <a:xfrm>
            <a:off x="2512080" y="232344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7" name="직사각형 55"/>
          <p:cNvSpPr/>
          <p:nvPr/>
        </p:nvSpPr>
        <p:spPr>
          <a:xfrm>
            <a:off x="3965760" y="3610080"/>
            <a:ext cx="42246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8" name="직사각형 56"/>
          <p:cNvSpPr/>
          <p:nvPr/>
        </p:nvSpPr>
        <p:spPr>
          <a:xfrm>
            <a:off x="2512080" y="382212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9" name="직사각형 57"/>
          <p:cNvSpPr/>
          <p:nvPr/>
        </p:nvSpPr>
        <p:spPr>
          <a:xfrm>
            <a:off x="3965760" y="5126400"/>
            <a:ext cx="42246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0" name="직사각형 58"/>
          <p:cNvSpPr/>
          <p:nvPr/>
        </p:nvSpPr>
        <p:spPr>
          <a:xfrm>
            <a:off x="2512080" y="533052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1" name="직사각형 59"/>
          <p:cNvSpPr/>
          <p:nvPr/>
        </p:nvSpPr>
        <p:spPr>
          <a:xfrm>
            <a:off x="646920" y="3072240"/>
            <a:ext cx="35902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2" name="직사각형 60"/>
          <p:cNvSpPr/>
          <p:nvPr/>
        </p:nvSpPr>
        <p:spPr>
          <a:xfrm>
            <a:off x="646920" y="4580280"/>
            <a:ext cx="35902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6" name="PlaceHolder 4"/>
          <p:cNvSpPr>
            <a:spLocks noGrp="1"/>
          </p:cNvSpPr>
          <p:nvPr>
            <p:ph type="sldNum" idx="5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2E32698-6456-43ED-9A23-5E9824602FE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77" name="PlaceHolder 5"/>
          <p:cNvSpPr>
            <a:spLocks noGrp="1"/>
          </p:cNvSpPr>
          <p:nvPr>
            <p:ph type="ftr" idx="5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78" name="Content Placeholder 3"/>
          <p:cNvSpPr/>
          <p:nvPr/>
        </p:nvSpPr>
        <p:spPr>
          <a:xfrm>
            <a:off x="2033280" y="3560400"/>
            <a:ext cx="97092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9" name="TextBox 8"/>
          <p:cNvSpPr/>
          <p:nvPr/>
        </p:nvSpPr>
        <p:spPr>
          <a:xfrm>
            <a:off x="2033280" y="3885840"/>
            <a:ext cx="970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80%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0" name="Content Placeholder 3"/>
          <p:cNvSpPr/>
          <p:nvPr/>
        </p:nvSpPr>
        <p:spPr>
          <a:xfrm>
            <a:off x="2033280" y="2049480"/>
            <a:ext cx="97092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1" name="TextBox 11"/>
          <p:cNvSpPr/>
          <p:nvPr/>
        </p:nvSpPr>
        <p:spPr>
          <a:xfrm>
            <a:off x="2033280" y="2374920"/>
            <a:ext cx="970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60%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2" name="Content Placeholder 3"/>
          <p:cNvSpPr/>
          <p:nvPr/>
        </p:nvSpPr>
        <p:spPr>
          <a:xfrm>
            <a:off x="2033280" y="5058000"/>
            <a:ext cx="97092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3" name="TextBox 14"/>
          <p:cNvSpPr/>
          <p:nvPr/>
        </p:nvSpPr>
        <p:spPr>
          <a:xfrm>
            <a:off x="2033280" y="5383800"/>
            <a:ext cx="9709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50%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4" name="TextBox 15"/>
          <p:cNvSpPr/>
          <p:nvPr/>
        </p:nvSpPr>
        <p:spPr>
          <a:xfrm>
            <a:off x="3238920" y="2048760"/>
            <a:ext cx="4513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5" name="TextBox 16"/>
          <p:cNvSpPr/>
          <p:nvPr/>
        </p:nvSpPr>
        <p:spPr>
          <a:xfrm>
            <a:off x="3238920" y="3559680"/>
            <a:ext cx="4513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6" name="TextBox 17"/>
          <p:cNvSpPr/>
          <p:nvPr/>
        </p:nvSpPr>
        <p:spPr>
          <a:xfrm>
            <a:off x="3238920" y="5057280"/>
            <a:ext cx="4513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7" name="Rounded Rectangle 2"/>
          <p:cNvSpPr/>
          <p:nvPr/>
        </p:nvSpPr>
        <p:spPr>
          <a:xfrm>
            <a:off x="741600" y="1805400"/>
            <a:ext cx="8431200" cy="123732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b7d0d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88" name="Oval 3"/>
          <p:cNvSpPr/>
          <p:nvPr/>
        </p:nvSpPr>
        <p:spPr>
          <a:xfrm>
            <a:off x="869400" y="1887840"/>
            <a:ext cx="1072440" cy="107244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89" name="Rounded Rectangle 5"/>
          <p:cNvSpPr/>
          <p:nvPr/>
        </p:nvSpPr>
        <p:spPr>
          <a:xfrm>
            <a:off x="752400" y="3316320"/>
            <a:ext cx="8421120" cy="123732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90" name="Oval 6"/>
          <p:cNvSpPr/>
          <p:nvPr/>
        </p:nvSpPr>
        <p:spPr>
          <a:xfrm>
            <a:off x="869400" y="3398760"/>
            <a:ext cx="1072440" cy="1072440"/>
          </a:xfrm>
          <a:prstGeom prst="ellipse">
            <a:avLst/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91" name="Rounded Rectangle 7"/>
          <p:cNvSpPr/>
          <p:nvPr/>
        </p:nvSpPr>
        <p:spPr>
          <a:xfrm>
            <a:off x="752400" y="4813920"/>
            <a:ext cx="8421120" cy="123732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b7d0d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92" name="Oval 8"/>
          <p:cNvSpPr/>
          <p:nvPr/>
        </p:nvSpPr>
        <p:spPr>
          <a:xfrm>
            <a:off x="869400" y="4896360"/>
            <a:ext cx="1072440" cy="107244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93" name="TextBox 27"/>
          <p:cNvSpPr/>
          <p:nvPr/>
        </p:nvSpPr>
        <p:spPr>
          <a:xfrm>
            <a:off x="8257680" y="2197080"/>
            <a:ext cx="6487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60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94" name="TextBox 28"/>
          <p:cNvSpPr/>
          <p:nvPr/>
        </p:nvSpPr>
        <p:spPr>
          <a:xfrm>
            <a:off x="8257680" y="3707640"/>
            <a:ext cx="6487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80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95" name="TextBox 29"/>
          <p:cNvSpPr/>
          <p:nvPr/>
        </p:nvSpPr>
        <p:spPr>
          <a:xfrm>
            <a:off x="8257680" y="5205600"/>
            <a:ext cx="6487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50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596" name="그룹 30"/>
          <p:cNvGrpSpPr/>
          <p:nvPr/>
        </p:nvGrpSpPr>
        <p:grpSpPr>
          <a:xfrm>
            <a:off x="1032480" y="2173680"/>
            <a:ext cx="745920" cy="501120"/>
            <a:chOff x="1032480" y="2173680"/>
            <a:chExt cx="745920" cy="501120"/>
          </a:xfrm>
        </p:grpSpPr>
        <p:sp>
          <p:nvSpPr>
            <p:cNvPr id="597" name="Rectangle 332"/>
            <p:cNvSpPr/>
            <p:nvPr/>
          </p:nvSpPr>
          <p:spPr>
            <a:xfrm>
              <a:off x="1032480" y="2173680"/>
              <a:ext cx="745920" cy="5011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8" name="Oval 333"/>
            <p:cNvSpPr/>
            <p:nvPr/>
          </p:nvSpPr>
          <p:spPr>
            <a:xfrm>
              <a:off x="1253160" y="2271600"/>
              <a:ext cx="304920" cy="302760"/>
            </a:xfrm>
            <a:prstGeom prst="ellipse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599" name="그룹 33"/>
          <p:cNvGrpSpPr/>
          <p:nvPr/>
        </p:nvGrpSpPr>
        <p:grpSpPr>
          <a:xfrm>
            <a:off x="1067760" y="3708720"/>
            <a:ext cx="675720" cy="452520"/>
            <a:chOff x="1067760" y="3708720"/>
            <a:chExt cx="675720" cy="452520"/>
          </a:xfrm>
        </p:grpSpPr>
        <p:sp>
          <p:nvSpPr>
            <p:cNvPr id="600" name="Rectangle 317"/>
            <p:cNvSpPr/>
            <p:nvPr/>
          </p:nvSpPr>
          <p:spPr>
            <a:xfrm>
              <a:off x="1067760" y="3708720"/>
              <a:ext cx="675720" cy="452520"/>
            </a:xfrm>
            <a:prstGeom prst="rect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1" name="Rectangle 318"/>
            <p:cNvSpPr/>
            <p:nvPr/>
          </p:nvSpPr>
          <p:spPr>
            <a:xfrm>
              <a:off x="1067760" y="3708720"/>
              <a:ext cx="675720" cy="452520"/>
            </a:xfrm>
            <a:prstGeom prst="rect">
              <a:avLst/>
            </a:prstGeom>
            <a:solidFill>
              <a:srgbClr val="ed1c2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2" name="Freeform 319"/>
            <p:cNvSpPr/>
            <p:nvPr/>
          </p:nvSpPr>
          <p:spPr>
            <a:xfrm>
              <a:off x="1109520" y="3746160"/>
              <a:ext cx="133920" cy="127080"/>
            </a:xfrm>
            <a:custGeom>
              <a:avLst/>
              <a:gdLst>
                <a:gd name="textAreaLeft" fmla="*/ 0 w 133920"/>
                <a:gd name="textAreaRight" fmla="*/ 135000 w 133920"/>
                <a:gd name="textAreaTop" fmla="*/ 0 h 127080"/>
                <a:gd name="textAreaBottom" fmla="*/ 128160 h 127080"/>
              </a:gdLst>
              <a:ahLst/>
              <a:rect l="textAreaLeft" t="textAreaTop" r="textAreaRight" b="textAreaBottom"/>
              <a:pathLst>
                <a:path w="213" h="201">
                  <a:moveTo>
                    <a:pt x="106" y="154"/>
                  </a:moveTo>
                  <a:lnTo>
                    <a:pt x="173" y="201"/>
                  </a:lnTo>
                  <a:lnTo>
                    <a:pt x="148" y="125"/>
                  </a:lnTo>
                  <a:lnTo>
                    <a:pt x="213" y="76"/>
                  </a:lnTo>
                  <a:lnTo>
                    <a:pt x="131" y="76"/>
                  </a:lnTo>
                  <a:lnTo>
                    <a:pt x="106" y="0"/>
                  </a:lnTo>
                  <a:lnTo>
                    <a:pt x="81" y="76"/>
                  </a:lnTo>
                  <a:lnTo>
                    <a:pt x="0" y="76"/>
                  </a:lnTo>
                  <a:lnTo>
                    <a:pt x="66" y="125"/>
                  </a:lnTo>
                  <a:lnTo>
                    <a:pt x="41" y="201"/>
                  </a:lnTo>
                  <a:lnTo>
                    <a:pt x="106" y="154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3" name="Freeform 320"/>
            <p:cNvSpPr/>
            <p:nvPr/>
          </p:nvSpPr>
          <p:spPr>
            <a:xfrm>
              <a:off x="1269000" y="3722040"/>
              <a:ext cx="49680" cy="49680"/>
            </a:xfrm>
            <a:custGeom>
              <a:avLst/>
              <a:gdLst>
                <a:gd name="textAreaLeft" fmla="*/ 0 w 49680"/>
                <a:gd name="textAreaRight" fmla="*/ 50760 w 49680"/>
                <a:gd name="textAreaTop" fmla="*/ 0 h 49680"/>
                <a:gd name="textAreaBottom" fmla="*/ 50760 h 49680"/>
              </a:gdLst>
              <a:ahLst/>
              <a:rect l="textAreaLeft" t="textAreaTop" r="textAreaRight" b="textAreaBottom"/>
              <a:pathLst>
                <a:path w="79" h="82">
                  <a:moveTo>
                    <a:pt x="49" y="50"/>
                  </a:moveTo>
                  <a:lnTo>
                    <a:pt x="79" y="43"/>
                  </a:lnTo>
                  <a:lnTo>
                    <a:pt x="50" y="32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3"/>
                  </a:lnTo>
                  <a:lnTo>
                    <a:pt x="20" y="39"/>
                  </a:lnTo>
                  <a:lnTo>
                    <a:pt x="0" y="63"/>
                  </a:lnTo>
                  <a:lnTo>
                    <a:pt x="30" y="55"/>
                  </a:lnTo>
                  <a:lnTo>
                    <a:pt x="48" y="82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4" name="Freeform 321"/>
            <p:cNvSpPr/>
            <p:nvPr/>
          </p:nvSpPr>
          <p:spPr>
            <a:xfrm>
              <a:off x="1269000" y="3885840"/>
              <a:ext cx="49680" cy="49680"/>
            </a:xfrm>
            <a:custGeom>
              <a:avLst/>
              <a:gdLst>
                <a:gd name="textAreaLeft" fmla="*/ 0 w 49680"/>
                <a:gd name="textAreaRight" fmla="*/ 50760 w 49680"/>
                <a:gd name="textAreaTop" fmla="*/ 0 h 49680"/>
                <a:gd name="textAreaBottom" fmla="*/ 50760 h 49680"/>
              </a:gdLst>
              <a:ahLst/>
              <a:rect l="textAreaLeft" t="textAreaTop" r="textAreaRight" b="textAreaBottom"/>
              <a:pathLst>
                <a:path w="79" h="81">
                  <a:moveTo>
                    <a:pt x="49" y="50"/>
                  </a:moveTo>
                  <a:lnTo>
                    <a:pt x="79" y="42"/>
                  </a:lnTo>
                  <a:lnTo>
                    <a:pt x="50" y="31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2"/>
                  </a:lnTo>
                  <a:lnTo>
                    <a:pt x="20" y="39"/>
                  </a:lnTo>
                  <a:lnTo>
                    <a:pt x="0" y="62"/>
                  </a:lnTo>
                  <a:lnTo>
                    <a:pt x="30" y="55"/>
                  </a:lnTo>
                  <a:lnTo>
                    <a:pt x="48" y="81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5" name="Freeform 322"/>
            <p:cNvSpPr/>
            <p:nvPr/>
          </p:nvSpPr>
          <p:spPr>
            <a:xfrm>
              <a:off x="1313280" y="3770640"/>
              <a:ext cx="49680" cy="49680"/>
            </a:xfrm>
            <a:custGeom>
              <a:avLst/>
              <a:gdLst>
                <a:gd name="textAreaLeft" fmla="*/ 0 w 49680"/>
                <a:gd name="textAreaRight" fmla="*/ 50760 w 49680"/>
                <a:gd name="textAreaTop" fmla="*/ 0 h 49680"/>
                <a:gd name="textAreaBottom" fmla="*/ 50760 h 49680"/>
              </a:gdLst>
              <a:ahLst/>
              <a:rect l="textAreaLeft" t="textAreaTop" r="textAreaRight" b="textAreaBottom"/>
              <a:pathLst>
                <a:path w="80" h="80">
                  <a:moveTo>
                    <a:pt x="50" y="52"/>
                  </a:moveTo>
                  <a:lnTo>
                    <a:pt x="80" y="59"/>
                  </a:lnTo>
                  <a:lnTo>
                    <a:pt x="59" y="36"/>
                  </a:lnTo>
                  <a:lnTo>
                    <a:pt x="73" y="9"/>
                  </a:lnTo>
                  <a:lnTo>
                    <a:pt x="45" y="22"/>
                  </a:lnTo>
                  <a:lnTo>
                    <a:pt x="24" y="0"/>
                  </a:lnTo>
                  <a:lnTo>
                    <a:pt x="28" y="31"/>
                  </a:lnTo>
                  <a:lnTo>
                    <a:pt x="0" y="45"/>
                  </a:lnTo>
                  <a:lnTo>
                    <a:pt x="32" y="50"/>
                  </a:lnTo>
                  <a:lnTo>
                    <a:pt x="35" y="80"/>
                  </a:lnTo>
                  <a:lnTo>
                    <a:pt x="50" y="52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6" name="Freeform 323"/>
            <p:cNvSpPr/>
            <p:nvPr/>
          </p:nvSpPr>
          <p:spPr>
            <a:xfrm>
              <a:off x="1313280" y="3839400"/>
              <a:ext cx="49680" cy="47520"/>
            </a:xfrm>
            <a:custGeom>
              <a:avLst/>
              <a:gdLst>
                <a:gd name="textAreaLeft" fmla="*/ 0 w 49680"/>
                <a:gd name="textAreaRight" fmla="*/ 50760 w 49680"/>
                <a:gd name="textAreaTop" fmla="*/ 0 h 47520"/>
                <a:gd name="textAreaBottom" fmla="*/ 48600 h 47520"/>
              </a:gdLst>
              <a:ahLst/>
              <a:rect l="textAreaLeft" t="textAreaTop" r="textAreaRight" b="textAreaBottom"/>
              <a:pathLst>
                <a:path w="81" h="77">
                  <a:moveTo>
                    <a:pt x="41" y="59"/>
                  </a:moveTo>
                  <a:lnTo>
                    <a:pt x="68" y="76"/>
                  </a:lnTo>
                  <a:lnTo>
                    <a:pt x="56" y="47"/>
                  </a:lnTo>
                  <a:lnTo>
                    <a:pt x="81" y="27"/>
                  </a:lnTo>
                  <a:lnTo>
                    <a:pt x="50" y="29"/>
                  </a:lnTo>
                  <a:lnTo>
                    <a:pt x="40" y="0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25" y="47"/>
                  </a:lnTo>
                  <a:lnTo>
                    <a:pt x="18" y="77"/>
                  </a:lnTo>
                  <a:lnTo>
                    <a:pt x="41" y="59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4120" bIns="24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607" name="그룹 41"/>
          <p:cNvGrpSpPr/>
          <p:nvPr/>
        </p:nvGrpSpPr>
        <p:grpSpPr>
          <a:xfrm>
            <a:off x="1050120" y="5202000"/>
            <a:ext cx="711000" cy="460440"/>
            <a:chOff x="1050120" y="5202000"/>
            <a:chExt cx="711000" cy="460440"/>
          </a:xfrm>
        </p:grpSpPr>
        <p:sp>
          <p:nvSpPr>
            <p:cNvPr id="608" name="Rectangle 296"/>
            <p:cNvSpPr/>
            <p:nvPr/>
          </p:nvSpPr>
          <p:spPr>
            <a:xfrm>
              <a:off x="1050120" y="5202000"/>
              <a:ext cx="711000" cy="4604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9" name="Freeform 297"/>
            <p:cNvSpPr/>
            <p:nvPr/>
          </p:nvSpPr>
          <p:spPr>
            <a:xfrm>
              <a:off x="1271880" y="5301360"/>
              <a:ext cx="267480" cy="260280"/>
            </a:xfrm>
            <a:custGeom>
              <a:avLst/>
              <a:gdLst>
                <a:gd name="textAreaLeft" fmla="*/ 0 w 267480"/>
                <a:gd name="textAreaRight" fmla="*/ 268560 w 267480"/>
                <a:gd name="textAreaTop" fmla="*/ 0 h 260280"/>
                <a:gd name="textAreaBottom" fmla="*/ 261360 h 260280"/>
              </a:gdLst>
              <a:ahLst/>
              <a:rect l="textAreaLeft" t="textAreaTop" r="textAreaRight" b="textAreaBottom"/>
              <a:pathLst>
                <a:path w="402" h="402">
                  <a:moveTo>
                    <a:pt x="295" y="52"/>
                  </a:moveTo>
                  <a:cubicBezTo>
                    <a:pt x="378" y="104"/>
                    <a:pt x="402" y="213"/>
                    <a:pt x="350" y="295"/>
                  </a:cubicBezTo>
                  <a:cubicBezTo>
                    <a:pt x="298" y="377"/>
                    <a:pt x="190" y="402"/>
                    <a:pt x="107" y="350"/>
                  </a:cubicBezTo>
                  <a:cubicBezTo>
                    <a:pt x="25" y="298"/>
                    <a:pt x="0" y="190"/>
                    <a:pt x="52" y="107"/>
                  </a:cubicBezTo>
                  <a:cubicBezTo>
                    <a:pt x="104" y="25"/>
                    <a:pt x="213" y="0"/>
                    <a:pt x="295" y="52"/>
                  </a:cubicBezTo>
                  <a:close/>
                </a:path>
              </a:pathLst>
            </a:cu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0" name="Freeform 298"/>
            <p:cNvSpPr/>
            <p:nvPr/>
          </p:nvSpPr>
          <p:spPr>
            <a:xfrm>
              <a:off x="1271880" y="5371200"/>
              <a:ext cx="250920" cy="190440"/>
            </a:xfrm>
            <a:custGeom>
              <a:avLst/>
              <a:gdLst>
                <a:gd name="textAreaLeft" fmla="*/ 0 w 250920"/>
                <a:gd name="textAreaRight" fmla="*/ 252000 w 250920"/>
                <a:gd name="textAreaTop" fmla="*/ 0 h 190440"/>
                <a:gd name="textAreaBottom" fmla="*/ 191520 h 190440"/>
              </a:gdLst>
              <a:ahLst/>
              <a:rect l="textAreaLeft" t="textAreaTop" r="textAreaRight" b="textAreaBottom"/>
              <a:pathLst>
                <a:path w="376" h="295">
                  <a:moveTo>
                    <a:pt x="350" y="188"/>
                  </a:moveTo>
                  <a:cubicBezTo>
                    <a:pt x="298" y="270"/>
                    <a:pt x="190" y="295"/>
                    <a:pt x="107" y="243"/>
                  </a:cubicBezTo>
                  <a:cubicBezTo>
                    <a:pt x="25" y="191"/>
                    <a:pt x="0" y="83"/>
                    <a:pt x="52" y="0"/>
                  </a:cubicBezTo>
                  <a:cubicBezTo>
                    <a:pt x="26" y="42"/>
                    <a:pt x="38" y="95"/>
                    <a:pt x="79" y="122"/>
                  </a:cubicBezTo>
                  <a:cubicBezTo>
                    <a:pt x="121" y="148"/>
                    <a:pt x="174" y="135"/>
                    <a:pt x="201" y="94"/>
                  </a:cubicBezTo>
                  <a:cubicBezTo>
                    <a:pt x="227" y="53"/>
                    <a:pt x="281" y="40"/>
                    <a:pt x="322" y="67"/>
                  </a:cubicBezTo>
                  <a:cubicBezTo>
                    <a:pt x="363" y="92"/>
                    <a:pt x="376" y="147"/>
                    <a:pt x="350" y="188"/>
                  </a:cubicBezTo>
                  <a:close/>
                </a:path>
              </a:pathLst>
            </a:custGeom>
            <a:solidFill>
              <a:srgbClr val="0072b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1" name="Freeform 299"/>
            <p:cNvSpPr/>
            <p:nvPr/>
          </p:nvSpPr>
          <p:spPr>
            <a:xfrm>
              <a:off x="1545120" y="5260680"/>
              <a:ext cx="80640" cy="106920"/>
            </a:xfrm>
            <a:custGeom>
              <a:avLst/>
              <a:gdLst>
                <a:gd name="textAreaLeft" fmla="*/ 0 w 80640"/>
                <a:gd name="textAreaRight" fmla="*/ 81720 w 80640"/>
                <a:gd name="textAreaTop" fmla="*/ 0 h 106920"/>
                <a:gd name="textAreaBottom" fmla="*/ 108000 h 10692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2" name="Freeform 300"/>
            <p:cNvSpPr/>
            <p:nvPr/>
          </p:nvSpPr>
          <p:spPr>
            <a:xfrm>
              <a:off x="1517040" y="527868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3" name="Freeform 301"/>
            <p:cNvSpPr/>
            <p:nvPr/>
          </p:nvSpPr>
          <p:spPr>
            <a:xfrm>
              <a:off x="1556640" y="533268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5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4" name="Freeform 302"/>
            <p:cNvSpPr/>
            <p:nvPr/>
          </p:nvSpPr>
          <p:spPr>
            <a:xfrm>
              <a:off x="1570680" y="524268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19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5" name="Freeform 303"/>
            <p:cNvSpPr/>
            <p:nvPr/>
          </p:nvSpPr>
          <p:spPr>
            <a:xfrm>
              <a:off x="1610280" y="529884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6" name="Freeform 304"/>
            <p:cNvSpPr/>
            <p:nvPr/>
          </p:nvSpPr>
          <p:spPr>
            <a:xfrm>
              <a:off x="1204200" y="5479200"/>
              <a:ext cx="80640" cy="106920"/>
            </a:xfrm>
            <a:custGeom>
              <a:avLst/>
              <a:gdLst>
                <a:gd name="textAreaLeft" fmla="*/ 0 w 80640"/>
                <a:gd name="textAreaRight" fmla="*/ 81720 w 80640"/>
                <a:gd name="textAreaTop" fmla="*/ 0 h 106920"/>
                <a:gd name="textAreaBottom" fmla="*/ 108000 h 10692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7" name="Freeform 305"/>
            <p:cNvSpPr/>
            <p:nvPr/>
          </p:nvSpPr>
          <p:spPr>
            <a:xfrm>
              <a:off x="1176120" y="549720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5" h="80">
                  <a:moveTo>
                    <a:pt x="0" y="13"/>
                  </a:moveTo>
                  <a:lnTo>
                    <a:pt x="20" y="0"/>
                  </a:lnTo>
                  <a:lnTo>
                    <a:pt x="65" y="67"/>
                  </a:lnTo>
                  <a:lnTo>
                    <a:pt x="45" y="8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8" name="Freeform 306"/>
            <p:cNvSpPr/>
            <p:nvPr/>
          </p:nvSpPr>
          <p:spPr>
            <a:xfrm>
              <a:off x="1215720" y="5553360"/>
              <a:ext cx="41040" cy="48600"/>
            </a:xfrm>
            <a:custGeom>
              <a:avLst/>
              <a:gdLst>
                <a:gd name="textAreaLeft" fmla="*/ 0 w 41040"/>
                <a:gd name="textAreaRight" fmla="*/ 42120 w 41040"/>
                <a:gd name="textAreaTop" fmla="*/ 0 h 48600"/>
                <a:gd name="textAreaBottom" fmla="*/ 49680 h 48600"/>
              </a:gdLst>
              <a:ahLst/>
              <a:rect l="textAreaLeft" t="textAreaTop" r="textAreaRight" b="textAreaBottom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4840" bIns="2484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19" name="Freeform 307"/>
            <p:cNvSpPr/>
            <p:nvPr/>
          </p:nvSpPr>
          <p:spPr>
            <a:xfrm>
              <a:off x="1148040" y="5513040"/>
              <a:ext cx="82800" cy="106920"/>
            </a:xfrm>
            <a:custGeom>
              <a:avLst/>
              <a:gdLst>
                <a:gd name="textAreaLeft" fmla="*/ 0 w 82800"/>
                <a:gd name="textAreaRight" fmla="*/ 83880 w 82800"/>
                <a:gd name="textAreaTop" fmla="*/ 0 h 106920"/>
                <a:gd name="textAreaBottom" fmla="*/ 108000 h 10692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4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20" name="Freeform 308"/>
            <p:cNvSpPr/>
            <p:nvPr/>
          </p:nvSpPr>
          <p:spPr>
            <a:xfrm>
              <a:off x="1204200" y="5278680"/>
              <a:ext cx="80640" cy="104760"/>
            </a:xfrm>
            <a:custGeom>
              <a:avLst/>
              <a:gdLst>
                <a:gd name="textAreaLeft" fmla="*/ 0 w 80640"/>
                <a:gd name="textAreaRight" fmla="*/ 81720 w 80640"/>
                <a:gd name="textAreaTop" fmla="*/ 0 h 104760"/>
                <a:gd name="textAreaBottom" fmla="*/ 105840 h 104760"/>
              </a:gdLst>
              <a:ahLst/>
              <a:rect l="textAreaLeft" t="textAreaTop" r="textAreaRight" b="textAreaBottom"/>
              <a:pathLst>
                <a:path w="123" h="166">
                  <a:moveTo>
                    <a:pt x="0" y="153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19" y="166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21" name="Freeform 309"/>
            <p:cNvSpPr/>
            <p:nvPr/>
          </p:nvSpPr>
          <p:spPr>
            <a:xfrm>
              <a:off x="1176120" y="5258520"/>
              <a:ext cx="80640" cy="106920"/>
            </a:xfrm>
            <a:custGeom>
              <a:avLst/>
              <a:gdLst>
                <a:gd name="textAreaLeft" fmla="*/ 0 w 80640"/>
                <a:gd name="textAreaRight" fmla="*/ 81720 w 80640"/>
                <a:gd name="textAreaTop" fmla="*/ 0 h 106920"/>
                <a:gd name="textAreaBottom" fmla="*/ 108000 h 10692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54"/>
                  </a:moveTo>
                  <a:lnTo>
                    <a:pt x="104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22" name="Freeform 310"/>
            <p:cNvSpPr/>
            <p:nvPr/>
          </p:nvSpPr>
          <p:spPr>
            <a:xfrm>
              <a:off x="1150560" y="5242680"/>
              <a:ext cx="80640" cy="106920"/>
            </a:xfrm>
            <a:custGeom>
              <a:avLst/>
              <a:gdLst>
                <a:gd name="textAreaLeft" fmla="*/ 0 w 80640"/>
                <a:gd name="textAreaRight" fmla="*/ 81720 w 80640"/>
                <a:gd name="textAreaTop" fmla="*/ 0 h 106920"/>
                <a:gd name="textAreaBottom" fmla="*/ 108000 h 10692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54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23" name="Freeform 311"/>
            <p:cNvSpPr/>
            <p:nvPr/>
          </p:nvSpPr>
          <p:spPr>
            <a:xfrm>
              <a:off x="1556640" y="547920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4" h="79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24" name="Freeform 312"/>
            <p:cNvSpPr/>
            <p:nvPr/>
          </p:nvSpPr>
          <p:spPr>
            <a:xfrm>
              <a:off x="1517040" y="553536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4" h="80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25" name="Freeform 313"/>
            <p:cNvSpPr/>
            <p:nvPr/>
          </p:nvSpPr>
          <p:spPr>
            <a:xfrm>
              <a:off x="1582200" y="549504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26" name="Freeform 314"/>
            <p:cNvSpPr/>
            <p:nvPr/>
          </p:nvSpPr>
          <p:spPr>
            <a:xfrm>
              <a:off x="1545120" y="5551200"/>
              <a:ext cx="41040" cy="50760"/>
            </a:xfrm>
            <a:custGeom>
              <a:avLst/>
              <a:gdLst>
                <a:gd name="textAreaLeft" fmla="*/ 0 w 41040"/>
                <a:gd name="textAreaRight" fmla="*/ 42120 w 4104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4" h="79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27" name="Freeform 315"/>
            <p:cNvSpPr/>
            <p:nvPr/>
          </p:nvSpPr>
          <p:spPr>
            <a:xfrm>
              <a:off x="1608120" y="551304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28" name="Freeform 316"/>
            <p:cNvSpPr/>
            <p:nvPr/>
          </p:nvSpPr>
          <p:spPr>
            <a:xfrm>
              <a:off x="1570680" y="5569200"/>
              <a:ext cx="43200" cy="50760"/>
            </a:xfrm>
            <a:custGeom>
              <a:avLst/>
              <a:gdLst>
                <a:gd name="textAreaLeft" fmla="*/ 0 w 43200"/>
                <a:gd name="textAreaRight" fmla="*/ 44280 w 43200"/>
                <a:gd name="textAreaTop" fmla="*/ 0 h 50760"/>
                <a:gd name="textAreaBottom" fmla="*/ 51840 h 50760"/>
              </a:gdLst>
              <a:ahLst/>
              <a:rect l="textAreaLeft" t="textAreaTop" r="textAreaRight" b="textAreaBottom"/>
              <a:pathLst>
                <a:path w="64" h="80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3" name="PlaceHolder 5"/>
          <p:cNvSpPr>
            <a:spLocks noGrp="1"/>
          </p:cNvSpPr>
          <p:nvPr>
            <p:ph type="sldNum" idx="5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9627F6-03C3-4665-AB40-99948DDE7C9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34" name="PlaceHolder 6"/>
          <p:cNvSpPr>
            <a:spLocks noGrp="1"/>
          </p:cNvSpPr>
          <p:nvPr>
            <p:ph type="ftr" idx="6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635" name="그룹 6"/>
          <p:cNvGrpSpPr/>
          <p:nvPr/>
        </p:nvGrpSpPr>
        <p:grpSpPr>
          <a:xfrm>
            <a:off x="829440" y="2149200"/>
            <a:ext cx="8263080" cy="1962720"/>
            <a:chOff x="829440" y="2149200"/>
            <a:chExt cx="8263080" cy="1962720"/>
          </a:xfrm>
        </p:grpSpPr>
        <p:sp>
          <p:nvSpPr>
            <p:cNvPr id="636" name="Rectangle 3"/>
            <p:cNvSpPr/>
            <p:nvPr/>
          </p:nvSpPr>
          <p:spPr>
            <a:xfrm>
              <a:off x="829440" y="2149200"/>
              <a:ext cx="2064960" cy="19627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37" name="Rectangle 19"/>
            <p:cNvSpPr/>
            <p:nvPr/>
          </p:nvSpPr>
          <p:spPr>
            <a:xfrm>
              <a:off x="2895480" y="2149200"/>
              <a:ext cx="2064960" cy="196272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38" name="Rectangle 20"/>
            <p:cNvSpPr/>
            <p:nvPr/>
          </p:nvSpPr>
          <p:spPr>
            <a:xfrm>
              <a:off x="4961520" y="2149200"/>
              <a:ext cx="2064960" cy="1962720"/>
            </a:xfrm>
            <a:prstGeom prst="rect">
              <a:avLst/>
            </a:pr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39" name="Rectangle 21"/>
            <p:cNvSpPr/>
            <p:nvPr/>
          </p:nvSpPr>
          <p:spPr>
            <a:xfrm>
              <a:off x="7027560" y="2149200"/>
              <a:ext cx="2064960" cy="1962720"/>
            </a:xfrm>
            <a:prstGeom prst="rect">
              <a:avLst/>
            </a:prstGeom>
            <a:solidFill>
              <a:srgbClr val="73737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640" name="Group 28"/>
          <p:cNvGrpSpPr/>
          <p:nvPr/>
        </p:nvGrpSpPr>
        <p:grpSpPr>
          <a:xfrm>
            <a:off x="1111320" y="2931120"/>
            <a:ext cx="1520280" cy="553320"/>
            <a:chOff x="1111320" y="2931120"/>
            <a:chExt cx="1520280" cy="553320"/>
          </a:xfrm>
        </p:grpSpPr>
        <p:sp>
          <p:nvSpPr>
            <p:cNvPr id="641" name="TextBox 12"/>
            <p:cNvSpPr/>
            <p:nvPr/>
          </p:nvSpPr>
          <p:spPr>
            <a:xfrm>
              <a:off x="1111320" y="2931120"/>
              <a:ext cx="15202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42" name="TextBox 13"/>
            <p:cNvSpPr/>
            <p:nvPr/>
          </p:nvSpPr>
          <p:spPr>
            <a:xfrm>
              <a:off x="1111320" y="3193560"/>
              <a:ext cx="1520280" cy="29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{{</a:t>
              </a:r>
              <a:r>
                <a:rPr b="0" lang="ko-KR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본문</a:t>
              </a:r>
              <a:r>
                <a:rPr b="0" lang="en-US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}}</a:t>
              </a:r>
              <a:endParaRPr b="0" lang="en-US" sz="11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643" name="Group 31"/>
          <p:cNvGrpSpPr/>
          <p:nvPr/>
        </p:nvGrpSpPr>
        <p:grpSpPr>
          <a:xfrm>
            <a:off x="3177360" y="2931120"/>
            <a:ext cx="1520280" cy="553320"/>
            <a:chOff x="3177360" y="2931120"/>
            <a:chExt cx="1520280" cy="553320"/>
          </a:xfrm>
        </p:grpSpPr>
        <p:sp>
          <p:nvSpPr>
            <p:cNvPr id="644" name="TextBox 15"/>
            <p:cNvSpPr/>
            <p:nvPr/>
          </p:nvSpPr>
          <p:spPr>
            <a:xfrm>
              <a:off x="3177360" y="2931120"/>
              <a:ext cx="15202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45" name="TextBox 16"/>
            <p:cNvSpPr/>
            <p:nvPr/>
          </p:nvSpPr>
          <p:spPr>
            <a:xfrm>
              <a:off x="3177360" y="3193560"/>
              <a:ext cx="1520280" cy="29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{{</a:t>
              </a:r>
              <a:r>
                <a:rPr b="0" lang="ko-KR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본문</a:t>
              </a:r>
              <a:r>
                <a:rPr b="0" lang="en-US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}}</a:t>
              </a:r>
              <a:endParaRPr b="0" lang="en-US" sz="11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646" name="Group 34"/>
          <p:cNvGrpSpPr/>
          <p:nvPr/>
        </p:nvGrpSpPr>
        <p:grpSpPr>
          <a:xfrm>
            <a:off x="5244120" y="2931120"/>
            <a:ext cx="1520280" cy="553320"/>
            <a:chOff x="5244120" y="2931120"/>
            <a:chExt cx="1520280" cy="553320"/>
          </a:xfrm>
        </p:grpSpPr>
        <p:sp>
          <p:nvSpPr>
            <p:cNvPr id="647" name="TextBox 18"/>
            <p:cNvSpPr/>
            <p:nvPr/>
          </p:nvSpPr>
          <p:spPr>
            <a:xfrm>
              <a:off x="5244120" y="2931120"/>
              <a:ext cx="15202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48" name="TextBox 19"/>
            <p:cNvSpPr/>
            <p:nvPr/>
          </p:nvSpPr>
          <p:spPr>
            <a:xfrm>
              <a:off x="5244120" y="3193560"/>
              <a:ext cx="1520280" cy="29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{{</a:t>
              </a:r>
              <a:r>
                <a:rPr b="0" lang="ko-KR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본문</a:t>
              </a:r>
              <a:r>
                <a:rPr b="0" lang="en-US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}}</a:t>
              </a:r>
              <a:r>
                <a:rPr b="0" lang="en-US" sz="11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 </a:t>
              </a:r>
              <a:endParaRPr b="0" lang="en-US" sz="11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649" name="Group 37"/>
          <p:cNvGrpSpPr/>
          <p:nvPr/>
        </p:nvGrpSpPr>
        <p:grpSpPr>
          <a:xfrm>
            <a:off x="7310160" y="2931120"/>
            <a:ext cx="1520280" cy="553320"/>
            <a:chOff x="7310160" y="2931120"/>
            <a:chExt cx="1520280" cy="553320"/>
          </a:xfrm>
        </p:grpSpPr>
        <p:sp>
          <p:nvSpPr>
            <p:cNvPr id="650" name="TextBox 21"/>
            <p:cNvSpPr/>
            <p:nvPr/>
          </p:nvSpPr>
          <p:spPr>
            <a:xfrm>
              <a:off x="7310160" y="2931120"/>
              <a:ext cx="15202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51" name="TextBox 22"/>
            <p:cNvSpPr/>
            <p:nvPr/>
          </p:nvSpPr>
          <p:spPr>
            <a:xfrm>
              <a:off x="7310160" y="3193560"/>
              <a:ext cx="1520280" cy="29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{</a:t>
              </a:r>
              <a:r>
                <a:rPr b="0" lang="ko-KR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본문</a:t>
              </a:r>
              <a:r>
                <a:rPr b="0" lang="en-US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}}</a:t>
              </a:r>
              <a:endParaRPr b="0" lang="en-US" sz="11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652" name="TextBox 23"/>
          <p:cNvSpPr/>
          <p:nvPr/>
        </p:nvSpPr>
        <p:spPr>
          <a:xfrm>
            <a:off x="2910240" y="4292280"/>
            <a:ext cx="12992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21" strike="noStrike">
                <a:solidFill>
                  <a:schemeClr val="accent2">
                    <a:lumMod val="60000"/>
                    <a:lumOff val="40000"/>
                  </a:schemeClr>
                </a:solidFill>
                <a:latin typeface="본고딕 Bold"/>
                <a:ea typeface="본고딕 Bold"/>
              </a:rPr>
              <a:t>40</a:t>
            </a:r>
            <a:r>
              <a:rPr b="0" lang="en-US" sz="2000" spc="-1" strike="noStrike">
                <a:solidFill>
                  <a:schemeClr val="accent2">
                    <a:lumMod val="60000"/>
                    <a:lumOff val="40000"/>
                  </a:schemeClr>
                </a:solidFill>
                <a:latin typeface="본고딕 Bold"/>
                <a:ea typeface="본고딕 Bold"/>
              </a:rPr>
              <a:t>%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3" name="TextBox 24"/>
          <p:cNvSpPr/>
          <p:nvPr/>
        </p:nvSpPr>
        <p:spPr>
          <a:xfrm>
            <a:off x="5771160" y="4292280"/>
            <a:ext cx="12992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21" strike="noStrike">
                <a:solidFill>
                  <a:schemeClr val="accent1"/>
                </a:solidFill>
                <a:latin typeface="본고딕 Bold"/>
                <a:ea typeface="본고딕 Bold"/>
              </a:rPr>
              <a:t>60</a:t>
            </a:r>
            <a:r>
              <a:rPr b="0" lang="en-US" sz="2000" spc="-21" strike="noStrike">
                <a:solidFill>
                  <a:schemeClr val="accent1"/>
                </a:solidFill>
                <a:latin typeface="본고딕 Bold"/>
                <a:ea typeface="본고딕 Bold"/>
              </a:rPr>
              <a:t>%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4" name="Down Arrow 4"/>
          <p:cNvSpPr/>
          <p:nvPr/>
        </p:nvSpPr>
        <p:spPr>
          <a:xfrm>
            <a:off x="4075920" y="4292280"/>
            <a:ext cx="528840" cy="653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655" name="Down Arrow 45"/>
          <p:cNvSpPr/>
          <p:nvPr/>
        </p:nvSpPr>
        <p:spPr>
          <a:xfrm rot="10800000">
            <a:off x="5327280" y="4293720"/>
            <a:ext cx="528840" cy="653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656" name="Group 46"/>
          <p:cNvGrpSpPr/>
          <p:nvPr/>
        </p:nvGrpSpPr>
        <p:grpSpPr>
          <a:xfrm>
            <a:off x="907920" y="4266360"/>
            <a:ext cx="1927440" cy="775440"/>
            <a:chOff x="907920" y="4266360"/>
            <a:chExt cx="1927440" cy="775440"/>
          </a:xfrm>
        </p:grpSpPr>
        <p:sp>
          <p:nvSpPr>
            <p:cNvPr id="657" name="TextBox 28"/>
            <p:cNvSpPr/>
            <p:nvPr/>
          </p:nvSpPr>
          <p:spPr>
            <a:xfrm>
              <a:off x="907920" y="4266360"/>
              <a:ext cx="1927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58" name="TextBox 29"/>
            <p:cNvSpPr/>
            <p:nvPr/>
          </p:nvSpPr>
          <p:spPr>
            <a:xfrm>
              <a:off x="907920" y="4513680"/>
              <a:ext cx="19274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659" name="Rectangle 52"/>
          <p:cNvSpPr/>
          <p:nvPr/>
        </p:nvSpPr>
        <p:spPr>
          <a:xfrm>
            <a:off x="829440" y="5118480"/>
            <a:ext cx="3766320" cy="1073880"/>
          </a:xfrm>
          <a:prstGeom prst="rect">
            <a:avLst/>
          </a:prstGeom>
          <a:noFill/>
          <a:ln w="12700">
            <a:solidFill>
              <a:srgbClr val="4b6580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chemeClr val="dk1"/>
              </a:solidFill>
              <a:latin typeface="본고딕 Normal"/>
              <a:ea typeface="본고딕 Normal"/>
            </a:endParaRPr>
          </a:p>
        </p:txBody>
      </p:sp>
      <p:grpSp>
        <p:nvGrpSpPr>
          <p:cNvPr id="660" name="Group 53"/>
          <p:cNvGrpSpPr/>
          <p:nvPr/>
        </p:nvGrpSpPr>
        <p:grpSpPr>
          <a:xfrm>
            <a:off x="833760" y="5317920"/>
            <a:ext cx="3757320" cy="742320"/>
            <a:chOff x="833760" y="5317920"/>
            <a:chExt cx="3757320" cy="742320"/>
          </a:xfrm>
        </p:grpSpPr>
        <p:sp>
          <p:nvSpPr>
            <p:cNvPr id="661" name="TextBox 35"/>
            <p:cNvSpPr/>
            <p:nvPr/>
          </p:nvSpPr>
          <p:spPr>
            <a:xfrm>
              <a:off x="833760" y="5532120"/>
              <a:ext cx="37573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62" name="TextBox 36"/>
            <p:cNvSpPr/>
            <p:nvPr/>
          </p:nvSpPr>
          <p:spPr>
            <a:xfrm>
              <a:off x="833760" y="5317920"/>
              <a:ext cx="37573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663" name="Rectangle 52"/>
          <p:cNvSpPr/>
          <p:nvPr/>
        </p:nvSpPr>
        <p:spPr>
          <a:xfrm>
            <a:off x="5326200" y="5118480"/>
            <a:ext cx="3766320" cy="1073880"/>
          </a:xfrm>
          <a:prstGeom prst="rect">
            <a:avLst/>
          </a:prstGeom>
          <a:noFill/>
          <a:ln w="9525">
            <a:solidFill>
              <a:srgbClr val="262626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chemeClr val="dk1"/>
              </a:solidFill>
              <a:latin typeface="본고딕 Normal"/>
              <a:ea typeface="본고딕 Normal"/>
            </a:endParaRPr>
          </a:p>
        </p:txBody>
      </p:sp>
      <p:grpSp>
        <p:nvGrpSpPr>
          <p:cNvPr id="664" name="Group 53"/>
          <p:cNvGrpSpPr/>
          <p:nvPr/>
        </p:nvGrpSpPr>
        <p:grpSpPr>
          <a:xfrm>
            <a:off x="5330520" y="5317920"/>
            <a:ext cx="3757320" cy="742320"/>
            <a:chOff x="5330520" y="5317920"/>
            <a:chExt cx="3757320" cy="742320"/>
          </a:xfrm>
        </p:grpSpPr>
        <p:sp>
          <p:nvSpPr>
            <p:cNvPr id="665" name="TextBox 43"/>
            <p:cNvSpPr/>
            <p:nvPr/>
          </p:nvSpPr>
          <p:spPr>
            <a:xfrm>
              <a:off x="5330520" y="5532120"/>
              <a:ext cx="37573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66" name="TextBox 44"/>
            <p:cNvSpPr/>
            <p:nvPr/>
          </p:nvSpPr>
          <p:spPr>
            <a:xfrm>
              <a:off x="5330520" y="5317920"/>
              <a:ext cx="37573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667" name="Group 46"/>
          <p:cNvGrpSpPr/>
          <p:nvPr/>
        </p:nvGrpSpPr>
        <p:grpSpPr>
          <a:xfrm>
            <a:off x="7093440" y="4266360"/>
            <a:ext cx="1927440" cy="775440"/>
            <a:chOff x="7093440" y="4266360"/>
            <a:chExt cx="1927440" cy="775440"/>
          </a:xfrm>
        </p:grpSpPr>
        <p:sp>
          <p:nvSpPr>
            <p:cNvPr id="668" name="TextBox 47"/>
            <p:cNvSpPr/>
            <p:nvPr/>
          </p:nvSpPr>
          <p:spPr>
            <a:xfrm>
              <a:off x="7093440" y="4266360"/>
              <a:ext cx="1927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69" name="TextBox 48"/>
            <p:cNvSpPr/>
            <p:nvPr/>
          </p:nvSpPr>
          <p:spPr>
            <a:xfrm>
              <a:off x="7093440" y="4513680"/>
              <a:ext cx="192744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4" name="PlaceHolder 5"/>
          <p:cNvSpPr>
            <a:spLocks noGrp="1"/>
          </p:cNvSpPr>
          <p:nvPr>
            <p:ph type="sldNum" idx="6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501ED13-29D1-4CF7-8FF2-4E27808641C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75" name="PlaceHolder 6"/>
          <p:cNvSpPr>
            <a:spLocks noGrp="1"/>
          </p:cNvSpPr>
          <p:nvPr>
            <p:ph type="ftr" idx="6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76" name="Rectangle 28"/>
          <p:cNvSpPr/>
          <p:nvPr/>
        </p:nvSpPr>
        <p:spPr>
          <a:xfrm>
            <a:off x="1716120" y="2173320"/>
            <a:ext cx="2939040" cy="1859760"/>
          </a:xfrm>
          <a:prstGeom prst="rect">
            <a:avLst/>
          </a:prstGeom>
          <a:solidFill>
            <a:srgbClr val="ffffff"/>
          </a:solidFill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677" name="Group 29"/>
          <p:cNvGrpSpPr/>
          <p:nvPr/>
        </p:nvGrpSpPr>
        <p:grpSpPr>
          <a:xfrm>
            <a:off x="1822680" y="2923560"/>
            <a:ext cx="2725920" cy="861480"/>
            <a:chOff x="1822680" y="2923560"/>
            <a:chExt cx="2725920" cy="861480"/>
          </a:xfrm>
        </p:grpSpPr>
        <p:sp>
          <p:nvSpPr>
            <p:cNvPr id="678" name="TextBox 9"/>
            <p:cNvSpPr/>
            <p:nvPr/>
          </p:nvSpPr>
          <p:spPr>
            <a:xfrm>
              <a:off x="1822680" y="3256920"/>
              <a:ext cx="27259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79" name="TextBox 10"/>
            <p:cNvSpPr/>
            <p:nvPr/>
          </p:nvSpPr>
          <p:spPr>
            <a:xfrm>
              <a:off x="1822680" y="2923560"/>
              <a:ext cx="27259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680" name="Rectangle 32"/>
          <p:cNvSpPr/>
          <p:nvPr/>
        </p:nvSpPr>
        <p:spPr>
          <a:xfrm>
            <a:off x="5258880" y="2173320"/>
            <a:ext cx="2939040" cy="18597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681" name="Rectangle 34"/>
          <p:cNvSpPr/>
          <p:nvPr/>
        </p:nvSpPr>
        <p:spPr>
          <a:xfrm>
            <a:off x="1716120" y="4277160"/>
            <a:ext cx="2939040" cy="1859760"/>
          </a:xfrm>
          <a:prstGeom prst="rect">
            <a:avLst/>
          </a:prstGeom>
          <a:solidFill>
            <a:srgbClr val="ffffff"/>
          </a:solidFill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682" name="Rectangle 35"/>
          <p:cNvSpPr/>
          <p:nvPr/>
        </p:nvSpPr>
        <p:spPr>
          <a:xfrm>
            <a:off x="5258880" y="4277160"/>
            <a:ext cx="2939040" cy="1859760"/>
          </a:xfrm>
          <a:prstGeom prst="rect">
            <a:avLst/>
          </a:prstGeom>
          <a:solidFill>
            <a:srgbClr val="ffffff"/>
          </a:solidFill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683" name="Group 37"/>
          <p:cNvGrpSpPr/>
          <p:nvPr/>
        </p:nvGrpSpPr>
        <p:grpSpPr>
          <a:xfrm>
            <a:off x="5365440" y="2923560"/>
            <a:ext cx="2725920" cy="861480"/>
            <a:chOff x="5365440" y="2923560"/>
            <a:chExt cx="2725920" cy="861480"/>
          </a:xfrm>
        </p:grpSpPr>
        <p:sp>
          <p:nvSpPr>
            <p:cNvPr id="684" name="TextBox 15"/>
            <p:cNvSpPr/>
            <p:nvPr/>
          </p:nvSpPr>
          <p:spPr>
            <a:xfrm>
              <a:off x="5365440" y="3256920"/>
              <a:ext cx="27259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85" name="TextBox 16"/>
            <p:cNvSpPr/>
            <p:nvPr/>
          </p:nvSpPr>
          <p:spPr>
            <a:xfrm>
              <a:off x="5365440" y="2923560"/>
              <a:ext cx="27259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686" name="Group 43"/>
          <p:cNvGrpSpPr/>
          <p:nvPr/>
        </p:nvGrpSpPr>
        <p:grpSpPr>
          <a:xfrm>
            <a:off x="1822680" y="4984200"/>
            <a:ext cx="2725920" cy="861480"/>
            <a:chOff x="1822680" y="4984200"/>
            <a:chExt cx="2725920" cy="861480"/>
          </a:xfrm>
        </p:grpSpPr>
        <p:sp>
          <p:nvSpPr>
            <p:cNvPr id="687" name="TextBox 18"/>
            <p:cNvSpPr/>
            <p:nvPr/>
          </p:nvSpPr>
          <p:spPr>
            <a:xfrm>
              <a:off x="1822680" y="5317560"/>
              <a:ext cx="27259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88" name="TextBox 19"/>
            <p:cNvSpPr/>
            <p:nvPr/>
          </p:nvSpPr>
          <p:spPr>
            <a:xfrm>
              <a:off x="1822680" y="4984200"/>
              <a:ext cx="27259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689" name="Group 46"/>
          <p:cNvGrpSpPr/>
          <p:nvPr/>
        </p:nvGrpSpPr>
        <p:grpSpPr>
          <a:xfrm>
            <a:off x="5365440" y="4984200"/>
            <a:ext cx="2725920" cy="861480"/>
            <a:chOff x="5365440" y="4984200"/>
            <a:chExt cx="2725920" cy="861480"/>
          </a:xfrm>
        </p:grpSpPr>
        <p:sp>
          <p:nvSpPr>
            <p:cNvPr id="690" name="TextBox 21"/>
            <p:cNvSpPr/>
            <p:nvPr/>
          </p:nvSpPr>
          <p:spPr>
            <a:xfrm>
              <a:off x="5365440" y="5317560"/>
              <a:ext cx="27259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91" name="TextBox 22"/>
            <p:cNvSpPr/>
            <p:nvPr/>
          </p:nvSpPr>
          <p:spPr>
            <a:xfrm>
              <a:off x="5365440" y="4984200"/>
              <a:ext cx="27259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6" name="PlaceHolder 5"/>
          <p:cNvSpPr>
            <a:spLocks noGrp="1"/>
          </p:cNvSpPr>
          <p:nvPr>
            <p:ph type="sldNum" idx="6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BE9E42-6D5A-44C6-B3D6-B390626DF93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97" name="PlaceHolder 6"/>
          <p:cNvSpPr>
            <a:spLocks noGrp="1"/>
          </p:cNvSpPr>
          <p:nvPr>
            <p:ph type="ftr" idx="6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98" name="Rounded Rectangle 2"/>
          <p:cNvSpPr/>
          <p:nvPr/>
        </p:nvSpPr>
        <p:spPr>
          <a:xfrm>
            <a:off x="553680" y="2264400"/>
            <a:ext cx="4138920" cy="148500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699" name="Rounded Rectangle 3"/>
          <p:cNvSpPr/>
          <p:nvPr/>
        </p:nvSpPr>
        <p:spPr>
          <a:xfrm>
            <a:off x="5219640" y="2261880"/>
            <a:ext cx="4138920" cy="148500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00" name="Rounded Rectangle 4"/>
          <p:cNvSpPr/>
          <p:nvPr/>
        </p:nvSpPr>
        <p:spPr>
          <a:xfrm>
            <a:off x="5219640" y="4481640"/>
            <a:ext cx="4138920" cy="148500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01" name="Rounded Rectangle 5"/>
          <p:cNvSpPr/>
          <p:nvPr/>
        </p:nvSpPr>
        <p:spPr>
          <a:xfrm>
            <a:off x="553680" y="4481640"/>
            <a:ext cx="4138920" cy="148500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702" name="Group 6"/>
          <p:cNvGrpSpPr/>
          <p:nvPr/>
        </p:nvGrpSpPr>
        <p:grpSpPr>
          <a:xfrm>
            <a:off x="4006800" y="3184200"/>
            <a:ext cx="1890720" cy="1904040"/>
            <a:chOff x="4006800" y="3184200"/>
            <a:chExt cx="1890720" cy="1904040"/>
          </a:xfrm>
        </p:grpSpPr>
        <p:sp>
          <p:nvSpPr>
            <p:cNvPr id="703" name="Pie 7"/>
            <p:cNvSpPr/>
            <p:nvPr/>
          </p:nvSpPr>
          <p:spPr>
            <a:xfrm>
              <a:off x="4006800" y="3184200"/>
              <a:ext cx="1832400" cy="183240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4" name="Pie 8"/>
            <p:cNvSpPr/>
            <p:nvPr/>
          </p:nvSpPr>
          <p:spPr>
            <a:xfrm rot="16200000">
              <a:off x="4006800" y="3255840"/>
              <a:ext cx="1832400" cy="183240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5" name="Pie 9"/>
            <p:cNvSpPr/>
            <p:nvPr/>
          </p:nvSpPr>
          <p:spPr>
            <a:xfrm flipH="1">
              <a:off x="4065120" y="3184200"/>
              <a:ext cx="1832400" cy="183240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6" name="Pie 10"/>
            <p:cNvSpPr/>
            <p:nvPr/>
          </p:nvSpPr>
          <p:spPr>
            <a:xfrm flipH="1" rot="5400000">
              <a:off x="4065120" y="3255840"/>
              <a:ext cx="1832400" cy="183240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707" name="Group 11"/>
          <p:cNvGrpSpPr/>
          <p:nvPr/>
        </p:nvGrpSpPr>
        <p:grpSpPr>
          <a:xfrm>
            <a:off x="657720" y="2353680"/>
            <a:ext cx="3594960" cy="1453320"/>
            <a:chOff x="657720" y="2353680"/>
            <a:chExt cx="3594960" cy="1453320"/>
          </a:xfrm>
        </p:grpSpPr>
        <p:sp>
          <p:nvSpPr>
            <p:cNvPr id="708" name="TextBox 17"/>
            <p:cNvSpPr/>
            <p:nvPr/>
          </p:nvSpPr>
          <p:spPr>
            <a:xfrm>
              <a:off x="657720" y="2353680"/>
              <a:ext cx="35949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철근 부문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709" name="TextBox 18"/>
            <p:cNvSpPr/>
            <p:nvPr/>
          </p:nvSpPr>
          <p:spPr>
            <a:xfrm>
              <a:off x="657720" y="2621160"/>
              <a:ext cx="359496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710" name="Group 11"/>
          <p:cNvGrpSpPr/>
          <p:nvPr/>
        </p:nvGrpSpPr>
        <p:grpSpPr>
          <a:xfrm>
            <a:off x="657720" y="4620600"/>
            <a:ext cx="3594960" cy="1452960"/>
            <a:chOff x="657720" y="4620600"/>
            <a:chExt cx="3594960" cy="1452960"/>
          </a:xfrm>
        </p:grpSpPr>
        <p:sp>
          <p:nvSpPr>
            <p:cNvPr id="711" name="TextBox 35"/>
            <p:cNvSpPr/>
            <p:nvPr/>
          </p:nvSpPr>
          <p:spPr>
            <a:xfrm>
              <a:off x="657720" y="4620600"/>
              <a:ext cx="35949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후판 부문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712" name="TextBox 36"/>
            <p:cNvSpPr/>
            <p:nvPr/>
          </p:nvSpPr>
          <p:spPr>
            <a:xfrm>
              <a:off x="657720" y="4887720"/>
              <a:ext cx="359496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713" name="Group 11"/>
          <p:cNvGrpSpPr/>
          <p:nvPr/>
        </p:nvGrpSpPr>
        <p:grpSpPr>
          <a:xfrm>
            <a:off x="5652000" y="2353680"/>
            <a:ext cx="3594960" cy="1453320"/>
            <a:chOff x="5652000" y="2353680"/>
            <a:chExt cx="3594960" cy="1453320"/>
          </a:xfrm>
        </p:grpSpPr>
        <p:sp>
          <p:nvSpPr>
            <p:cNvPr id="714" name="TextBox 38"/>
            <p:cNvSpPr/>
            <p:nvPr/>
          </p:nvSpPr>
          <p:spPr>
            <a:xfrm>
              <a:off x="5652000" y="2353680"/>
              <a:ext cx="35949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냉연 부문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715" name="TextBox 39"/>
            <p:cNvSpPr/>
            <p:nvPr/>
          </p:nvSpPr>
          <p:spPr>
            <a:xfrm>
              <a:off x="5652000" y="2621160"/>
              <a:ext cx="359496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716" name="Group 11"/>
          <p:cNvGrpSpPr/>
          <p:nvPr/>
        </p:nvGrpSpPr>
        <p:grpSpPr>
          <a:xfrm>
            <a:off x="5652000" y="4620600"/>
            <a:ext cx="3594960" cy="1452960"/>
            <a:chOff x="5652000" y="4620600"/>
            <a:chExt cx="3594960" cy="1452960"/>
          </a:xfrm>
        </p:grpSpPr>
        <p:sp>
          <p:nvSpPr>
            <p:cNvPr id="717" name="TextBox 41"/>
            <p:cNvSpPr/>
            <p:nvPr/>
          </p:nvSpPr>
          <p:spPr>
            <a:xfrm>
              <a:off x="5652000" y="4620600"/>
              <a:ext cx="35949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형강 부문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718" name="TextBox 42"/>
            <p:cNvSpPr/>
            <p:nvPr/>
          </p:nvSpPr>
          <p:spPr>
            <a:xfrm>
              <a:off x="5652000" y="4887720"/>
              <a:ext cx="359496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3" name="PlaceHolder 5"/>
          <p:cNvSpPr>
            <a:spLocks noGrp="1"/>
          </p:cNvSpPr>
          <p:nvPr>
            <p:ph type="sldNum" idx="6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612FE08-E266-4627-AA2C-3B4BAE589A2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24" name="PlaceHolder 6"/>
          <p:cNvSpPr>
            <a:spLocks noGrp="1"/>
          </p:cNvSpPr>
          <p:nvPr>
            <p:ph type="ftr" idx="6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aphicFrame>
        <p:nvGraphicFramePr>
          <p:cNvPr id="725" name="Table 4"/>
          <p:cNvGraphicFramePr/>
          <p:nvPr/>
        </p:nvGraphicFramePr>
        <p:xfrm>
          <a:off x="456120" y="1986840"/>
          <a:ext cx="9050040" cy="4133880"/>
        </p:xfrm>
        <a:graphic>
          <a:graphicData uri="http://schemas.openxmlformats.org/drawingml/2006/table">
            <a:tbl>
              <a:tblPr/>
              <a:tblGrid>
                <a:gridCol w="2262600"/>
                <a:gridCol w="2262600"/>
                <a:gridCol w="2262600"/>
                <a:gridCol w="2262600"/>
              </a:tblGrid>
              <a:tr h="578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21" strike="noStrike">
                          <a:solidFill>
                            <a:schemeClr val="lt2"/>
                          </a:solidFill>
                          <a:latin typeface="본고딕 Bold"/>
                          <a:ea typeface="본고딕 Bold"/>
                        </a:rPr>
                        <a:t>01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76320">
                      <a:noFill/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21" strike="noStrike">
                          <a:solidFill>
                            <a:srgbClr val="b7d0d4"/>
                          </a:solidFill>
                          <a:latin typeface="본고딕 Bold"/>
                          <a:ea typeface="본고딕 Bold"/>
                        </a:rPr>
                        <a:t>02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b7d0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21" strike="noStrike">
                          <a:solidFill>
                            <a:srgbClr val="8da5bd"/>
                          </a:solidFill>
                          <a:latin typeface="본고딕 Bold"/>
                          <a:ea typeface="본고딕 Bold"/>
                        </a:rPr>
                        <a:t>03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8ba2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en-US" sz="2000" spc="-21" strike="noStrike">
                          <a:solidFill>
                            <a:schemeClr val="dk2"/>
                          </a:solidFill>
                          <a:latin typeface="본고딕 Bold"/>
                          <a:ea typeface="본고딕 Bold"/>
                        </a:rPr>
                        <a:t>04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noFill/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00245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2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76320">
                      <a:noFill/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solidFill>
                        <a:srgbClr val="b6b6b6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solidFill>
                        <a:srgbClr val="b7d0d4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6320">
                      <a:solidFill>
                        <a:srgbClr val="8ba2bb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6320">
                      <a:solidFill>
                        <a:srgbClr val="002452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{{</a:t>
                      </a:r>
                      <a:r>
                        <a:rPr b="0" lang="ko-KR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}}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{{</a:t>
                      </a:r>
                      <a:r>
                        <a:rPr b="0" lang="ko-KR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}}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b7d0d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{{</a:t>
                      </a:r>
                      <a:r>
                        <a:rPr b="0" lang="ko-KR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}}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8da5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{{</a:t>
                      </a:r>
                      <a:r>
                        <a:rPr b="0" lang="ko-KR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}}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2675160">
                <a:tc>
                  <a:txBody>
                    <a:bodyPr lIns="108000" rIns="108000" anchor="t">
                      <a:noAutofit/>
                    </a:bodyPr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108000" marR="108000">
                    <a:lnL w="12240">
                      <a:noFill/>
                      <a:prstDash val="solid"/>
                    </a:lnL>
                    <a:lnR w="12240">
                      <a:solidFill>
                        <a:srgbClr val="b6b6b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 lIns="108000" rIns="108000" anchor="t">
                      <a:noAutofit/>
                    </a:bodyPr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108000" marR="108000">
                    <a:lnL w="12240">
                      <a:solidFill>
                        <a:srgbClr val="b6b6b6"/>
                      </a:solidFill>
                      <a:prstDash val="solid"/>
                    </a:lnL>
                    <a:lnR w="12240">
                      <a:solidFill>
                        <a:srgbClr val="b6b6b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 lIns="108000" rIns="108000" anchor="t">
                      <a:noAutofit/>
                    </a:bodyPr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108000" marR="108000">
                    <a:lnL w="12240">
                      <a:solidFill>
                        <a:srgbClr val="b6b6b6"/>
                      </a:solidFill>
                      <a:prstDash val="solid"/>
                    </a:lnL>
                    <a:lnR w="12240">
                      <a:solidFill>
                        <a:srgbClr val="b6b6b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 lIns="108000" rIns="108000" anchor="t">
                      <a:noAutofit/>
                    </a:bodyPr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108000" marR="108000">
                    <a:lnL w="1224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30" name="PlaceHolder 5"/>
          <p:cNvSpPr>
            <a:spLocks noGrp="1"/>
          </p:cNvSpPr>
          <p:nvPr>
            <p:ph type="sldNum" idx="6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E167AEA-A15E-412F-8158-C9E254C069C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31" name="PlaceHolder 6"/>
          <p:cNvSpPr>
            <a:spLocks noGrp="1"/>
          </p:cNvSpPr>
          <p:nvPr>
            <p:ph type="ftr" idx="6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32" name="Right Arrow 5"/>
          <p:cNvSpPr/>
          <p:nvPr/>
        </p:nvSpPr>
        <p:spPr>
          <a:xfrm>
            <a:off x="5916600" y="2293920"/>
            <a:ext cx="697680" cy="58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33" name="Rounded Rectangle 3"/>
          <p:cNvSpPr/>
          <p:nvPr/>
        </p:nvSpPr>
        <p:spPr>
          <a:xfrm>
            <a:off x="3933720" y="2157120"/>
            <a:ext cx="1726920" cy="10069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34" name="Rounded Rectangle 4"/>
          <p:cNvSpPr/>
          <p:nvPr/>
        </p:nvSpPr>
        <p:spPr>
          <a:xfrm>
            <a:off x="4174560" y="2850480"/>
            <a:ext cx="1798920" cy="33109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b7d0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735" name="Group 7"/>
          <p:cNvGrpSpPr/>
          <p:nvPr/>
        </p:nvGrpSpPr>
        <p:grpSpPr>
          <a:xfrm>
            <a:off x="3954600" y="2267280"/>
            <a:ext cx="1672920" cy="525240"/>
            <a:chOff x="3954600" y="2267280"/>
            <a:chExt cx="1672920" cy="525240"/>
          </a:xfrm>
        </p:grpSpPr>
        <p:sp>
          <p:nvSpPr>
            <p:cNvPr id="736" name="TextBox 15"/>
            <p:cNvSpPr/>
            <p:nvPr/>
          </p:nvSpPr>
          <p:spPr>
            <a:xfrm>
              <a:off x="3954600" y="2267280"/>
              <a:ext cx="1661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737" name="TextBox 16"/>
            <p:cNvSpPr/>
            <p:nvPr/>
          </p:nvSpPr>
          <p:spPr>
            <a:xfrm>
              <a:off x="3966120" y="2483640"/>
              <a:ext cx="16614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738" name="Rounded Rectangle 7"/>
          <p:cNvSpPr/>
          <p:nvPr/>
        </p:nvSpPr>
        <p:spPr>
          <a:xfrm>
            <a:off x="6721560" y="2157120"/>
            <a:ext cx="1726920" cy="100692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39" name="Rounded Rectangle 8"/>
          <p:cNvSpPr/>
          <p:nvPr/>
        </p:nvSpPr>
        <p:spPr>
          <a:xfrm>
            <a:off x="6962400" y="2850480"/>
            <a:ext cx="1798920" cy="33109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8ba2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0" name="TextBox 24"/>
          <p:cNvSpPr/>
          <p:nvPr/>
        </p:nvSpPr>
        <p:spPr>
          <a:xfrm>
            <a:off x="6748560" y="2276280"/>
            <a:ext cx="1661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1" name="TextBox 25"/>
          <p:cNvSpPr/>
          <p:nvPr/>
        </p:nvSpPr>
        <p:spPr>
          <a:xfrm>
            <a:off x="6759720" y="2491560"/>
            <a:ext cx="16614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2" name="Right Arrow 5"/>
          <p:cNvSpPr/>
          <p:nvPr/>
        </p:nvSpPr>
        <p:spPr>
          <a:xfrm>
            <a:off x="3102120" y="2293920"/>
            <a:ext cx="697680" cy="58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43" name="Rounded Rectangle 3"/>
          <p:cNvSpPr/>
          <p:nvPr/>
        </p:nvSpPr>
        <p:spPr>
          <a:xfrm>
            <a:off x="1145880" y="2157120"/>
            <a:ext cx="1726920" cy="100692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744" name="Rounded Rectangle 4"/>
          <p:cNvSpPr/>
          <p:nvPr/>
        </p:nvSpPr>
        <p:spPr>
          <a:xfrm>
            <a:off x="1386360" y="2850480"/>
            <a:ext cx="1798920" cy="33109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745" name="Group 13"/>
          <p:cNvGrpSpPr/>
          <p:nvPr/>
        </p:nvGrpSpPr>
        <p:grpSpPr>
          <a:xfrm>
            <a:off x="1157760" y="2265120"/>
            <a:ext cx="1672560" cy="745200"/>
            <a:chOff x="1157760" y="2265120"/>
            <a:chExt cx="1672560" cy="745200"/>
          </a:xfrm>
        </p:grpSpPr>
        <p:sp>
          <p:nvSpPr>
            <p:cNvPr id="746" name="TextBox 43"/>
            <p:cNvSpPr/>
            <p:nvPr/>
          </p:nvSpPr>
          <p:spPr>
            <a:xfrm>
              <a:off x="1157760" y="2265120"/>
              <a:ext cx="16614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747" name="TextBox 44"/>
            <p:cNvSpPr/>
            <p:nvPr/>
          </p:nvSpPr>
          <p:spPr>
            <a:xfrm>
              <a:off x="1168920" y="2482200"/>
              <a:ext cx="166140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1" name="PlaceHolder 4"/>
          <p:cNvSpPr>
            <a:spLocks noGrp="1"/>
          </p:cNvSpPr>
          <p:nvPr>
            <p:ph type="sldNum" idx="6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FBF7B8-BFA2-49EF-895F-178EBD65022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52" name="PlaceHolder 5"/>
          <p:cNvSpPr>
            <a:spLocks noGrp="1"/>
          </p:cNvSpPr>
          <p:nvPr>
            <p:ph type="ftr" idx="7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53" name="Rectangle 5"/>
          <p:cNvSpPr/>
          <p:nvPr/>
        </p:nvSpPr>
        <p:spPr>
          <a:xfrm>
            <a:off x="7558200" y="4889880"/>
            <a:ext cx="1945080" cy="11307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54" name="Rectangle 6"/>
          <p:cNvSpPr/>
          <p:nvPr/>
        </p:nvSpPr>
        <p:spPr>
          <a:xfrm>
            <a:off x="7558200" y="3346560"/>
            <a:ext cx="1945080" cy="1134000"/>
          </a:xfrm>
          <a:prstGeom prst="rect">
            <a:avLst/>
          </a:prstGeom>
          <a:solidFill>
            <a:schemeClr val="tx2"/>
          </a:solidFill>
          <a:ln w="0">
            <a:solidFill>
              <a:srgbClr val="002452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55" name="Rectangle 7"/>
          <p:cNvSpPr/>
          <p:nvPr/>
        </p:nvSpPr>
        <p:spPr>
          <a:xfrm>
            <a:off x="7558200" y="1805400"/>
            <a:ext cx="1945080" cy="113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56" name="Rectangle 8"/>
          <p:cNvSpPr/>
          <p:nvPr/>
        </p:nvSpPr>
        <p:spPr>
          <a:xfrm>
            <a:off x="2827440" y="4889880"/>
            <a:ext cx="1946880" cy="11307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57" name="Rectangle 9"/>
          <p:cNvSpPr/>
          <p:nvPr/>
        </p:nvSpPr>
        <p:spPr>
          <a:xfrm>
            <a:off x="2827440" y="3346560"/>
            <a:ext cx="1946880" cy="113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58" name="Rectangle 10"/>
          <p:cNvSpPr/>
          <p:nvPr/>
        </p:nvSpPr>
        <p:spPr>
          <a:xfrm>
            <a:off x="2827440" y="1805400"/>
            <a:ext cx="1946880" cy="1134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003760"/>
              </a:solidFill>
              <a:latin typeface="본고딕 Normal"/>
              <a:ea typeface="본고딕 Normal"/>
            </a:endParaRPr>
          </a:p>
        </p:txBody>
      </p:sp>
      <p:sp>
        <p:nvSpPr>
          <p:cNvPr id="759" name="Freeform 11"/>
          <p:cNvSpPr/>
          <p:nvPr/>
        </p:nvSpPr>
        <p:spPr>
          <a:xfrm>
            <a:off x="621000" y="4889880"/>
            <a:ext cx="4153320" cy="1130760"/>
          </a:xfrm>
          <a:custGeom>
            <a:avLst/>
            <a:gdLst>
              <a:gd name="textAreaLeft" fmla="*/ 0 w 4153320"/>
              <a:gd name="textAreaRight" fmla="*/ 4154400 w 4153320"/>
              <a:gd name="textAreaTop" fmla="*/ 0 h 1130760"/>
              <a:gd name="textAreaBottom" fmla="*/ 1131840 h 1130760"/>
            </a:gdLst>
            <a:ahLst/>
            <a:rect l="textAreaLeft" t="textAreaTop" r="textAreaRight" b="textAreaBottom"/>
            <a:pathLst>
              <a:path w="2617" h="713">
                <a:moveTo>
                  <a:pt x="0" y="495"/>
                </a:moveTo>
                <a:lnTo>
                  <a:pt x="0" y="713"/>
                </a:lnTo>
                <a:lnTo>
                  <a:pt x="2617" y="713"/>
                </a:lnTo>
                <a:lnTo>
                  <a:pt x="2617" y="0"/>
                </a:lnTo>
                <a:lnTo>
                  <a:pt x="0" y="0"/>
                </a:lnTo>
                <a:lnTo>
                  <a:pt x="0" y="217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0" name="Freeform 12"/>
          <p:cNvSpPr/>
          <p:nvPr/>
        </p:nvSpPr>
        <p:spPr>
          <a:xfrm>
            <a:off x="5351760" y="4889880"/>
            <a:ext cx="4151880" cy="1130760"/>
          </a:xfrm>
          <a:custGeom>
            <a:avLst/>
            <a:gdLst>
              <a:gd name="textAreaLeft" fmla="*/ 0 w 4151880"/>
              <a:gd name="textAreaRight" fmla="*/ 4152960 w 4151880"/>
              <a:gd name="textAreaTop" fmla="*/ 0 h 1130760"/>
              <a:gd name="textAreaBottom" fmla="*/ 1131840 h 1130760"/>
            </a:gdLst>
            <a:ahLst/>
            <a:rect l="textAreaLeft" t="textAreaTop" r="textAreaRight" b="textAreaBottom"/>
            <a:pathLst>
              <a:path w="2616" h="713">
                <a:moveTo>
                  <a:pt x="0" y="495"/>
                </a:moveTo>
                <a:lnTo>
                  <a:pt x="0" y="713"/>
                </a:lnTo>
                <a:lnTo>
                  <a:pt x="2616" y="713"/>
                </a:lnTo>
                <a:lnTo>
                  <a:pt x="2616" y="0"/>
                </a:lnTo>
                <a:lnTo>
                  <a:pt x="0" y="0"/>
                </a:lnTo>
                <a:lnTo>
                  <a:pt x="0" y="217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1" name="Freeform 13"/>
          <p:cNvSpPr/>
          <p:nvPr/>
        </p:nvSpPr>
        <p:spPr>
          <a:xfrm>
            <a:off x="621000" y="3346560"/>
            <a:ext cx="4153320" cy="1134000"/>
          </a:xfrm>
          <a:custGeom>
            <a:avLst/>
            <a:gdLst>
              <a:gd name="textAreaLeft" fmla="*/ 0 w 4153320"/>
              <a:gd name="textAreaRight" fmla="*/ 4154400 w 4153320"/>
              <a:gd name="textAreaTop" fmla="*/ 0 h 1134000"/>
              <a:gd name="textAreaBottom" fmla="*/ 1135080 h 1134000"/>
            </a:gdLst>
            <a:ahLst/>
            <a:rect l="textAreaLeft" t="textAreaTop" r="textAreaRight" b="textAreaBottom"/>
            <a:pathLst>
              <a:path w="2617" h="715">
                <a:moveTo>
                  <a:pt x="0" y="496"/>
                </a:moveTo>
                <a:lnTo>
                  <a:pt x="0" y="715"/>
                </a:lnTo>
                <a:lnTo>
                  <a:pt x="2617" y="715"/>
                </a:lnTo>
                <a:lnTo>
                  <a:pt x="2617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2" name="Freeform 14"/>
          <p:cNvSpPr/>
          <p:nvPr/>
        </p:nvSpPr>
        <p:spPr>
          <a:xfrm>
            <a:off x="5351760" y="3346560"/>
            <a:ext cx="4151880" cy="1134000"/>
          </a:xfrm>
          <a:custGeom>
            <a:avLst/>
            <a:gdLst>
              <a:gd name="textAreaLeft" fmla="*/ 0 w 4151880"/>
              <a:gd name="textAreaRight" fmla="*/ 4152960 w 4151880"/>
              <a:gd name="textAreaTop" fmla="*/ 0 h 1134000"/>
              <a:gd name="textAreaBottom" fmla="*/ 1135080 h 1134000"/>
            </a:gdLst>
            <a:ahLst/>
            <a:rect l="textAreaLeft" t="textAreaTop" r="textAreaRight" b="textAreaBottom"/>
            <a:pathLst>
              <a:path w="2616" h="715">
                <a:moveTo>
                  <a:pt x="0" y="496"/>
                </a:moveTo>
                <a:lnTo>
                  <a:pt x="0" y="715"/>
                </a:lnTo>
                <a:lnTo>
                  <a:pt x="2616" y="715"/>
                </a:lnTo>
                <a:lnTo>
                  <a:pt x="2616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3" name="Freeform 15"/>
          <p:cNvSpPr/>
          <p:nvPr/>
        </p:nvSpPr>
        <p:spPr>
          <a:xfrm>
            <a:off x="621000" y="1805400"/>
            <a:ext cx="4153320" cy="1134000"/>
          </a:xfrm>
          <a:custGeom>
            <a:avLst/>
            <a:gdLst>
              <a:gd name="textAreaLeft" fmla="*/ 0 w 4153320"/>
              <a:gd name="textAreaRight" fmla="*/ 4154400 w 4153320"/>
              <a:gd name="textAreaTop" fmla="*/ 0 h 1134000"/>
              <a:gd name="textAreaBottom" fmla="*/ 1135080 h 1134000"/>
            </a:gdLst>
            <a:ahLst/>
            <a:rect l="textAreaLeft" t="textAreaTop" r="textAreaRight" b="textAreaBottom"/>
            <a:pathLst>
              <a:path w="2617" h="715">
                <a:moveTo>
                  <a:pt x="0" y="497"/>
                </a:moveTo>
                <a:lnTo>
                  <a:pt x="0" y="715"/>
                </a:lnTo>
                <a:lnTo>
                  <a:pt x="2617" y="715"/>
                </a:lnTo>
                <a:lnTo>
                  <a:pt x="2617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003760"/>
              </a:solidFill>
              <a:latin typeface="본고딕 Normal"/>
              <a:ea typeface="본고딕 Normal"/>
            </a:endParaRPr>
          </a:p>
        </p:txBody>
      </p:sp>
      <p:sp>
        <p:nvSpPr>
          <p:cNvPr id="764" name="Freeform 16"/>
          <p:cNvSpPr/>
          <p:nvPr/>
        </p:nvSpPr>
        <p:spPr>
          <a:xfrm>
            <a:off x="5351760" y="1805400"/>
            <a:ext cx="4151880" cy="1134000"/>
          </a:xfrm>
          <a:custGeom>
            <a:avLst/>
            <a:gdLst>
              <a:gd name="textAreaLeft" fmla="*/ 0 w 4151880"/>
              <a:gd name="textAreaRight" fmla="*/ 4152960 w 4151880"/>
              <a:gd name="textAreaTop" fmla="*/ 0 h 1134000"/>
              <a:gd name="textAreaBottom" fmla="*/ 1135080 h 1134000"/>
            </a:gdLst>
            <a:ahLst/>
            <a:rect l="textAreaLeft" t="textAreaTop" r="textAreaRight" b="textAreaBottom"/>
            <a:pathLst>
              <a:path w="2616" h="715">
                <a:moveTo>
                  <a:pt x="0" y="497"/>
                </a:moveTo>
                <a:lnTo>
                  <a:pt x="0" y="715"/>
                </a:lnTo>
                <a:lnTo>
                  <a:pt x="2616" y="715"/>
                </a:lnTo>
                <a:lnTo>
                  <a:pt x="2616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5" name="Freeform 17"/>
          <p:cNvSpPr/>
          <p:nvPr/>
        </p:nvSpPr>
        <p:spPr>
          <a:xfrm>
            <a:off x="3249720" y="2246760"/>
            <a:ext cx="181440" cy="251280"/>
          </a:xfrm>
          <a:custGeom>
            <a:avLst/>
            <a:gdLst>
              <a:gd name="textAreaLeft" fmla="*/ 0 w 181440"/>
              <a:gd name="textAreaRight" fmla="*/ 182520 w 181440"/>
              <a:gd name="textAreaTop" fmla="*/ 0 h 251280"/>
              <a:gd name="textAreaBottom" fmla="*/ 252360 h 251280"/>
            </a:gdLst>
            <a:ahLst/>
            <a:rect l="textAreaLeft" t="textAreaTop" r="textAreaRight" b="textAreaBottom"/>
            <a:pathLst>
              <a:path w="77" h="106">
                <a:moveTo>
                  <a:pt x="54" y="40"/>
                </a:moveTo>
                <a:cubicBezTo>
                  <a:pt x="61" y="33"/>
                  <a:pt x="69" y="23"/>
                  <a:pt x="70" y="7"/>
                </a:cubicBezTo>
                <a:cubicBezTo>
                  <a:pt x="77" y="7"/>
                  <a:pt x="77" y="7"/>
                  <a:pt x="77" y="7"/>
                </a:cubicBezTo>
                <a:cubicBezTo>
                  <a:pt x="77" y="0"/>
                  <a:pt x="77" y="0"/>
                  <a:pt x="7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"/>
                  <a:pt x="0" y="7"/>
                  <a:pt x="0" y="7"/>
                </a:cubicBezTo>
                <a:cubicBezTo>
                  <a:pt x="6" y="7"/>
                  <a:pt x="6" y="7"/>
                  <a:pt x="6" y="7"/>
                </a:cubicBezTo>
                <a:cubicBezTo>
                  <a:pt x="7" y="23"/>
                  <a:pt x="16" y="33"/>
                  <a:pt x="22" y="40"/>
                </a:cubicBezTo>
                <a:cubicBezTo>
                  <a:pt x="26" y="44"/>
                  <a:pt x="29" y="47"/>
                  <a:pt x="29" y="50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58"/>
                  <a:pt x="26" y="62"/>
                  <a:pt x="22" y="66"/>
                </a:cubicBezTo>
                <a:cubicBezTo>
                  <a:pt x="16" y="73"/>
                  <a:pt x="7" y="83"/>
                  <a:pt x="6" y="99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106"/>
                  <a:pt x="0" y="106"/>
                  <a:pt x="0" y="106"/>
                </a:cubicBezTo>
                <a:cubicBezTo>
                  <a:pt x="77" y="106"/>
                  <a:pt x="77" y="106"/>
                  <a:pt x="77" y="106"/>
                </a:cubicBezTo>
                <a:cubicBezTo>
                  <a:pt x="77" y="99"/>
                  <a:pt x="77" y="99"/>
                  <a:pt x="77" y="99"/>
                </a:cubicBezTo>
                <a:cubicBezTo>
                  <a:pt x="70" y="99"/>
                  <a:pt x="70" y="99"/>
                  <a:pt x="70" y="99"/>
                </a:cubicBezTo>
                <a:cubicBezTo>
                  <a:pt x="69" y="83"/>
                  <a:pt x="61" y="73"/>
                  <a:pt x="54" y="66"/>
                </a:cubicBezTo>
                <a:cubicBezTo>
                  <a:pt x="51" y="62"/>
                  <a:pt x="48" y="58"/>
                  <a:pt x="48" y="56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7"/>
                  <a:pt x="51" y="44"/>
                  <a:pt x="54" y="40"/>
                </a:cubicBezTo>
                <a:close/>
                <a:moveTo>
                  <a:pt x="49" y="71"/>
                </a:moveTo>
                <a:cubicBezTo>
                  <a:pt x="55" y="77"/>
                  <a:pt x="62" y="85"/>
                  <a:pt x="63" y="99"/>
                </a:cubicBezTo>
                <a:cubicBezTo>
                  <a:pt x="14" y="99"/>
                  <a:pt x="14" y="99"/>
                  <a:pt x="14" y="99"/>
                </a:cubicBezTo>
                <a:cubicBezTo>
                  <a:pt x="15" y="85"/>
                  <a:pt x="22" y="77"/>
                  <a:pt x="28" y="71"/>
                </a:cubicBezTo>
                <a:cubicBezTo>
                  <a:pt x="32" y="66"/>
                  <a:pt x="36" y="61"/>
                  <a:pt x="36" y="56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45"/>
                  <a:pt x="32" y="40"/>
                  <a:pt x="28" y="35"/>
                </a:cubicBezTo>
                <a:cubicBezTo>
                  <a:pt x="22" y="29"/>
                  <a:pt x="15" y="20"/>
                  <a:pt x="14" y="7"/>
                </a:cubicBezTo>
                <a:cubicBezTo>
                  <a:pt x="63" y="7"/>
                  <a:pt x="63" y="7"/>
                  <a:pt x="63" y="7"/>
                </a:cubicBezTo>
                <a:cubicBezTo>
                  <a:pt x="62" y="20"/>
                  <a:pt x="55" y="29"/>
                  <a:pt x="49" y="35"/>
                </a:cubicBezTo>
                <a:cubicBezTo>
                  <a:pt x="44" y="40"/>
                  <a:pt x="41" y="45"/>
                  <a:pt x="41" y="50"/>
                </a:cubicBezTo>
                <a:cubicBezTo>
                  <a:pt x="41" y="56"/>
                  <a:pt x="41" y="56"/>
                  <a:pt x="41" y="56"/>
                </a:cubicBezTo>
                <a:cubicBezTo>
                  <a:pt x="41" y="61"/>
                  <a:pt x="44" y="66"/>
                  <a:pt x="49" y="7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6" name="Freeform 18"/>
          <p:cNvSpPr/>
          <p:nvPr/>
        </p:nvSpPr>
        <p:spPr>
          <a:xfrm>
            <a:off x="3305520" y="2413440"/>
            <a:ext cx="68760" cy="48240"/>
          </a:xfrm>
          <a:custGeom>
            <a:avLst/>
            <a:gdLst>
              <a:gd name="textAreaLeft" fmla="*/ 0 w 68760"/>
              <a:gd name="textAreaRight" fmla="*/ 69840 w 68760"/>
              <a:gd name="textAreaTop" fmla="*/ 0 h 48240"/>
              <a:gd name="textAreaBottom" fmla="*/ 49320 h 48240"/>
            </a:gdLst>
            <a:ahLst/>
            <a:rect l="textAreaLeft" t="textAreaTop" r="textAreaRight" b="textAreaBottom"/>
            <a:pathLst>
              <a:path w="44" h="31">
                <a:moveTo>
                  <a:pt x="0" y="31"/>
                </a:moveTo>
                <a:lnTo>
                  <a:pt x="44" y="31"/>
                </a:lnTo>
                <a:lnTo>
                  <a:pt x="22" y="0"/>
                </a:lnTo>
                <a:lnTo>
                  <a:pt x="0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24480" bIns="2448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7" name="Freeform 19"/>
          <p:cNvSpPr/>
          <p:nvPr/>
        </p:nvSpPr>
        <p:spPr>
          <a:xfrm>
            <a:off x="7886880" y="3797640"/>
            <a:ext cx="316440" cy="232200"/>
          </a:xfrm>
          <a:custGeom>
            <a:avLst/>
            <a:gdLst>
              <a:gd name="textAreaLeft" fmla="*/ 0 w 316440"/>
              <a:gd name="textAreaRight" fmla="*/ 317520 w 316440"/>
              <a:gd name="textAreaTop" fmla="*/ 0 h 232200"/>
              <a:gd name="textAreaBottom" fmla="*/ 233280 h 232200"/>
            </a:gdLst>
            <a:ahLst/>
            <a:rect l="textAreaLeft" t="textAreaTop" r="textAreaRight" b="textAreaBottom"/>
            <a:pathLst>
              <a:path w="134" h="98">
                <a:moveTo>
                  <a:pt x="134" y="45"/>
                </a:moveTo>
                <a:cubicBezTo>
                  <a:pt x="134" y="44"/>
                  <a:pt x="134" y="44"/>
                  <a:pt x="134" y="44"/>
                </a:cubicBezTo>
                <a:cubicBezTo>
                  <a:pt x="117" y="10"/>
                  <a:pt x="117" y="10"/>
                  <a:pt x="117" y="10"/>
                </a:cubicBezTo>
                <a:cubicBezTo>
                  <a:pt x="117" y="10"/>
                  <a:pt x="117" y="10"/>
                  <a:pt x="117" y="10"/>
                </a:cubicBezTo>
                <a:cubicBezTo>
                  <a:pt x="117" y="3"/>
                  <a:pt x="117" y="3"/>
                  <a:pt x="117" y="3"/>
                </a:cubicBezTo>
                <a:cubicBezTo>
                  <a:pt x="73" y="3"/>
                  <a:pt x="73" y="3"/>
                  <a:pt x="73" y="3"/>
                </a:cubicBezTo>
                <a:cubicBezTo>
                  <a:pt x="72" y="1"/>
                  <a:pt x="70" y="0"/>
                  <a:pt x="67" y="0"/>
                </a:cubicBezTo>
                <a:cubicBezTo>
                  <a:pt x="65" y="0"/>
                  <a:pt x="63" y="1"/>
                  <a:pt x="61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" y="44"/>
                  <a:pt x="1" y="44"/>
                  <a:pt x="1" y="44"/>
                </a:cubicBezTo>
                <a:cubicBezTo>
                  <a:pt x="1" y="45"/>
                  <a:pt x="1" y="45"/>
                  <a:pt x="1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1" y="51"/>
                  <a:pt x="5" y="64"/>
                  <a:pt x="20" y="64"/>
                </a:cubicBezTo>
                <a:cubicBezTo>
                  <a:pt x="35" y="64"/>
                  <a:pt x="40" y="51"/>
                  <a:pt x="40" y="45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4"/>
                  <a:pt x="40" y="44"/>
                  <a:pt x="40" y="44"/>
                </a:cubicBezTo>
                <a:cubicBezTo>
                  <a:pt x="22" y="10"/>
                  <a:pt x="22" y="10"/>
                  <a:pt x="22" y="10"/>
                </a:cubicBezTo>
                <a:cubicBezTo>
                  <a:pt x="60" y="10"/>
                  <a:pt x="60" y="10"/>
                  <a:pt x="60" y="10"/>
                </a:cubicBezTo>
                <a:cubicBezTo>
                  <a:pt x="61" y="12"/>
                  <a:pt x="62" y="13"/>
                  <a:pt x="64" y="14"/>
                </a:cubicBezTo>
                <a:cubicBezTo>
                  <a:pt x="64" y="91"/>
                  <a:pt x="64" y="91"/>
                  <a:pt x="64" y="91"/>
                </a:cubicBezTo>
                <a:cubicBezTo>
                  <a:pt x="33" y="91"/>
                  <a:pt x="33" y="91"/>
                  <a:pt x="33" y="91"/>
                </a:cubicBezTo>
                <a:cubicBezTo>
                  <a:pt x="33" y="98"/>
                  <a:pt x="33" y="98"/>
                  <a:pt x="33" y="98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03" y="91"/>
                  <a:pt x="103" y="91"/>
                  <a:pt x="103" y="91"/>
                </a:cubicBezTo>
                <a:cubicBezTo>
                  <a:pt x="71" y="91"/>
                  <a:pt x="71" y="91"/>
                  <a:pt x="71" y="91"/>
                </a:cubicBezTo>
                <a:cubicBezTo>
                  <a:pt x="71" y="14"/>
                  <a:pt x="71" y="14"/>
                  <a:pt x="71" y="14"/>
                </a:cubicBezTo>
                <a:cubicBezTo>
                  <a:pt x="73" y="13"/>
                  <a:pt x="74" y="12"/>
                  <a:pt x="75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95" y="44"/>
                  <a:pt x="95" y="44"/>
                  <a:pt x="95" y="44"/>
                </a:cubicBezTo>
                <a:cubicBezTo>
                  <a:pt x="95" y="45"/>
                  <a:pt x="95" y="45"/>
                  <a:pt x="95" y="45"/>
                </a:cubicBezTo>
                <a:cubicBezTo>
                  <a:pt x="95" y="45"/>
                  <a:pt x="95" y="45"/>
                  <a:pt x="95" y="45"/>
                </a:cubicBezTo>
                <a:cubicBezTo>
                  <a:pt x="95" y="51"/>
                  <a:pt x="100" y="64"/>
                  <a:pt x="114" y="64"/>
                </a:cubicBezTo>
                <a:cubicBezTo>
                  <a:pt x="129" y="64"/>
                  <a:pt x="134" y="51"/>
                  <a:pt x="134" y="45"/>
                </a:cubicBezTo>
                <a:close/>
                <a:moveTo>
                  <a:pt x="33" y="46"/>
                </a:moveTo>
                <a:cubicBezTo>
                  <a:pt x="32" y="50"/>
                  <a:pt x="29" y="57"/>
                  <a:pt x="20" y="57"/>
                </a:cubicBezTo>
                <a:cubicBezTo>
                  <a:pt x="11" y="57"/>
                  <a:pt x="9" y="50"/>
                  <a:pt x="8" y="46"/>
                </a:cubicBezTo>
                <a:cubicBezTo>
                  <a:pt x="20" y="22"/>
                  <a:pt x="20" y="22"/>
                  <a:pt x="20" y="22"/>
                </a:cubicBezTo>
                <a:lnTo>
                  <a:pt x="33" y="46"/>
                </a:lnTo>
                <a:close/>
                <a:moveTo>
                  <a:pt x="114" y="57"/>
                </a:moveTo>
                <a:cubicBezTo>
                  <a:pt x="106" y="57"/>
                  <a:pt x="103" y="50"/>
                  <a:pt x="102" y="46"/>
                </a:cubicBezTo>
                <a:cubicBezTo>
                  <a:pt x="114" y="22"/>
                  <a:pt x="114" y="22"/>
                  <a:pt x="114" y="22"/>
                </a:cubicBezTo>
                <a:cubicBezTo>
                  <a:pt x="127" y="46"/>
                  <a:pt x="127" y="46"/>
                  <a:pt x="127" y="46"/>
                </a:cubicBezTo>
                <a:cubicBezTo>
                  <a:pt x="126" y="50"/>
                  <a:pt x="123" y="57"/>
                  <a:pt x="114" y="5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8" name="Freeform 20"/>
          <p:cNvSpPr/>
          <p:nvPr/>
        </p:nvSpPr>
        <p:spPr>
          <a:xfrm>
            <a:off x="7950600" y="5307120"/>
            <a:ext cx="253080" cy="295920"/>
          </a:xfrm>
          <a:custGeom>
            <a:avLst/>
            <a:gdLst>
              <a:gd name="textAreaLeft" fmla="*/ 0 w 253080"/>
              <a:gd name="textAreaRight" fmla="*/ 254160 w 253080"/>
              <a:gd name="textAreaTop" fmla="*/ 0 h 295920"/>
              <a:gd name="textAreaBottom" fmla="*/ 297000 h 295920"/>
            </a:gdLst>
            <a:ahLst/>
            <a:rect l="textAreaLeft" t="textAreaTop" r="textAreaRight" b="textAreaBottom"/>
            <a:pathLst>
              <a:path w="107" h="125">
                <a:moveTo>
                  <a:pt x="91" y="7"/>
                </a:moveTo>
                <a:cubicBezTo>
                  <a:pt x="91" y="0"/>
                  <a:pt x="91" y="0"/>
                  <a:pt x="9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19"/>
                  <a:pt x="6" y="125"/>
                  <a:pt x="13" y="125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07" y="7"/>
                  <a:pt x="107" y="7"/>
                  <a:pt x="107" y="7"/>
                </a:cubicBezTo>
                <a:lnTo>
                  <a:pt x="91" y="7"/>
                </a:lnTo>
                <a:close/>
                <a:moveTo>
                  <a:pt x="7" y="13"/>
                </a:moveTo>
                <a:cubicBezTo>
                  <a:pt x="7" y="10"/>
                  <a:pt x="10" y="7"/>
                  <a:pt x="13" y="7"/>
                </a:cubicBezTo>
                <a:cubicBezTo>
                  <a:pt x="84" y="7"/>
                  <a:pt x="84" y="7"/>
                  <a:pt x="84" y="7"/>
                </a:cubicBezTo>
                <a:cubicBezTo>
                  <a:pt x="84" y="99"/>
                  <a:pt x="84" y="99"/>
                  <a:pt x="84" y="99"/>
                </a:cubicBezTo>
                <a:cubicBezTo>
                  <a:pt x="13" y="99"/>
                  <a:pt x="13" y="99"/>
                  <a:pt x="13" y="99"/>
                </a:cubicBezTo>
                <a:cubicBezTo>
                  <a:pt x="11" y="99"/>
                  <a:pt x="9" y="99"/>
                  <a:pt x="7" y="100"/>
                </a:cubicBezTo>
                <a:lnTo>
                  <a:pt x="7" y="13"/>
                </a:lnTo>
                <a:close/>
                <a:moveTo>
                  <a:pt x="99" y="118"/>
                </a:moveTo>
                <a:cubicBezTo>
                  <a:pt x="13" y="118"/>
                  <a:pt x="13" y="118"/>
                  <a:pt x="13" y="118"/>
                </a:cubicBezTo>
                <a:cubicBezTo>
                  <a:pt x="10" y="118"/>
                  <a:pt x="7" y="115"/>
                  <a:pt x="7" y="112"/>
                </a:cubicBezTo>
                <a:cubicBezTo>
                  <a:pt x="7" y="109"/>
                  <a:pt x="10" y="106"/>
                  <a:pt x="13" y="106"/>
                </a:cubicBezTo>
                <a:cubicBezTo>
                  <a:pt x="91" y="106"/>
                  <a:pt x="91" y="106"/>
                  <a:pt x="91" y="106"/>
                </a:cubicBezTo>
                <a:cubicBezTo>
                  <a:pt x="91" y="15"/>
                  <a:pt x="91" y="15"/>
                  <a:pt x="91" y="15"/>
                </a:cubicBezTo>
                <a:cubicBezTo>
                  <a:pt x="99" y="15"/>
                  <a:pt x="99" y="15"/>
                  <a:pt x="99" y="15"/>
                </a:cubicBezTo>
                <a:lnTo>
                  <a:pt x="99" y="118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9" name="Freeform 21"/>
          <p:cNvSpPr/>
          <p:nvPr/>
        </p:nvSpPr>
        <p:spPr>
          <a:xfrm>
            <a:off x="7998120" y="5358240"/>
            <a:ext cx="127440" cy="57600"/>
          </a:xfrm>
          <a:custGeom>
            <a:avLst/>
            <a:gdLst>
              <a:gd name="textAreaLeft" fmla="*/ 0 w 127440"/>
              <a:gd name="textAreaRight" fmla="*/ 128520 w 127440"/>
              <a:gd name="textAreaTop" fmla="*/ 0 h 57600"/>
              <a:gd name="textAreaBottom" fmla="*/ 58680 h 57600"/>
            </a:gdLst>
            <a:ahLst/>
            <a:rect l="textAreaLeft" t="textAreaTop" r="textAreaRight" b="textAreaBottom"/>
            <a:pathLst>
              <a:path w="81" h="37">
                <a:moveTo>
                  <a:pt x="81" y="0"/>
                </a:moveTo>
                <a:lnTo>
                  <a:pt x="0" y="0"/>
                </a:lnTo>
                <a:lnTo>
                  <a:pt x="0" y="37"/>
                </a:lnTo>
                <a:lnTo>
                  <a:pt x="81" y="37"/>
                </a:lnTo>
                <a:lnTo>
                  <a:pt x="81" y="0"/>
                </a:lnTo>
                <a:close/>
                <a:moveTo>
                  <a:pt x="70" y="25"/>
                </a:moveTo>
                <a:lnTo>
                  <a:pt x="10" y="25"/>
                </a:lnTo>
                <a:lnTo>
                  <a:pt x="10" y="10"/>
                </a:lnTo>
                <a:lnTo>
                  <a:pt x="70" y="10"/>
                </a:lnTo>
                <a:lnTo>
                  <a:pt x="70" y="25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29160" bIns="2916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0" name="Freeform 22"/>
          <p:cNvSpPr/>
          <p:nvPr/>
        </p:nvSpPr>
        <p:spPr>
          <a:xfrm>
            <a:off x="3197520" y="5396040"/>
            <a:ext cx="284760" cy="186120"/>
          </a:xfrm>
          <a:custGeom>
            <a:avLst/>
            <a:gdLst>
              <a:gd name="textAreaLeft" fmla="*/ 0 w 284760"/>
              <a:gd name="textAreaRight" fmla="*/ 285840 w 284760"/>
              <a:gd name="textAreaTop" fmla="*/ 0 h 186120"/>
              <a:gd name="textAreaBottom" fmla="*/ 187200 h 186120"/>
            </a:gdLst>
            <a:ahLst/>
            <a:rect l="textAreaLeft" t="textAreaTop" r="textAreaRight" b="textAreaBottom"/>
            <a:pathLst>
              <a:path w="180" h="118">
                <a:moveTo>
                  <a:pt x="0" y="0"/>
                </a:moveTo>
                <a:lnTo>
                  <a:pt x="0" y="10"/>
                </a:lnTo>
                <a:lnTo>
                  <a:pt x="2" y="10"/>
                </a:lnTo>
                <a:lnTo>
                  <a:pt x="2" y="118"/>
                </a:lnTo>
                <a:lnTo>
                  <a:pt x="180" y="118"/>
                </a:lnTo>
                <a:lnTo>
                  <a:pt x="180" y="10"/>
                </a:lnTo>
                <a:lnTo>
                  <a:pt x="180" y="10"/>
                </a:lnTo>
                <a:lnTo>
                  <a:pt x="180" y="0"/>
                </a:lnTo>
                <a:lnTo>
                  <a:pt x="0" y="0"/>
                </a:lnTo>
                <a:close/>
                <a:moveTo>
                  <a:pt x="159" y="10"/>
                </a:moveTo>
                <a:lnTo>
                  <a:pt x="90" y="62"/>
                </a:lnTo>
                <a:lnTo>
                  <a:pt x="21" y="10"/>
                </a:lnTo>
                <a:lnTo>
                  <a:pt x="159" y="10"/>
                </a:lnTo>
                <a:close/>
                <a:moveTo>
                  <a:pt x="169" y="107"/>
                </a:moveTo>
                <a:lnTo>
                  <a:pt x="12" y="107"/>
                </a:lnTo>
                <a:lnTo>
                  <a:pt x="12" y="18"/>
                </a:lnTo>
                <a:lnTo>
                  <a:pt x="90" y="76"/>
                </a:lnTo>
                <a:lnTo>
                  <a:pt x="169" y="18"/>
                </a:lnTo>
                <a:lnTo>
                  <a:pt x="169" y="107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1" name="Freeform 23"/>
          <p:cNvSpPr/>
          <p:nvPr/>
        </p:nvSpPr>
        <p:spPr>
          <a:xfrm>
            <a:off x="3259440" y="5326200"/>
            <a:ext cx="162360" cy="60840"/>
          </a:xfrm>
          <a:custGeom>
            <a:avLst/>
            <a:gdLst>
              <a:gd name="textAreaLeft" fmla="*/ 0 w 162360"/>
              <a:gd name="textAreaRight" fmla="*/ 163440 w 162360"/>
              <a:gd name="textAreaTop" fmla="*/ 0 h 60840"/>
              <a:gd name="textAreaBottom" fmla="*/ 61920 h 60840"/>
            </a:gdLst>
            <a:ahLst/>
            <a:rect l="textAreaLeft" t="textAreaTop" r="textAreaRight" b="textAreaBottom"/>
            <a:pathLst>
              <a:path w="69" h="26">
                <a:moveTo>
                  <a:pt x="17" y="23"/>
                </a:moveTo>
                <a:cubicBezTo>
                  <a:pt x="17" y="14"/>
                  <a:pt x="25" y="8"/>
                  <a:pt x="34" y="8"/>
                </a:cubicBezTo>
                <a:cubicBezTo>
                  <a:pt x="43" y="8"/>
                  <a:pt x="50" y="14"/>
                  <a:pt x="50" y="23"/>
                </a:cubicBezTo>
                <a:cubicBezTo>
                  <a:pt x="50" y="26"/>
                  <a:pt x="50" y="26"/>
                  <a:pt x="50" y="26"/>
                </a:cubicBezTo>
                <a:cubicBezTo>
                  <a:pt x="69" y="26"/>
                  <a:pt x="69" y="26"/>
                  <a:pt x="69" y="26"/>
                </a:cubicBezTo>
                <a:cubicBezTo>
                  <a:pt x="69" y="19"/>
                  <a:pt x="69" y="19"/>
                  <a:pt x="69" y="19"/>
                </a:cubicBezTo>
                <a:cubicBezTo>
                  <a:pt x="57" y="19"/>
                  <a:pt x="57" y="19"/>
                  <a:pt x="57" y="19"/>
                </a:cubicBezTo>
                <a:cubicBezTo>
                  <a:pt x="55" y="9"/>
                  <a:pt x="45" y="0"/>
                  <a:pt x="34" y="0"/>
                </a:cubicBezTo>
                <a:cubicBezTo>
                  <a:pt x="22" y="0"/>
                  <a:pt x="12" y="9"/>
                  <a:pt x="10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6"/>
                  <a:pt x="0" y="26"/>
                  <a:pt x="0" y="26"/>
                </a:cubicBezTo>
                <a:cubicBezTo>
                  <a:pt x="17" y="26"/>
                  <a:pt x="17" y="26"/>
                  <a:pt x="17" y="26"/>
                </a:cubicBezTo>
                <a:lnTo>
                  <a:pt x="17" y="23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30960" bIns="3096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2" name="Freeform 24"/>
          <p:cNvSpPr/>
          <p:nvPr/>
        </p:nvSpPr>
        <p:spPr>
          <a:xfrm>
            <a:off x="3164400" y="3759480"/>
            <a:ext cx="297360" cy="300600"/>
          </a:xfrm>
          <a:custGeom>
            <a:avLst/>
            <a:gdLst>
              <a:gd name="textAreaLeft" fmla="*/ 0 w 297360"/>
              <a:gd name="textAreaRight" fmla="*/ 298440 w 297360"/>
              <a:gd name="textAreaTop" fmla="*/ 0 h 300600"/>
              <a:gd name="textAreaBottom" fmla="*/ 301680 h 300600"/>
            </a:gdLst>
            <a:ahLst/>
            <a:rect l="textAreaLeft" t="textAreaTop" r="textAreaRight" b="textAreaBottom"/>
            <a:pathLst>
              <a:path w="126" h="127">
                <a:moveTo>
                  <a:pt x="114" y="13"/>
                </a:moveTo>
                <a:cubicBezTo>
                  <a:pt x="102" y="1"/>
                  <a:pt x="82" y="0"/>
                  <a:pt x="69" y="11"/>
                </a:cubicBezTo>
                <a:cubicBezTo>
                  <a:pt x="66" y="8"/>
                  <a:pt x="66" y="8"/>
                  <a:pt x="66" y="8"/>
                </a:cubicBezTo>
                <a:cubicBezTo>
                  <a:pt x="50" y="24"/>
                  <a:pt x="50" y="24"/>
                  <a:pt x="50" y="24"/>
                </a:cubicBezTo>
                <a:cubicBezTo>
                  <a:pt x="55" y="28"/>
                  <a:pt x="55" y="28"/>
                  <a:pt x="55" y="28"/>
                </a:cubicBezTo>
                <a:cubicBezTo>
                  <a:pt x="52" y="34"/>
                  <a:pt x="52" y="39"/>
                  <a:pt x="53" y="45"/>
                </a:cubicBezTo>
                <a:cubicBezTo>
                  <a:pt x="2" y="106"/>
                  <a:pt x="2" y="106"/>
                  <a:pt x="2" y="106"/>
                </a:cubicBezTo>
                <a:cubicBezTo>
                  <a:pt x="9" y="113"/>
                  <a:pt x="9" y="113"/>
                  <a:pt x="9" y="113"/>
                </a:cubicBezTo>
                <a:cubicBezTo>
                  <a:pt x="0" y="122"/>
                  <a:pt x="0" y="122"/>
                  <a:pt x="0" y="122"/>
                </a:cubicBezTo>
                <a:cubicBezTo>
                  <a:pt x="5" y="127"/>
                  <a:pt x="5" y="127"/>
                  <a:pt x="5" y="127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21" y="125"/>
                  <a:pt x="21" y="125"/>
                  <a:pt x="21" y="125"/>
                </a:cubicBezTo>
                <a:cubicBezTo>
                  <a:pt x="82" y="74"/>
                  <a:pt x="82" y="74"/>
                  <a:pt x="82" y="74"/>
                </a:cubicBezTo>
                <a:cubicBezTo>
                  <a:pt x="83" y="74"/>
                  <a:pt x="85" y="74"/>
                  <a:pt x="86" y="74"/>
                </a:cubicBezTo>
                <a:cubicBezTo>
                  <a:pt x="90" y="74"/>
                  <a:pt x="94" y="73"/>
                  <a:pt x="98" y="72"/>
                </a:cubicBezTo>
                <a:cubicBezTo>
                  <a:pt x="103" y="77"/>
                  <a:pt x="103" y="77"/>
                  <a:pt x="103" y="77"/>
                </a:cubicBezTo>
                <a:cubicBezTo>
                  <a:pt x="119" y="61"/>
                  <a:pt x="119" y="61"/>
                  <a:pt x="119" y="61"/>
                </a:cubicBezTo>
                <a:cubicBezTo>
                  <a:pt x="115" y="57"/>
                  <a:pt x="115" y="57"/>
                  <a:pt x="115" y="57"/>
                </a:cubicBezTo>
                <a:cubicBezTo>
                  <a:pt x="126" y="44"/>
                  <a:pt x="126" y="25"/>
                  <a:pt x="114" y="13"/>
                </a:cubicBezTo>
                <a:close/>
                <a:moveTo>
                  <a:pt x="21" y="115"/>
                </a:moveTo>
                <a:cubicBezTo>
                  <a:pt x="11" y="105"/>
                  <a:pt x="11" y="105"/>
                  <a:pt x="11" y="105"/>
                </a:cubicBezTo>
                <a:cubicBezTo>
                  <a:pt x="55" y="53"/>
                  <a:pt x="55" y="53"/>
                  <a:pt x="55" y="53"/>
                </a:cubicBezTo>
                <a:cubicBezTo>
                  <a:pt x="57" y="57"/>
                  <a:pt x="59" y="61"/>
                  <a:pt x="62" y="64"/>
                </a:cubicBezTo>
                <a:cubicBezTo>
                  <a:pt x="66" y="67"/>
                  <a:pt x="69" y="70"/>
                  <a:pt x="73" y="71"/>
                </a:cubicBezTo>
                <a:lnTo>
                  <a:pt x="21" y="115"/>
                </a:lnTo>
                <a:close/>
                <a:moveTo>
                  <a:pt x="67" y="59"/>
                </a:moveTo>
                <a:cubicBezTo>
                  <a:pt x="61" y="52"/>
                  <a:pt x="58" y="43"/>
                  <a:pt x="60" y="34"/>
                </a:cubicBezTo>
                <a:cubicBezTo>
                  <a:pt x="92" y="66"/>
                  <a:pt x="92" y="66"/>
                  <a:pt x="92" y="66"/>
                </a:cubicBezTo>
                <a:cubicBezTo>
                  <a:pt x="84" y="68"/>
                  <a:pt x="74" y="66"/>
                  <a:pt x="67" y="59"/>
                </a:cubicBezTo>
                <a:close/>
                <a:moveTo>
                  <a:pt x="103" y="66"/>
                </a:moveTo>
                <a:cubicBezTo>
                  <a:pt x="60" y="24"/>
                  <a:pt x="60" y="24"/>
                  <a:pt x="60" y="24"/>
                </a:cubicBezTo>
                <a:cubicBezTo>
                  <a:pt x="66" y="18"/>
                  <a:pt x="66" y="18"/>
                  <a:pt x="66" y="18"/>
                </a:cubicBezTo>
                <a:cubicBezTo>
                  <a:pt x="108" y="61"/>
                  <a:pt x="108" y="61"/>
                  <a:pt x="108" y="61"/>
                </a:cubicBezTo>
                <a:lnTo>
                  <a:pt x="103" y="66"/>
                </a:lnTo>
                <a:close/>
                <a:moveTo>
                  <a:pt x="74" y="16"/>
                </a:moveTo>
                <a:cubicBezTo>
                  <a:pt x="85" y="8"/>
                  <a:pt x="99" y="9"/>
                  <a:pt x="109" y="18"/>
                </a:cubicBezTo>
                <a:cubicBezTo>
                  <a:pt x="118" y="27"/>
                  <a:pt x="118" y="42"/>
                  <a:pt x="110" y="52"/>
                </a:cubicBezTo>
                <a:lnTo>
                  <a:pt x="74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3" name="Freeform 25"/>
          <p:cNvSpPr/>
          <p:nvPr/>
        </p:nvSpPr>
        <p:spPr>
          <a:xfrm>
            <a:off x="7942680" y="2227680"/>
            <a:ext cx="267120" cy="289440"/>
          </a:xfrm>
          <a:custGeom>
            <a:avLst/>
            <a:gdLst>
              <a:gd name="textAreaLeft" fmla="*/ 0 w 267120"/>
              <a:gd name="textAreaRight" fmla="*/ 268200 w 267120"/>
              <a:gd name="textAreaTop" fmla="*/ 0 h 289440"/>
              <a:gd name="textAreaBottom" fmla="*/ 290520 h 289440"/>
            </a:gdLst>
            <a:ahLst/>
            <a:rect l="textAreaLeft" t="textAreaTop" r="textAreaRight" b="textAreaBottom"/>
            <a:pathLst>
              <a:path w="169" h="183">
                <a:moveTo>
                  <a:pt x="101" y="48"/>
                </a:moveTo>
                <a:lnTo>
                  <a:pt x="122" y="5"/>
                </a:lnTo>
                <a:lnTo>
                  <a:pt x="113" y="0"/>
                </a:lnTo>
                <a:lnTo>
                  <a:pt x="89" y="48"/>
                </a:lnTo>
                <a:lnTo>
                  <a:pt x="80" y="48"/>
                </a:lnTo>
                <a:lnTo>
                  <a:pt x="66" y="18"/>
                </a:lnTo>
                <a:lnTo>
                  <a:pt x="56" y="23"/>
                </a:lnTo>
                <a:lnTo>
                  <a:pt x="68" y="48"/>
                </a:lnTo>
                <a:lnTo>
                  <a:pt x="0" y="48"/>
                </a:lnTo>
                <a:lnTo>
                  <a:pt x="0" y="183"/>
                </a:lnTo>
                <a:lnTo>
                  <a:pt x="169" y="183"/>
                </a:lnTo>
                <a:lnTo>
                  <a:pt x="169" y="48"/>
                </a:lnTo>
                <a:lnTo>
                  <a:pt x="101" y="48"/>
                </a:lnTo>
                <a:close/>
                <a:moveTo>
                  <a:pt x="159" y="172"/>
                </a:moveTo>
                <a:lnTo>
                  <a:pt x="11" y="172"/>
                </a:lnTo>
                <a:lnTo>
                  <a:pt x="11" y="59"/>
                </a:lnTo>
                <a:lnTo>
                  <a:pt x="159" y="59"/>
                </a:lnTo>
                <a:lnTo>
                  <a:pt x="159" y="172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4" name="Freeform 26"/>
          <p:cNvSpPr/>
          <p:nvPr/>
        </p:nvSpPr>
        <p:spPr>
          <a:xfrm>
            <a:off x="7974360" y="2332440"/>
            <a:ext cx="201960" cy="141840"/>
          </a:xfrm>
          <a:custGeom>
            <a:avLst/>
            <a:gdLst>
              <a:gd name="textAreaLeft" fmla="*/ 0 w 201960"/>
              <a:gd name="textAreaRight" fmla="*/ 203040 w 201960"/>
              <a:gd name="textAreaTop" fmla="*/ 0 h 141840"/>
              <a:gd name="textAreaBottom" fmla="*/ 142920 h 141840"/>
            </a:gdLst>
            <a:ahLst/>
            <a:rect l="textAreaLeft" t="textAreaTop" r="textAreaRight" b="textAreaBottom"/>
            <a:pathLst>
              <a:path w="128" h="90">
                <a:moveTo>
                  <a:pt x="124" y="90"/>
                </a:moveTo>
                <a:lnTo>
                  <a:pt x="128" y="90"/>
                </a:lnTo>
                <a:lnTo>
                  <a:pt x="128" y="0"/>
                </a:lnTo>
                <a:lnTo>
                  <a:pt x="0" y="0"/>
                </a:lnTo>
                <a:lnTo>
                  <a:pt x="0" y="6"/>
                </a:lnTo>
                <a:lnTo>
                  <a:pt x="0" y="6"/>
                </a:lnTo>
                <a:lnTo>
                  <a:pt x="0" y="90"/>
                </a:lnTo>
                <a:lnTo>
                  <a:pt x="124" y="90"/>
                </a:lnTo>
                <a:lnTo>
                  <a:pt x="124" y="90"/>
                </a:lnTo>
                <a:close/>
                <a:moveTo>
                  <a:pt x="118" y="79"/>
                </a:moveTo>
                <a:lnTo>
                  <a:pt x="12" y="79"/>
                </a:lnTo>
                <a:lnTo>
                  <a:pt x="12" y="11"/>
                </a:lnTo>
                <a:lnTo>
                  <a:pt x="118" y="11"/>
                </a:lnTo>
                <a:lnTo>
                  <a:pt x="118" y="7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5" name="Line 27"/>
          <p:cNvSpPr/>
          <p:nvPr/>
        </p:nvSpPr>
        <p:spPr>
          <a:xfrm>
            <a:off x="3803760" y="2033640"/>
            <a:ext cx="360" cy="67788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6" name="Line 28"/>
          <p:cNvSpPr/>
          <p:nvPr/>
        </p:nvSpPr>
        <p:spPr>
          <a:xfrm>
            <a:off x="3803760" y="3573720"/>
            <a:ext cx="360" cy="67932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7" name="Line 29"/>
          <p:cNvSpPr/>
          <p:nvPr/>
        </p:nvSpPr>
        <p:spPr>
          <a:xfrm>
            <a:off x="3803760" y="5118120"/>
            <a:ext cx="360" cy="67644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8" name="Line 30"/>
          <p:cNvSpPr/>
          <p:nvPr/>
        </p:nvSpPr>
        <p:spPr>
          <a:xfrm>
            <a:off x="8531280" y="2033640"/>
            <a:ext cx="360" cy="67788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79" name="Line 31"/>
          <p:cNvSpPr/>
          <p:nvPr/>
        </p:nvSpPr>
        <p:spPr>
          <a:xfrm>
            <a:off x="8531280" y="3573720"/>
            <a:ext cx="360" cy="67932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80" name="Line 32"/>
          <p:cNvSpPr/>
          <p:nvPr/>
        </p:nvSpPr>
        <p:spPr>
          <a:xfrm>
            <a:off x="8531280" y="5118120"/>
            <a:ext cx="360" cy="67644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81" name="직사각형 116"/>
          <p:cNvSpPr/>
          <p:nvPr/>
        </p:nvSpPr>
        <p:spPr>
          <a:xfrm>
            <a:off x="3866040" y="208620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01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2" name="직사각형 117"/>
          <p:cNvSpPr/>
          <p:nvPr/>
        </p:nvSpPr>
        <p:spPr>
          <a:xfrm>
            <a:off x="3866040" y="362376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03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3" name="직사각형 118"/>
          <p:cNvSpPr/>
          <p:nvPr/>
        </p:nvSpPr>
        <p:spPr>
          <a:xfrm>
            <a:off x="3866040" y="516924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05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4" name="직사각형 119"/>
          <p:cNvSpPr/>
          <p:nvPr/>
        </p:nvSpPr>
        <p:spPr>
          <a:xfrm>
            <a:off x="8597520" y="208620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02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5" name="직사각형 120"/>
          <p:cNvSpPr/>
          <p:nvPr/>
        </p:nvSpPr>
        <p:spPr>
          <a:xfrm>
            <a:off x="8597520" y="362376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04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6" name="직사각형 121"/>
          <p:cNvSpPr/>
          <p:nvPr/>
        </p:nvSpPr>
        <p:spPr>
          <a:xfrm>
            <a:off x="8597520" y="516924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06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7" name="직사각형 122"/>
          <p:cNvSpPr/>
          <p:nvPr/>
        </p:nvSpPr>
        <p:spPr>
          <a:xfrm>
            <a:off x="1015920" y="1984320"/>
            <a:ext cx="1617480" cy="200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8" name="직사각형 123"/>
          <p:cNvSpPr/>
          <p:nvPr/>
        </p:nvSpPr>
        <p:spPr>
          <a:xfrm>
            <a:off x="251640" y="2174760"/>
            <a:ext cx="695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2016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9" name="직사각형 125"/>
          <p:cNvSpPr/>
          <p:nvPr/>
        </p:nvSpPr>
        <p:spPr>
          <a:xfrm>
            <a:off x="251640" y="3715920"/>
            <a:ext cx="695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2018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0" name="직사각형 127"/>
          <p:cNvSpPr/>
          <p:nvPr/>
        </p:nvSpPr>
        <p:spPr>
          <a:xfrm>
            <a:off x="251640" y="5257440"/>
            <a:ext cx="695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2020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1" name="직사각형 129"/>
          <p:cNvSpPr/>
          <p:nvPr/>
        </p:nvSpPr>
        <p:spPr>
          <a:xfrm>
            <a:off x="4970160" y="2174760"/>
            <a:ext cx="695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2017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2" name="직사각형 131"/>
          <p:cNvSpPr/>
          <p:nvPr/>
        </p:nvSpPr>
        <p:spPr>
          <a:xfrm>
            <a:off x="4970160" y="3725640"/>
            <a:ext cx="695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2019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3" name="직사각형 133"/>
          <p:cNvSpPr/>
          <p:nvPr/>
        </p:nvSpPr>
        <p:spPr>
          <a:xfrm>
            <a:off x="4970160" y="5257440"/>
            <a:ext cx="695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2021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4" name="직사각형 51"/>
          <p:cNvSpPr/>
          <p:nvPr/>
        </p:nvSpPr>
        <p:spPr>
          <a:xfrm>
            <a:off x="1015920" y="3510360"/>
            <a:ext cx="1617480" cy="200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5" name="직사각형 54"/>
          <p:cNvSpPr/>
          <p:nvPr/>
        </p:nvSpPr>
        <p:spPr>
          <a:xfrm>
            <a:off x="1015920" y="5049360"/>
            <a:ext cx="1617480" cy="200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6" name="직사각형 55"/>
          <p:cNvSpPr/>
          <p:nvPr/>
        </p:nvSpPr>
        <p:spPr>
          <a:xfrm>
            <a:off x="5732280" y="1984320"/>
            <a:ext cx="1617480" cy="200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7" name="직사각형 56"/>
          <p:cNvSpPr/>
          <p:nvPr/>
        </p:nvSpPr>
        <p:spPr>
          <a:xfrm>
            <a:off x="5732280" y="3510360"/>
            <a:ext cx="1617480" cy="200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8" name="직사각형 57"/>
          <p:cNvSpPr/>
          <p:nvPr/>
        </p:nvSpPr>
        <p:spPr>
          <a:xfrm>
            <a:off x="5732280" y="5049360"/>
            <a:ext cx="1617480" cy="200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2" name="PlaceHolder 4"/>
          <p:cNvSpPr>
            <a:spLocks noGrp="1"/>
          </p:cNvSpPr>
          <p:nvPr>
            <p:ph type="sldNum" idx="7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B75167-6139-4BFD-B57C-8B4AB76FE82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03" name="PlaceHolder 5"/>
          <p:cNvSpPr>
            <a:spLocks noGrp="1"/>
          </p:cNvSpPr>
          <p:nvPr>
            <p:ph type="ftr" idx="7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04" name="직사각형 19"/>
          <p:cNvSpPr/>
          <p:nvPr/>
        </p:nvSpPr>
        <p:spPr>
          <a:xfrm>
            <a:off x="1511640" y="2258280"/>
            <a:ext cx="3418920" cy="2927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05" name="직사각형 20"/>
          <p:cNvSpPr/>
          <p:nvPr/>
        </p:nvSpPr>
        <p:spPr>
          <a:xfrm>
            <a:off x="1004040" y="2258280"/>
            <a:ext cx="506520" cy="2927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8da5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" rIns="36000" tIns="45000" bIns="45000" anchor="t">
            <a:noAutofit/>
          </a:bodyPr>
          <a:p>
            <a:pPr algn="ctr" defTabSz="457200">
              <a:lnSpc>
                <a:spcPct val="150000"/>
              </a:lnSpc>
              <a:tabLst>
                <a:tab algn="l" pos="0"/>
              </a:tabLst>
            </a:pPr>
            <a:r>
              <a:rPr b="0" lang="ko-KR" sz="1600" spc="-21" strike="noStrike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장점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6" name="직사각형 21"/>
          <p:cNvSpPr/>
          <p:nvPr/>
        </p:nvSpPr>
        <p:spPr>
          <a:xfrm>
            <a:off x="4991040" y="2258280"/>
            <a:ext cx="3418920" cy="29275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07" name="직사각형 22"/>
          <p:cNvSpPr/>
          <p:nvPr/>
        </p:nvSpPr>
        <p:spPr>
          <a:xfrm>
            <a:off x="8411040" y="2258280"/>
            <a:ext cx="506520" cy="2927520"/>
          </a:xfrm>
          <a:prstGeom prst="rect">
            <a:avLst/>
          </a:prstGeom>
          <a:solidFill>
            <a:schemeClr val="accent3"/>
          </a:solidFill>
          <a:ln>
            <a:solidFill>
              <a:srgbClr val="b7d0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36000" rIns="36000" tIns="45000" bIns="45000" anchor="t">
            <a:noAutofit/>
          </a:bodyPr>
          <a:p>
            <a:pPr algn="ctr" defTabSz="457200">
              <a:lnSpc>
                <a:spcPct val="150000"/>
              </a:lnSpc>
              <a:tabLst>
                <a:tab algn="l" pos="0"/>
              </a:tabLst>
            </a:pPr>
            <a:r>
              <a:rPr b="0" lang="ko-KR" sz="1600" spc="-21" strike="noStrike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단점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8" name="직사각형 23"/>
          <p:cNvSpPr/>
          <p:nvPr/>
        </p:nvSpPr>
        <p:spPr>
          <a:xfrm>
            <a:off x="1598760" y="2446200"/>
            <a:ext cx="3230280" cy="30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9" name="직사각형 24"/>
          <p:cNvSpPr/>
          <p:nvPr/>
        </p:nvSpPr>
        <p:spPr>
          <a:xfrm>
            <a:off x="5085360" y="2446200"/>
            <a:ext cx="3230280" cy="30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0" name="takeaway_box"/>
          <p:cNvSpPr/>
          <p:nvPr/>
        </p:nvSpPr>
        <p:spPr>
          <a:xfrm>
            <a:off x="1004040" y="5531760"/>
            <a:ext cx="7913520" cy="5306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1" name="Rectangle 6"/>
          <p:cNvSpPr/>
          <p:nvPr/>
        </p:nvSpPr>
        <p:spPr>
          <a:xfrm>
            <a:off x="804600" y="1653840"/>
            <a:ext cx="8258400" cy="506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6" name="PlaceHolder 5"/>
          <p:cNvSpPr>
            <a:spLocks noGrp="1"/>
          </p:cNvSpPr>
          <p:nvPr>
            <p:ph type="sldNum" idx="7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1BEF57-C196-4E14-85F4-6D57B89256B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17" name="PlaceHolder 6"/>
          <p:cNvSpPr>
            <a:spLocks noGrp="1"/>
          </p:cNvSpPr>
          <p:nvPr>
            <p:ph type="ftr" idx="7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818" name="그룹 6"/>
          <p:cNvGrpSpPr/>
          <p:nvPr/>
        </p:nvGrpSpPr>
        <p:grpSpPr>
          <a:xfrm>
            <a:off x="2901960" y="2216160"/>
            <a:ext cx="3999240" cy="3999240"/>
            <a:chOff x="2901960" y="2216160"/>
            <a:chExt cx="3999240" cy="3999240"/>
          </a:xfrm>
        </p:grpSpPr>
        <p:sp>
          <p:nvSpPr>
            <p:cNvPr id="819" name="직사각형 7"/>
            <p:cNvSpPr/>
            <p:nvPr/>
          </p:nvSpPr>
          <p:spPr>
            <a:xfrm>
              <a:off x="2901960" y="2216160"/>
              <a:ext cx="1999080" cy="19990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20" name="직사각형 8"/>
            <p:cNvSpPr/>
            <p:nvPr/>
          </p:nvSpPr>
          <p:spPr>
            <a:xfrm>
              <a:off x="4902120" y="2216160"/>
              <a:ext cx="1999080" cy="199908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8ba2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21" name="직사각형 9"/>
            <p:cNvSpPr/>
            <p:nvPr/>
          </p:nvSpPr>
          <p:spPr>
            <a:xfrm>
              <a:off x="2901960" y="4216320"/>
              <a:ext cx="1999080" cy="199908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8ba2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22" name="직사각형 10"/>
            <p:cNvSpPr/>
            <p:nvPr/>
          </p:nvSpPr>
          <p:spPr>
            <a:xfrm>
              <a:off x="4902120" y="4216320"/>
              <a:ext cx="1999080" cy="19990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23" name="직사각형 11"/>
            <p:cNvSpPr/>
            <p:nvPr/>
          </p:nvSpPr>
          <p:spPr>
            <a:xfrm>
              <a:off x="3902040" y="3216240"/>
              <a:ext cx="1999080" cy="1999080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824" name="Group 25"/>
          <p:cNvGrpSpPr/>
          <p:nvPr/>
        </p:nvGrpSpPr>
        <p:grpSpPr>
          <a:xfrm>
            <a:off x="3132360" y="2302920"/>
            <a:ext cx="1538640" cy="551160"/>
            <a:chOff x="3132360" y="2302920"/>
            <a:chExt cx="1538640" cy="551160"/>
          </a:xfrm>
        </p:grpSpPr>
        <p:sp>
          <p:nvSpPr>
            <p:cNvPr id="825" name="TextBox 17"/>
            <p:cNvSpPr/>
            <p:nvPr/>
          </p:nvSpPr>
          <p:spPr>
            <a:xfrm>
              <a:off x="3132360" y="2545200"/>
              <a:ext cx="15386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26" name="TextBox 18"/>
            <p:cNvSpPr/>
            <p:nvPr/>
          </p:nvSpPr>
          <p:spPr>
            <a:xfrm>
              <a:off x="3132360" y="2302920"/>
              <a:ext cx="15386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827" name="Group 25"/>
          <p:cNvGrpSpPr/>
          <p:nvPr/>
        </p:nvGrpSpPr>
        <p:grpSpPr>
          <a:xfrm>
            <a:off x="5132160" y="2302920"/>
            <a:ext cx="1538640" cy="530640"/>
            <a:chOff x="5132160" y="2302920"/>
            <a:chExt cx="1538640" cy="530640"/>
          </a:xfrm>
        </p:grpSpPr>
        <p:sp>
          <p:nvSpPr>
            <p:cNvPr id="828" name="TextBox 23"/>
            <p:cNvSpPr/>
            <p:nvPr/>
          </p:nvSpPr>
          <p:spPr>
            <a:xfrm>
              <a:off x="5132160" y="2524680"/>
              <a:ext cx="15386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29" name="TextBox 24"/>
            <p:cNvSpPr/>
            <p:nvPr/>
          </p:nvSpPr>
          <p:spPr>
            <a:xfrm>
              <a:off x="5132160" y="2302920"/>
              <a:ext cx="15386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830" name="Group 25"/>
          <p:cNvGrpSpPr/>
          <p:nvPr/>
        </p:nvGrpSpPr>
        <p:grpSpPr>
          <a:xfrm>
            <a:off x="3132360" y="5542560"/>
            <a:ext cx="1538640" cy="551160"/>
            <a:chOff x="3132360" y="5542560"/>
            <a:chExt cx="1538640" cy="551160"/>
          </a:xfrm>
        </p:grpSpPr>
        <p:sp>
          <p:nvSpPr>
            <p:cNvPr id="831" name="TextBox 35"/>
            <p:cNvSpPr/>
            <p:nvPr/>
          </p:nvSpPr>
          <p:spPr>
            <a:xfrm>
              <a:off x="3132360" y="5784840"/>
              <a:ext cx="15386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32" name="TextBox 36"/>
            <p:cNvSpPr/>
            <p:nvPr/>
          </p:nvSpPr>
          <p:spPr>
            <a:xfrm>
              <a:off x="3132360" y="5542560"/>
              <a:ext cx="15386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833" name="Group 25"/>
          <p:cNvGrpSpPr/>
          <p:nvPr/>
        </p:nvGrpSpPr>
        <p:grpSpPr>
          <a:xfrm>
            <a:off x="5132160" y="5542560"/>
            <a:ext cx="1538640" cy="530640"/>
            <a:chOff x="5132160" y="5542560"/>
            <a:chExt cx="1538640" cy="530640"/>
          </a:xfrm>
        </p:grpSpPr>
        <p:sp>
          <p:nvSpPr>
            <p:cNvPr id="834" name="TextBox 38"/>
            <p:cNvSpPr/>
            <p:nvPr/>
          </p:nvSpPr>
          <p:spPr>
            <a:xfrm>
              <a:off x="5132160" y="5764320"/>
              <a:ext cx="15386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35" name="TextBox 39"/>
            <p:cNvSpPr/>
            <p:nvPr/>
          </p:nvSpPr>
          <p:spPr>
            <a:xfrm>
              <a:off x="5132160" y="5542560"/>
              <a:ext cx="15386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9" name="PlaceHolder 4"/>
          <p:cNvSpPr>
            <a:spLocks noGrp="1"/>
          </p:cNvSpPr>
          <p:nvPr>
            <p:ph type="sldNum" idx="7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401C92-86BF-4D77-81BA-C412158C3CF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40" name="PlaceHolder 5"/>
          <p:cNvSpPr>
            <a:spLocks noGrp="1"/>
          </p:cNvSpPr>
          <p:nvPr>
            <p:ph type="ftr" idx="7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41" name="Rectangle 10"/>
          <p:cNvSpPr/>
          <p:nvPr/>
        </p:nvSpPr>
        <p:spPr>
          <a:xfrm>
            <a:off x="1456200" y="1973880"/>
            <a:ext cx="1374120" cy="1836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2" name="Rectangle 11"/>
          <p:cNvSpPr/>
          <p:nvPr/>
        </p:nvSpPr>
        <p:spPr>
          <a:xfrm>
            <a:off x="2239560" y="3677760"/>
            <a:ext cx="879120" cy="3682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3" name="Rectangle 12"/>
          <p:cNvSpPr/>
          <p:nvPr/>
        </p:nvSpPr>
        <p:spPr>
          <a:xfrm>
            <a:off x="3197520" y="6117480"/>
            <a:ext cx="902520" cy="1825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4" name="Rectangle 13"/>
          <p:cNvSpPr/>
          <p:nvPr/>
        </p:nvSpPr>
        <p:spPr>
          <a:xfrm>
            <a:off x="6689880" y="6123960"/>
            <a:ext cx="902520" cy="1825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5" name="Rectangle 14"/>
          <p:cNvSpPr/>
          <p:nvPr/>
        </p:nvSpPr>
        <p:spPr>
          <a:xfrm>
            <a:off x="4568040" y="5932800"/>
            <a:ext cx="1242000" cy="3682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846" name="Group 97"/>
          <p:cNvGrpSpPr/>
          <p:nvPr/>
        </p:nvGrpSpPr>
        <p:grpSpPr>
          <a:xfrm>
            <a:off x="3192480" y="1973880"/>
            <a:ext cx="3996360" cy="3831480"/>
            <a:chOff x="3192480" y="1973880"/>
            <a:chExt cx="3996360" cy="3831480"/>
          </a:xfrm>
        </p:grpSpPr>
        <p:sp>
          <p:nvSpPr>
            <p:cNvPr id="847" name="Rectangle 4"/>
            <p:cNvSpPr/>
            <p:nvPr/>
          </p:nvSpPr>
          <p:spPr>
            <a:xfrm>
              <a:off x="3192480" y="3879000"/>
              <a:ext cx="1996200" cy="192636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000" rIns="5400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48" name="Rectangle 5"/>
            <p:cNvSpPr/>
            <p:nvPr/>
          </p:nvSpPr>
          <p:spPr>
            <a:xfrm>
              <a:off x="3192480" y="1973880"/>
              <a:ext cx="1996200" cy="19040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720" rIns="5472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r>
                <a:rPr b="0" lang="en-US" sz="12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49" name="Rectangle 6"/>
            <p:cNvSpPr/>
            <p:nvPr/>
          </p:nvSpPr>
          <p:spPr>
            <a:xfrm>
              <a:off x="5189760" y="3879000"/>
              <a:ext cx="1999080" cy="192636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720" rIns="5472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r>
                <a:rPr b="0" lang="en-US" sz="12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50" name="Rectangle 44"/>
            <p:cNvSpPr/>
            <p:nvPr/>
          </p:nvSpPr>
          <p:spPr>
            <a:xfrm>
              <a:off x="5189760" y="1973880"/>
              <a:ext cx="1999080" cy="19040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720" rIns="5472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r>
                <a:rPr b="0" lang="en-US" sz="12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851" name="Straight Arrow Connector 93"/>
          <p:cNvCxnSpPr/>
          <p:nvPr/>
        </p:nvCxnSpPr>
        <p:spPr>
          <a:xfrm flipH="1">
            <a:off x="3192120" y="6024960"/>
            <a:ext cx="1285560" cy="108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cxnSp>
        <p:nvCxnSpPr>
          <p:cNvPr id="852" name="Straight Arrow Connector 94"/>
          <p:cNvCxnSpPr/>
          <p:nvPr/>
        </p:nvCxnSpPr>
        <p:spPr>
          <a:xfrm>
            <a:off x="5904360" y="6024960"/>
            <a:ext cx="1286280" cy="108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sp>
        <p:nvSpPr>
          <p:cNvPr id="853" name="ColumnHeader"/>
          <p:cNvSpPr/>
          <p:nvPr/>
        </p:nvSpPr>
        <p:spPr>
          <a:xfrm>
            <a:off x="3192480" y="1484280"/>
            <a:ext cx="399636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854" name="Straight Arrow Connector 93"/>
          <p:cNvCxnSpPr/>
          <p:nvPr/>
        </p:nvCxnSpPr>
        <p:spPr>
          <a:xfrm flipV="1">
            <a:off x="2984760" y="1973880"/>
            <a:ext cx="1080" cy="145620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cxnSp>
        <p:nvCxnSpPr>
          <p:cNvPr id="855" name="Straight Arrow Connector 94"/>
          <p:cNvCxnSpPr/>
          <p:nvPr/>
        </p:nvCxnSpPr>
        <p:spPr>
          <a:xfrm>
            <a:off x="2984760" y="4295520"/>
            <a:ext cx="1080" cy="151200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sp>
        <p:nvSpPr>
          <p:cNvPr id="856" name="Rectangle 10"/>
          <p:cNvSpPr/>
          <p:nvPr/>
        </p:nvSpPr>
        <p:spPr>
          <a:xfrm>
            <a:off x="1456200" y="5638680"/>
            <a:ext cx="1374120" cy="1663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 </a:t>
            </a: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5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0" name="PlaceHolder 4"/>
          <p:cNvSpPr>
            <a:spLocks noGrp="1"/>
          </p:cNvSpPr>
          <p:nvPr>
            <p:ph type="sldNum" idx="7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899ED5-4D86-4BB3-BB6D-F599C3DC95FA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61" name="PlaceHolder 5"/>
          <p:cNvSpPr>
            <a:spLocks noGrp="1"/>
          </p:cNvSpPr>
          <p:nvPr>
            <p:ph type="ftr" idx="7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62" name="왼쪽/오른쪽 화살표 5"/>
          <p:cNvSpPr/>
          <p:nvPr/>
        </p:nvSpPr>
        <p:spPr>
          <a:xfrm rot="5400000">
            <a:off x="-585000" y="3579480"/>
            <a:ext cx="4127400" cy="28692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63" name="TextBox 6"/>
          <p:cNvSpPr/>
          <p:nvPr/>
        </p:nvSpPr>
        <p:spPr>
          <a:xfrm>
            <a:off x="775800" y="3480120"/>
            <a:ext cx="60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중요도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4" name="TextBox 7"/>
          <p:cNvSpPr/>
          <p:nvPr/>
        </p:nvSpPr>
        <p:spPr>
          <a:xfrm>
            <a:off x="846360" y="1578960"/>
            <a:ext cx="46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높음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5" name="TextBox 8"/>
          <p:cNvSpPr/>
          <p:nvPr/>
        </p:nvSpPr>
        <p:spPr>
          <a:xfrm>
            <a:off x="846360" y="5573520"/>
            <a:ext cx="46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낮음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6" name="왼쪽/오른쪽 화살표 10"/>
          <p:cNvSpPr/>
          <p:nvPr/>
        </p:nvSpPr>
        <p:spPr>
          <a:xfrm>
            <a:off x="1685160" y="5691960"/>
            <a:ext cx="6547680" cy="28692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67" name="TextBox 11"/>
          <p:cNvSpPr/>
          <p:nvPr/>
        </p:nvSpPr>
        <p:spPr>
          <a:xfrm>
            <a:off x="4656240" y="5897160"/>
            <a:ext cx="60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긴급도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8" name="TextBox 12"/>
          <p:cNvSpPr/>
          <p:nvPr/>
        </p:nvSpPr>
        <p:spPr>
          <a:xfrm>
            <a:off x="7870320" y="5928120"/>
            <a:ext cx="46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낮음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9" name="TextBox 13"/>
          <p:cNvSpPr/>
          <p:nvPr/>
        </p:nvSpPr>
        <p:spPr>
          <a:xfrm>
            <a:off x="1610280" y="5928120"/>
            <a:ext cx="46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높음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870" name="그룹 15"/>
          <p:cNvGrpSpPr/>
          <p:nvPr/>
        </p:nvGrpSpPr>
        <p:grpSpPr>
          <a:xfrm>
            <a:off x="1671120" y="1659240"/>
            <a:ext cx="3237480" cy="1936080"/>
            <a:chOff x="1671120" y="1659240"/>
            <a:chExt cx="3237480" cy="1936080"/>
          </a:xfrm>
        </p:grpSpPr>
        <p:sp>
          <p:nvSpPr>
            <p:cNvPr id="871" name="직사각형 31"/>
            <p:cNvSpPr/>
            <p:nvPr/>
          </p:nvSpPr>
          <p:spPr>
            <a:xfrm>
              <a:off x="1671120" y="1659240"/>
              <a:ext cx="3237480" cy="3589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0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1 </a:t>
              </a: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 </a:t>
              </a:r>
              <a:endParaRPr b="0" lang="en-US" sz="1600" spc="-1" strike="noStrike">
                <a:solidFill>
                  <a:srgbClr val="ffffff"/>
                </a:solidFill>
                <a:latin typeface="Noto Sans CJK KR"/>
              </a:endParaRPr>
            </a:p>
          </p:txBody>
        </p:sp>
        <p:sp>
          <p:nvSpPr>
            <p:cNvPr id="872" name="직사각형 32"/>
            <p:cNvSpPr/>
            <p:nvPr/>
          </p:nvSpPr>
          <p:spPr>
            <a:xfrm>
              <a:off x="1671120" y="2048400"/>
              <a:ext cx="3237480" cy="154692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73" name="직사각형 33"/>
            <p:cNvSpPr/>
            <p:nvPr/>
          </p:nvSpPr>
          <p:spPr>
            <a:xfrm>
              <a:off x="1976400" y="2587680"/>
              <a:ext cx="2626920" cy="80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즉각적인 대응 필요</a:t>
              </a:r>
              <a:r>
                <a:rPr b="0" lang="en-US" sz="1200" spc="-21" strike="noStrike">
                  <a:solidFill>
                    <a:schemeClr val="dk1"/>
                  </a:solidFill>
                  <a:latin typeface="Wingdings"/>
                  <a:ea typeface="본고딕 Normal"/>
                </a:rPr>
                <a:t>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결과와 직결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가장 시급하게 처리해야 함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고객 클레임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납기 임박 업무 등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74" name="직사각형 34"/>
            <p:cNvSpPr/>
            <p:nvPr/>
          </p:nvSpPr>
          <p:spPr>
            <a:xfrm>
              <a:off x="2079000" y="2147400"/>
              <a:ext cx="2414880" cy="3229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긴급하고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중요한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875" name="그룹 16"/>
          <p:cNvGrpSpPr/>
          <p:nvPr/>
        </p:nvGrpSpPr>
        <p:grpSpPr>
          <a:xfrm>
            <a:off x="4995000" y="1659240"/>
            <a:ext cx="3237480" cy="1936080"/>
            <a:chOff x="4995000" y="1659240"/>
            <a:chExt cx="3237480" cy="1936080"/>
          </a:xfrm>
        </p:grpSpPr>
        <p:sp>
          <p:nvSpPr>
            <p:cNvPr id="876" name="직사각형 27"/>
            <p:cNvSpPr/>
            <p:nvPr/>
          </p:nvSpPr>
          <p:spPr>
            <a:xfrm>
              <a:off x="4995000" y="1659240"/>
              <a:ext cx="3237480" cy="3589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0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2 </a:t>
              </a: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</a:t>
              </a:r>
              <a:endParaRPr b="0" lang="en-US" sz="1600" spc="-1" strike="noStrike">
                <a:solidFill>
                  <a:srgbClr val="ffffff"/>
                </a:solidFill>
                <a:latin typeface="Noto Sans CJK KR"/>
              </a:endParaRPr>
            </a:p>
          </p:txBody>
        </p:sp>
        <p:sp>
          <p:nvSpPr>
            <p:cNvPr id="877" name="직사각형 28"/>
            <p:cNvSpPr/>
            <p:nvPr/>
          </p:nvSpPr>
          <p:spPr>
            <a:xfrm>
              <a:off x="4995000" y="2048400"/>
              <a:ext cx="3237480" cy="154692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78" name="직사각형 29"/>
            <p:cNvSpPr/>
            <p:nvPr/>
          </p:nvSpPr>
          <p:spPr>
            <a:xfrm>
              <a:off x="5300280" y="2404800"/>
              <a:ext cx="2626920" cy="117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즉각적 효과는 없지만 꾸준한 활동 필요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중요성에도 불구하고 미뤄지기 쉬움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중장기 계획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인재육성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기술개발 등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79" name="직사각형 30"/>
            <p:cNvSpPr/>
            <p:nvPr/>
          </p:nvSpPr>
          <p:spPr>
            <a:xfrm>
              <a:off x="5402880" y="2147400"/>
              <a:ext cx="2414880" cy="3229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긴급하진 않으나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중요한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880" name="그룹 17"/>
          <p:cNvGrpSpPr/>
          <p:nvPr/>
        </p:nvGrpSpPr>
        <p:grpSpPr>
          <a:xfrm>
            <a:off x="1671120" y="3695040"/>
            <a:ext cx="3237480" cy="1924200"/>
            <a:chOff x="1671120" y="3695040"/>
            <a:chExt cx="3237480" cy="1924200"/>
          </a:xfrm>
        </p:grpSpPr>
        <p:sp>
          <p:nvSpPr>
            <p:cNvPr id="881" name="직사각형 23"/>
            <p:cNvSpPr/>
            <p:nvPr/>
          </p:nvSpPr>
          <p:spPr>
            <a:xfrm>
              <a:off x="1671120" y="3695040"/>
              <a:ext cx="3237480" cy="3589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1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3 </a:t>
              </a: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</a:t>
              </a:r>
              <a:endParaRPr b="0" lang="en-US" sz="1600" spc="-1" strike="noStrike">
                <a:solidFill>
                  <a:srgbClr val="ffffff"/>
                </a:solidFill>
                <a:latin typeface="Noto Sans CJK KR"/>
              </a:endParaRPr>
            </a:p>
          </p:txBody>
        </p:sp>
        <p:sp>
          <p:nvSpPr>
            <p:cNvPr id="882" name="직사각형 24"/>
            <p:cNvSpPr/>
            <p:nvPr/>
          </p:nvSpPr>
          <p:spPr>
            <a:xfrm>
              <a:off x="1671120" y="4072320"/>
              <a:ext cx="3237480" cy="154692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83" name="직사각형 25"/>
            <p:cNvSpPr/>
            <p:nvPr/>
          </p:nvSpPr>
          <p:spPr>
            <a:xfrm>
              <a:off x="1976400" y="4602240"/>
              <a:ext cx="2620440" cy="80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중요한 활동으로 오해하기 쉬움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  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중요한 결과를 가져다 주지 않는 영역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무의미한 접객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갑작스런 회의 등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84" name="직사각형 26"/>
            <p:cNvSpPr/>
            <p:nvPr/>
          </p:nvSpPr>
          <p:spPr>
            <a:xfrm>
              <a:off x="2079000" y="4172040"/>
              <a:ext cx="2414880" cy="3229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긴급하나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중요하지 않은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885" name="그룹 18"/>
          <p:cNvGrpSpPr/>
          <p:nvPr/>
        </p:nvGrpSpPr>
        <p:grpSpPr>
          <a:xfrm>
            <a:off x="4996440" y="3695040"/>
            <a:ext cx="3237480" cy="1924200"/>
            <a:chOff x="4996440" y="3695040"/>
            <a:chExt cx="3237480" cy="1924200"/>
          </a:xfrm>
        </p:grpSpPr>
        <p:sp>
          <p:nvSpPr>
            <p:cNvPr id="886" name="직사각형 19"/>
            <p:cNvSpPr/>
            <p:nvPr/>
          </p:nvSpPr>
          <p:spPr>
            <a:xfrm>
              <a:off x="4996440" y="3695040"/>
              <a:ext cx="3237480" cy="3589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1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4 </a:t>
              </a: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</a:t>
              </a:r>
              <a:endParaRPr b="0" lang="en-US" sz="1600" spc="-1" strike="noStrike">
                <a:solidFill>
                  <a:srgbClr val="ffffff"/>
                </a:solidFill>
                <a:latin typeface="Noto Sans CJK KR"/>
              </a:endParaRPr>
            </a:p>
          </p:txBody>
        </p:sp>
        <p:sp>
          <p:nvSpPr>
            <p:cNvPr id="887" name="직사각형 20"/>
            <p:cNvSpPr/>
            <p:nvPr/>
          </p:nvSpPr>
          <p:spPr>
            <a:xfrm>
              <a:off x="4996440" y="4072320"/>
              <a:ext cx="3237480" cy="154692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88" name="직사각형 21"/>
            <p:cNvSpPr/>
            <p:nvPr/>
          </p:nvSpPr>
          <p:spPr>
            <a:xfrm>
              <a:off x="5300280" y="4419360"/>
              <a:ext cx="2670480" cy="117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미래에 도움이 되지 않는 시간낭비 영역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  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손 대지 말아야 하는 과제들이 위치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보여주기 식 업무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무의미한 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TV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시청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89" name="직사각형 22"/>
            <p:cNvSpPr/>
            <p:nvPr/>
          </p:nvSpPr>
          <p:spPr>
            <a:xfrm>
              <a:off x="5402880" y="4172040"/>
              <a:ext cx="2414880" cy="3229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긴급하지 않고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중요하지 않은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3" name="PlaceHolder 4"/>
          <p:cNvSpPr>
            <a:spLocks noGrp="1"/>
          </p:cNvSpPr>
          <p:nvPr>
            <p:ph type="sldNum" idx="7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CC3C841-B9C3-4A89-8853-51103028D5D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94" name="PlaceHolder 5"/>
          <p:cNvSpPr>
            <a:spLocks noGrp="1"/>
          </p:cNvSpPr>
          <p:nvPr>
            <p:ph type="ftr" idx="8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aphicFrame>
        <p:nvGraphicFramePr>
          <p:cNvPr id="895" name="표 4"/>
          <p:cNvGraphicFramePr/>
          <p:nvPr/>
        </p:nvGraphicFramePr>
        <p:xfrm>
          <a:off x="1372320" y="1685160"/>
          <a:ext cx="7344000" cy="4190400"/>
        </p:xfrm>
        <a:graphic>
          <a:graphicData uri="http://schemas.openxmlformats.org/drawingml/2006/table">
            <a:tbl>
              <a:tblPr/>
              <a:tblGrid>
                <a:gridCol w="3672000"/>
                <a:gridCol w="3672360"/>
              </a:tblGrid>
              <a:tr h="36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분산형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1872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특화형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1872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1728000"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6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막다른 골목형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936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규모형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936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1728000"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1872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1872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96" name="그룹 5"/>
          <p:cNvGrpSpPr/>
          <p:nvPr/>
        </p:nvGrpSpPr>
        <p:grpSpPr>
          <a:xfrm>
            <a:off x="915840" y="1607400"/>
            <a:ext cx="502200" cy="4348440"/>
            <a:chOff x="915840" y="1607400"/>
            <a:chExt cx="502200" cy="4348440"/>
          </a:xfrm>
        </p:grpSpPr>
        <p:cxnSp>
          <p:nvCxnSpPr>
            <p:cNvPr id="897" name="직선 화살표 연결선 6"/>
            <p:cNvCxnSpPr/>
            <p:nvPr/>
          </p:nvCxnSpPr>
          <p:spPr>
            <a:xfrm flipV="1">
              <a:off x="1168920" y="1918800"/>
              <a:ext cx="1080" cy="3763440"/>
            </a:xfrm>
            <a:prstGeom prst="straightConnector1">
              <a:avLst/>
            </a:prstGeom>
            <a:ln w="50800">
              <a:solidFill>
                <a:srgbClr val="e9b86e"/>
              </a:solidFill>
              <a:round/>
              <a:tailEnd len="med" type="triangle" w="med"/>
            </a:ln>
          </p:spPr>
        </p:cxnSp>
        <p:sp>
          <p:nvSpPr>
            <p:cNvPr id="898" name="텍스트 개체 틀 3"/>
            <p:cNvSpPr/>
            <p:nvPr/>
          </p:nvSpPr>
          <p:spPr>
            <a:xfrm>
              <a:off x="915840" y="5668920"/>
              <a:ext cx="502200" cy="2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소수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899" name="텍스트 개체 틀 3"/>
            <p:cNvSpPr/>
            <p:nvPr/>
          </p:nvSpPr>
          <p:spPr>
            <a:xfrm>
              <a:off x="915840" y="1607400"/>
              <a:ext cx="502200" cy="2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다수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900" name="그룹 9"/>
          <p:cNvGrpSpPr/>
          <p:nvPr/>
        </p:nvGrpSpPr>
        <p:grpSpPr>
          <a:xfrm>
            <a:off x="1283400" y="5867640"/>
            <a:ext cx="7576560" cy="286920"/>
            <a:chOff x="1283400" y="5867640"/>
            <a:chExt cx="7576560" cy="286920"/>
          </a:xfrm>
        </p:grpSpPr>
        <p:cxnSp>
          <p:nvCxnSpPr>
            <p:cNvPr id="901" name="직선 화살표 연결선 10"/>
            <p:cNvCxnSpPr/>
            <p:nvPr/>
          </p:nvCxnSpPr>
          <p:spPr>
            <a:xfrm>
              <a:off x="1723680" y="6011640"/>
              <a:ext cx="6698160" cy="1080"/>
            </a:xfrm>
            <a:prstGeom prst="straightConnector1">
              <a:avLst/>
            </a:prstGeom>
            <a:ln w="50800">
              <a:solidFill>
                <a:srgbClr val="e9b86e"/>
              </a:solidFill>
              <a:round/>
              <a:tailEnd len="med" type="triangle" w="med"/>
            </a:ln>
          </p:spPr>
        </p:cxnSp>
        <p:sp>
          <p:nvSpPr>
            <p:cNvPr id="902" name="텍스트 개체 틀 3"/>
            <p:cNvSpPr/>
            <p:nvPr/>
          </p:nvSpPr>
          <p:spPr>
            <a:xfrm>
              <a:off x="1283400" y="5867640"/>
              <a:ext cx="502200" cy="2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小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903" name="텍스트 개체 틀 3"/>
            <p:cNvSpPr/>
            <p:nvPr/>
          </p:nvSpPr>
          <p:spPr>
            <a:xfrm>
              <a:off x="8357760" y="5867640"/>
              <a:ext cx="502200" cy="2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大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904" name="직사각형 13"/>
          <p:cNvSpPr/>
          <p:nvPr/>
        </p:nvSpPr>
        <p:spPr>
          <a:xfrm>
            <a:off x="2488320" y="2063880"/>
            <a:ext cx="1429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규모를 키울 수 없음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5" name="직사각형 14"/>
          <p:cNvSpPr/>
          <p:nvPr/>
        </p:nvSpPr>
        <p:spPr>
          <a:xfrm>
            <a:off x="5943240" y="2063880"/>
            <a:ext cx="1891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전략 여부에 따라 수익 창출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6" name="직사각형 15"/>
          <p:cNvSpPr/>
          <p:nvPr/>
        </p:nvSpPr>
        <p:spPr>
          <a:xfrm>
            <a:off x="2417760" y="4148280"/>
            <a:ext cx="1569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수익을 기대할 수 없음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7" name="직사각형 16"/>
          <p:cNvSpPr/>
          <p:nvPr/>
        </p:nvSpPr>
        <p:spPr>
          <a:xfrm>
            <a:off x="5963040" y="4148280"/>
            <a:ext cx="1851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규모가 클수록 수익성 향상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8" name="텍스트 개체 틀 3"/>
          <p:cNvSpPr/>
          <p:nvPr/>
        </p:nvSpPr>
        <p:spPr>
          <a:xfrm>
            <a:off x="324000" y="3161160"/>
            <a:ext cx="1193400" cy="10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업계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경쟁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요인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수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9" name="텍스트 개체 틀 3"/>
          <p:cNvSpPr/>
          <p:nvPr/>
        </p:nvSpPr>
        <p:spPr>
          <a:xfrm>
            <a:off x="4152960" y="5994720"/>
            <a:ext cx="178272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우위 구축 가능성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910" name="그룹 19"/>
          <p:cNvGrpSpPr/>
          <p:nvPr/>
        </p:nvGrpSpPr>
        <p:grpSpPr>
          <a:xfrm>
            <a:off x="5210640" y="4457160"/>
            <a:ext cx="3205080" cy="1312920"/>
            <a:chOff x="5210640" y="4457160"/>
            <a:chExt cx="3205080" cy="1312920"/>
          </a:xfrm>
        </p:grpSpPr>
        <p:grpSp>
          <p:nvGrpSpPr>
            <p:cNvPr id="911" name="그룹 20"/>
            <p:cNvGrpSpPr/>
            <p:nvPr/>
          </p:nvGrpSpPr>
          <p:grpSpPr>
            <a:xfrm>
              <a:off x="5732640" y="4528800"/>
              <a:ext cx="2314080" cy="1152720"/>
              <a:chOff x="5732640" y="4528800"/>
              <a:chExt cx="2314080" cy="1152720"/>
            </a:xfrm>
          </p:grpSpPr>
          <p:cxnSp>
            <p:nvCxnSpPr>
              <p:cNvPr id="912" name="직선 연결선 24"/>
              <p:cNvCxnSpPr/>
              <p:nvPr/>
            </p:nvCxnSpPr>
            <p:spPr>
              <a:xfrm>
                <a:off x="5732640" y="4528800"/>
                <a:ext cx="1080" cy="1153080"/>
              </a:xfrm>
              <a:prstGeom prst="straightConnector1">
                <a:avLst/>
              </a:prstGeom>
              <a:ln w="12700">
                <a:solidFill>
                  <a:srgbClr val="313131"/>
                </a:solidFill>
                <a:round/>
                <a:headEnd len="med" type="triangle" w="med"/>
              </a:ln>
            </p:spPr>
          </p:cxnSp>
          <p:cxnSp>
            <p:nvCxnSpPr>
              <p:cNvPr id="913" name="직선 연결선 25"/>
              <p:cNvCxnSpPr/>
              <p:nvPr/>
            </p:nvCxnSpPr>
            <p:spPr>
              <a:xfrm flipH="1">
                <a:off x="5732640" y="5675760"/>
                <a:ext cx="2314440" cy="1080"/>
              </a:xfrm>
              <a:prstGeom prst="straightConnector1">
                <a:avLst/>
              </a:prstGeom>
              <a:ln w="12700">
                <a:solidFill>
                  <a:srgbClr val="313131"/>
                </a:solidFill>
                <a:round/>
                <a:headEnd len="med" type="triangle" w="med"/>
              </a:ln>
            </p:spPr>
          </p:cxnSp>
        </p:grpSp>
        <p:grpSp>
          <p:nvGrpSpPr>
            <p:cNvPr id="914" name="그룹 21"/>
            <p:cNvGrpSpPr/>
            <p:nvPr/>
          </p:nvGrpSpPr>
          <p:grpSpPr>
            <a:xfrm>
              <a:off x="5210640" y="4457160"/>
              <a:ext cx="3205080" cy="1312920"/>
              <a:chOff x="5210640" y="4457160"/>
              <a:chExt cx="3205080" cy="1312920"/>
            </a:xfrm>
          </p:grpSpPr>
          <p:sp>
            <p:nvSpPr>
              <p:cNvPr id="915" name="직사각형 22"/>
              <p:cNvSpPr/>
              <p:nvPr/>
            </p:nvSpPr>
            <p:spPr>
              <a:xfrm>
                <a:off x="5210640" y="4457160"/>
                <a:ext cx="53208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수익성</a:t>
                </a:r>
                <a:endParaRPr b="0" lang="en-US" sz="10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916" name="직사각형 23"/>
              <p:cNvSpPr/>
              <p:nvPr/>
            </p:nvSpPr>
            <p:spPr>
              <a:xfrm>
                <a:off x="8000280" y="5527800"/>
                <a:ext cx="41544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규모</a:t>
                </a:r>
                <a:endParaRPr b="0" lang="en-US" sz="10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</p:grpSp>
      <p:grpSp>
        <p:nvGrpSpPr>
          <p:cNvPr id="917" name="그룹 26"/>
          <p:cNvGrpSpPr/>
          <p:nvPr/>
        </p:nvGrpSpPr>
        <p:grpSpPr>
          <a:xfrm>
            <a:off x="1534680" y="4457160"/>
            <a:ext cx="3205080" cy="1312920"/>
            <a:chOff x="1534680" y="4457160"/>
            <a:chExt cx="3205080" cy="1312920"/>
          </a:xfrm>
        </p:grpSpPr>
        <p:grpSp>
          <p:nvGrpSpPr>
            <p:cNvPr id="918" name="그룹 27"/>
            <p:cNvGrpSpPr/>
            <p:nvPr/>
          </p:nvGrpSpPr>
          <p:grpSpPr>
            <a:xfrm>
              <a:off x="2053080" y="4516200"/>
              <a:ext cx="2314080" cy="1153080"/>
              <a:chOff x="2053080" y="4516200"/>
              <a:chExt cx="2314080" cy="1153080"/>
            </a:xfrm>
          </p:grpSpPr>
          <p:cxnSp>
            <p:nvCxnSpPr>
              <p:cNvPr id="919" name="직선 연결선 31"/>
              <p:cNvCxnSpPr/>
              <p:nvPr/>
            </p:nvCxnSpPr>
            <p:spPr>
              <a:xfrm>
                <a:off x="2053080" y="4516200"/>
                <a:ext cx="1080" cy="1153440"/>
              </a:xfrm>
              <a:prstGeom prst="straightConnector1">
                <a:avLst/>
              </a:prstGeom>
              <a:ln w="12700">
                <a:solidFill>
                  <a:srgbClr val="313131"/>
                </a:solidFill>
                <a:round/>
                <a:headEnd len="med" type="triangle" w="med"/>
              </a:ln>
            </p:spPr>
          </p:cxnSp>
          <p:cxnSp>
            <p:nvCxnSpPr>
              <p:cNvPr id="920" name="직선 연결선 32"/>
              <p:cNvCxnSpPr/>
              <p:nvPr/>
            </p:nvCxnSpPr>
            <p:spPr>
              <a:xfrm flipH="1">
                <a:off x="2053080" y="5663520"/>
                <a:ext cx="2314440" cy="1080"/>
              </a:xfrm>
              <a:prstGeom prst="straightConnector1">
                <a:avLst/>
              </a:prstGeom>
              <a:ln w="12700">
                <a:solidFill>
                  <a:srgbClr val="313131"/>
                </a:solidFill>
                <a:round/>
                <a:headEnd len="med" type="triangle" w="med"/>
              </a:ln>
            </p:spPr>
          </p:cxnSp>
        </p:grpSp>
        <p:grpSp>
          <p:nvGrpSpPr>
            <p:cNvPr id="921" name="그룹 28"/>
            <p:cNvGrpSpPr/>
            <p:nvPr/>
          </p:nvGrpSpPr>
          <p:grpSpPr>
            <a:xfrm>
              <a:off x="1534680" y="4457160"/>
              <a:ext cx="3205080" cy="1312920"/>
              <a:chOff x="1534680" y="4457160"/>
              <a:chExt cx="3205080" cy="1312920"/>
            </a:xfrm>
          </p:grpSpPr>
          <p:sp>
            <p:nvSpPr>
              <p:cNvPr id="922" name="직사각형 29"/>
              <p:cNvSpPr/>
              <p:nvPr/>
            </p:nvSpPr>
            <p:spPr>
              <a:xfrm>
                <a:off x="1534680" y="4457160"/>
                <a:ext cx="53208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수익성</a:t>
                </a:r>
                <a:endParaRPr b="0" lang="en-US" sz="10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923" name="직사각형 30"/>
              <p:cNvSpPr/>
              <p:nvPr/>
            </p:nvSpPr>
            <p:spPr>
              <a:xfrm>
                <a:off x="4324320" y="5527800"/>
                <a:ext cx="41544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규모</a:t>
                </a:r>
                <a:endParaRPr b="0" lang="en-US" sz="10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</p:grpSp>
      <p:grpSp>
        <p:nvGrpSpPr>
          <p:cNvPr id="924" name="그룹 33"/>
          <p:cNvGrpSpPr/>
          <p:nvPr/>
        </p:nvGrpSpPr>
        <p:grpSpPr>
          <a:xfrm>
            <a:off x="1534680" y="2356200"/>
            <a:ext cx="3205080" cy="1312920"/>
            <a:chOff x="1534680" y="2356200"/>
            <a:chExt cx="3205080" cy="1312920"/>
          </a:xfrm>
        </p:grpSpPr>
        <p:grpSp>
          <p:nvGrpSpPr>
            <p:cNvPr id="925" name="그룹 34"/>
            <p:cNvGrpSpPr/>
            <p:nvPr/>
          </p:nvGrpSpPr>
          <p:grpSpPr>
            <a:xfrm>
              <a:off x="1534680" y="2356200"/>
              <a:ext cx="3205080" cy="1312920"/>
              <a:chOff x="1534680" y="2356200"/>
              <a:chExt cx="3205080" cy="1312920"/>
            </a:xfrm>
          </p:grpSpPr>
          <p:grpSp>
            <p:nvGrpSpPr>
              <p:cNvPr id="926" name="그룹 46"/>
              <p:cNvGrpSpPr/>
              <p:nvPr/>
            </p:nvGrpSpPr>
            <p:grpSpPr>
              <a:xfrm>
                <a:off x="2053080" y="2415240"/>
                <a:ext cx="2314080" cy="1153080"/>
                <a:chOff x="2053080" y="2415240"/>
                <a:chExt cx="2314080" cy="1153080"/>
              </a:xfrm>
            </p:grpSpPr>
            <p:cxnSp>
              <p:nvCxnSpPr>
                <p:cNvPr id="927" name="직선 연결선 50"/>
                <p:cNvCxnSpPr/>
                <p:nvPr/>
              </p:nvCxnSpPr>
              <p:spPr>
                <a:xfrm>
                  <a:off x="2053080" y="2415240"/>
                  <a:ext cx="1080" cy="1153440"/>
                </a:xfrm>
                <a:prstGeom prst="straightConnector1">
                  <a:avLst/>
                </a:prstGeom>
                <a:ln w="12700">
                  <a:solidFill>
                    <a:srgbClr val="262626"/>
                  </a:solidFill>
                  <a:round/>
                  <a:headEnd len="med" type="triangle" w="med"/>
                </a:ln>
              </p:spPr>
            </p:cxnSp>
            <p:cxnSp>
              <p:nvCxnSpPr>
                <p:cNvPr id="928" name="직선 연결선 51"/>
                <p:cNvCxnSpPr/>
                <p:nvPr/>
              </p:nvCxnSpPr>
              <p:spPr>
                <a:xfrm flipH="1">
                  <a:off x="2053080" y="3562560"/>
                  <a:ext cx="2314440" cy="1080"/>
                </a:xfrm>
                <a:prstGeom prst="straightConnector1">
                  <a:avLst/>
                </a:prstGeom>
                <a:ln w="12700">
                  <a:solidFill>
                    <a:srgbClr val="313131"/>
                  </a:solidFill>
                  <a:round/>
                  <a:headEnd len="med" type="triangle" w="med"/>
                </a:ln>
              </p:spPr>
            </p:cxnSp>
          </p:grpSp>
          <p:grpSp>
            <p:nvGrpSpPr>
              <p:cNvPr id="929" name="그룹 47"/>
              <p:cNvGrpSpPr/>
              <p:nvPr/>
            </p:nvGrpSpPr>
            <p:grpSpPr>
              <a:xfrm>
                <a:off x="1534680" y="2356200"/>
                <a:ext cx="3205080" cy="1312920"/>
                <a:chOff x="1534680" y="2356200"/>
                <a:chExt cx="3205080" cy="1312920"/>
              </a:xfrm>
            </p:grpSpPr>
            <p:sp>
              <p:nvSpPr>
                <p:cNvPr id="930" name="직사각형 48"/>
                <p:cNvSpPr/>
                <p:nvPr/>
              </p:nvSpPr>
              <p:spPr>
                <a:xfrm>
                  <a:off x="1534680" y="2356200"/>
                  <a:ext cx="53208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수익성</a:t>
                  </a:r>
                  <a:endParaRPr b="0" lang="en-US" sz="1000" spc="-1" strike="noStrike">
                    <a:solidFill>
                      <a:srgbClr val="000000"/>
                    </a:solidFill>
                    <a:latin typeface="Noto Sans CJK KR"/>
                  </a:endParaRPr>
                </a:p>
              </p:txBody>
            </p:sp>
            <p:sp>
              <p:nvSpPr>
                <p:cNvPr id="931" name="직사각형 49"/>
                <p:cNvSpPr/>
                <p:nvPr/>
              </p:nvSpPr>
              <p:spPr>
                <a:xfrm>
                  <a:off x="4324320" y="3426840"/>
                  <a:ext cx="41544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규모</a:t>
                  </a:r>
                  <a:endParaRPr b="0" lang="en-US" sz="1000" spc="-1" strike="noStrike">
                    <a:solidFill>
                      <a:srgbClr val="000000"/>
                    </a:solidFill>
                    <a:latin typeface="Noto Sans CJK KR"/>
                  </a:endParaRPr>
                </a:p>
              </p:txBody>
            </p:sp>
          </p:grpSp>
        </p:grpSp>
        <p:sp>
          <p:nvSpPr>
            <p:cNvPr id="932" name="타원 35"/>
            <p:cNvSpPr/>
            <p:nvPr/>
          </p:nvSpPr>
          <p:spPr>
            <a:xfrm>
              <a:off x="2203560" y="331884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33" name="타원 37"/>
            <p:cNvSpPr/>
            <p:nvPr/>
          </p:nvSpPr>
          <p:spPr>
            <a:xfrm>
              <a:off x="2340360" y="288360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34" name="타원 38"/>
            <p:cNvSpPr/>
            <p:nvPr/>
          </p:nvSpPr>
          <p:spPr>
            <a:xfrm>
              <a:off x="2456640" y="316116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35" name="타원 39"/>
            <p:cNvSpPr/>
            <p:nvPr/>
          </p:nvSpPr>
          <p:spPr>
            <a:xfrm>
              <a:off x="2626560" y="330948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36" name="타원 40"/>
            <p:cNvSpPr/>
            <p:nvPr/>
          </p:nvSpPr>
          <p:spPr>
            <a:xfrm>
              <a:off x="2674800" y="305316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37" name="타원 41"/>
            <p:cNvSpPr/>
            <p:nvPr/>
          </p:nvSpPr>
          <p:spPr>
            <a:xfrm>
              <a:off x="2831400" y="321084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38" name="타원 42"/>
            <p:cNvSpPr/>
            <p:nvPr/>
          </p:nvSpPr>
          <p:spPr>
            <a:xfrm>
              <a:off x="2988000" y="335268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39" name="타원 43"/>
            <p:cNvSpPr/>
            <p:nvPr/>
          </p:nvSpPr>
          <p:spPr>
            <a:xfrm>
              <a:off x="3252600" y="316116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40" name="타원 44"/>
            <p:cNvSpPr/>
            <p:nvPr/>
          </p:nvSpPr>
          <p:spPr>
            <a:xfrm>
              <a:off x="3462480" y="330948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41" name="타원 45"/>
            <p:cNvSpPr/>
            <p:nvPr/>
          </p:nvSpPr>
          <p:spPr>
            <a:xfrm>
              <a:off x="3722040" y="325548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942" name="그룹 52"/>
          <p:cNvGrpSpPr/>
          <p:nvPr/>
        </p:nvGrpSpPr>
        <p:grpSpPr>
          <a:xfrm>
            <a:off x="5210640" y="2356200"/>
            <a:ext cx="3205080" cy="1312920"/>
            <a:chOff x="5210640" y="2356200"/>
            <a:chExt cx="3205080" cy="1312920"/>
          </a:xfrm>
        </p:grpSpPr>
        <p:grpSp>
          <p:nvGrpSpPr>
            <p:cNvPr id="943" name="그룹 53"/>
            <p:cNvGrpSpPr/>
            <p:nvPr/>
          </p:nvGrpSpPr>
          <p:grpSpPr>
            <a:xfrm>
              <a:off x="5210640" y="2356200"/>
              <a:ext cx="3205080" cy="1312920"/>
              <a:chOff x="5210640" y="2356200"/>
              <a:chExt cx="3205080" cy="1312920"/>
            </a:xfrm>
          </p:grpSpPr>
          <p:grpSp>
            <p:nvGrpSpPr>
              <p:cNvPr id="944" name="그룹 65"/>
              <p:cNvGrpSpPr/>
              <p:nvPr/>
            </p:nvGrpSpPr>
            <p:grpSpPr>
              <a:xfrm>
                <a:off x="5732640" y="2415240"/>
                <a:ext cx="2314080" cy="1153080"/>
                <a:chOff x="5732640" y="2415240"/>
                <a:chExt cx="2314080" cy="1153080"/>
              </a:xfrm>
            </p:grpSpPr>
            <p:cxnSp>
              <p:nvCxnSpPr>
                <p:cNvPr id="945" name="직선 연결선 69"/>
                <p:cNvCxnSpPr/>
                <p:nvPr/>
              </p:nvCxnSpPr>
              <p:spPr>
                <a:xfrm>
                  <a:off x="5732640" y="2415240"/>
                  <a:ext cx="1080" cy="1153440"/>
                </a:xfrm>
                <a:prstGeom prst="straightConnector1">
                  <a:avLst/>
                </a:prstGeom>
                <a:ln w="12700">
                  <a:solidFill>
                    <a:srgbClr val="313131"/>
                  </a:solidFill>
                  <a:round/>
                  <a:headEnd len="med" type="triangle" w="med"/>
                </a:ln>
              </p:spPr>
            </p:cxnSp>
            <p:cxnSp>
              <p:nvCxnSpPr>
                <p:cNvPr id="946" name="직선 연결선 70"/>
                <p:cNvCxnSpPr/>
                <p:nvPr/>
              </p:nvCxnSpPr>
              <p:spPr>
                <a:xfrm flipH="1">
                  <a:off x="5732640" y="3562560"/>
                  <a:ext cx="2314440" cy="1080"/>
                </a:xfrm>
                <a:prstGeom prst="straightConnector1">
                  <a:avLst/>
                </a:prstGeom>
                <a:ln w="12700">
                  <a:solidFill>
                    <a:srgbClr val="313131"/>
                  </a:solidFill>
                  <a:round/>
                  <a:headEnd len="med" type="triangle" w="med"/>
                </a:ln>
              </p:spPr>
            </p:cxnSp>
          </p:grpSp>
          <p:grpSp>
            <p:nvGrpSpPr>
              <p:cNvPr id="947" name="그룹 66"/>
              <p:cNvGrpSpPr/>
              <p:nvPr/>
            </p:nvGrpSpPr>
            <p:grpSpPr>
              <a:xfrm>
                <a:off x="5210640" y="2356200"/>
                <a:ext cx="3205080" cy="1312920"/>
                <a:chOff x="5210640" y="2356200"/>
                <a:chExt cx="3205080" cy="1312920"/>
              </a:xfrm>
            </p:grpSpPr>
            <p:sp>
              <p:nvSpPr>
                <p:cNvPr id="948" name="직사각형 67"/>
                <p:cNvSpPr/>
                <p:nvPr/>
              </p:nvSpPr>
              <p:spPr>
                <a:xfrm>
                  <a:off x="5210640" y="2356200"/>
                  <a:ext cx="53208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수익성</a:t>
                  </a:r>
                  <a:endParaRPr b="0" lang="en-US" sz="1000" spc="-1" strike="noStrike">
                    <a:solidFill>
                      <a:srgbClr val="000000"/>
                    </a:solidFill>
                    <a:latin typeface="Noto Sans CJK KR"/>
                  </a:endParaRPr>
                </a:p>
              </p:txBody>
            </p:sp>
            <p:sp>
              <p:nvSpPr>
                <p:cNvPr id="949" name="직사각형 68"/>
                <p:cNvSpPr/>
                <p:nvPr/>
              </p:nvSpPr>
              <p:spPr>
                <a:xfrm>
                  <a:off x="8000280" y="3426840"/>
                  <a:ext cx="41544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규모</a:t>
                  </a:r>
                  <a:endParaRPr b="0" lang="en-US" sz="1000" spc="-1" strike="noStrike">
                    <a:solidFill>
                      <a:srgbClr val="000000"/>
                    </a:solidFill>
                    <a:latin typeface="Noto Sans CJK KR"/>
                  </a:endParaRPr>
                </a:p>
              </p:txBody>
            </p:sp>
          </p:grpSp>
        </p:grpSp>
        <p:sp>
          <p:nvSpPr>
            <p:cNvPr id="950" name="타원 54"/>
            <p:cNvSpPr/>
            <p:nvPr/>
          </p:nvSpPr>
          <p:spPr>
            <a:xfrm>
              <a:off x="5868000" y="282960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1" name="타원 55"/>
            <p:cNvSpPr/>
            <p:nvPr/>
          </p:nvSpPr>
          <p:spPr>
            <a:xfrm>
              <a:off x="6053040" y="316476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2" name="타원 56"/>
            <p:cNvSpPr/>
            <p:nvPr/>
          </p:nvSpPr>
          <p:spPr>
            <a:xfrm>
              <a:off x="6330960" y="311292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3" name="타원 57"/>
            <p:cNvSpPr/>
            <p:nvPr/>
          </p:nvSpPr>
          <p:spPr>
            <a:xfrm>
              <a:off x="6222960" y="333972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4" name="타원 58"/>
            <p:cNvSpPr/>
            <p:nvPr/>
          </p:nvSpPr>
          <p:spPr>
            <a:xfrm>
              <a:off x="6557040" y="299160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5" name="타원 59"/>
            <p:cNvSpPr/>
            <p:nvPr/>
          </p:nvSpPr>
          <p:spPr>
            <a:xfrm>
              <a:off x="6665040" y="314748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6" name="타원 60"/>
            <p:cNvSpPr/>
            <p:nvPr/>
          </p:nvSpPr>
          <p:spPr>
            <a:xfrm>
              <a:off x="6876000" y="299160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7" name="타원 61"/>
            <p:cNvSpPr/>
            <p:nvPr/>
          </p:nvSpPr>
          <p:spPr>
            <a:xfrm>
              <a:off x="7082280" y="325548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8" name="타원 62"/>
            <p:cNvSpPr/>
            <p:nvPr/>
          </p:nvSpPr>
          <p:spPr>
            <a:xfrm>
              <a:off x="7243200" y="341136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9" name="타원 63"/>
            <p:cNvSpPr/>
            <p:nvPr/>
          </p:nvSpPr>
          <p:spPr>
            <a:xfrm>
              <a:off x="7412760" y="296676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60" name="타원 64"/>
            <p:cNvSpPr/>
            <p:nvPr/>
          </p:nvSpPr>
          <p:spPr>
            <a:xfrm>
              <a:off x="7620840" y="2912760"/>
              <a:ext cx="106920" cy="1069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961" name="타원 71"/>
          <p:cNvSpPr/>
          <p:nvPr/>
        </p:nvSpPr>
        <p:spPr>
          <a:xfrm>
            <a:off x="2255400" y="539604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62" name="타원 72"/>
          <p:cNvSpPr/>
          <p:nvPr/>
        </p:nvSpPr>
        <p:spPr>
          <a:xfrm>
            <a:off x="2463840" y="545148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63" name="타원 73"/>
          <p:cNvSpPr/>
          <p:nvPr/>
        </p:nvSpPr>
        <p:spPr>
          <a:xfrm>
            <a:off x="2626560" y="528804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64" name="타원 74"/>
          <p:cNvSpPr/>
          <p:nvPr/>
        </p:nvSpPr>
        <p:spPr>
          <a:xfrm>
            <a:off x="2843280" y="523404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65" name="타원 75"/>
          <p:cNvSpPr/>
          <p:nvPr/>
        </p:nvSpPr>
        <p:spPr>
          <a:xfrm>
            <a:off x="3053880" y="532764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66" name="타원 76"/>
          <p:cNvSpPr/>
          <p:nvPr/>
        </p:nvSpPr>
        <p:spPr>
          <a:xfrm>
            <a:off x="2897280" y="534348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67" name="타원 77"/>
          <p:cNvSpPr/>
          <p:nvPr/>
        </p:nvSpPr>
        <p:spPr>
          <a:xfrm>
            <a:off x="3242520" y="521964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68" name="타원 78"/>
          <p:cNvSpPr/>
          <p:nvPr/>
        </p:nvSpPr>
        <p:spPr>
          <a:xfrm>
            <a:off x="3462480" y="523548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69" name="타원 79"/>
          <p:cNvSpPr/>
          <p:nvPr/>
        </p:nvSpPr>
        <p:spPr>
          <a:xfrm>
            <a:off x="3387960" y="511776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0" name="타원 80"/>
          <p:cNvSpPr/>
          <p:nvPr/>
        </p:nvSpPr>
        <p:spPr>
          <a:xfrm>
            <a:off x="3660120" y="521964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1" name="타원 81"/>
          <p:cNvSpPr/>
          <p:nvPr/>
        </p:nvSpPr>
        <p:spPr>
          <a:xfrm>
            <a:off x="5922000" y="549432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2" name="타원 82"/>
          <p:cNvSpPr/>
          <p:nvPr/>
        </p:nvSpPr>
        <p:spPr>
          <a:xfrm>
            <a:off x="6107040" y="532764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3" name="타원 83"/>
          <p:cNvSpPr/>
          <p:nvPr/>
        </p:nvSpPr>
        <p:spPr>
          <a:xfrm>
            <a:off x="6330960" y="532764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4" name="타원 84"/>
          <p:cNvSpPr/>
          <p:nvPr/>
        </p:nvSpPr>
        <p:spPr>
          <a:xfrm>
            <a:off x="6554520" y="508608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5" name="타원 85"/>
          <p:cNvSpPr/>
          <p:nvPr/>
        </p:nvSpPr>
        <p:spPr>
          <a:xfrm>
            <a:off x="6822000" y="499932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6" name="타원 86"/>
          <p:cNvSpPr/>
          <p:nvPr/>
        </p:nvSpPr>
        <p:spPr>
          <a:xfrm>
            <a:off x="6719040" y="514008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7" name="타원 87"/>
          <p:cNvSpPr/>
          <p:nvPr/>
        </p:nvSpPr>
        <p:spPr>
          <a:xfrm>
            <a:off x="6662520" y="489420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8" name="타원 88"/>
          <p:cNvSpPr/>
          <p:nvPr/>
        </p:nvSpPr>
        <p:spPr>
          <a:xfrm>
            <a:off x="7016400" y="476316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79" name="타원 89"/>
          <p:cNvSpPr/>
          <p:nvPr/>
        </p:nvSpPr>
        <p:spPr>
          <a:xfrm>
            <a:off x="7369920" y="470916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80" name="타원 90"/>
          <p:cNvSpPr/>
          <p:nvPr/>
        </p:nvSpPr>
        <p:spPr>
          <a:xfrm>
            <a:off x="7246800" y="456948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981" name="타원 91"/>
          <p:cNvSpPr/>
          <p:nvPr/>
        </p:nvSpPr>
        <p:spPr>
          <a:xfrm>
            <a:off x="7477920" y="4550400"/>
            <a:ext cx="106920" cy="106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982" name="직선 화살표 연결선 92"/>
          <p:cNvCxnSpPr/>
          <p:nvPr/>
        </p:nvCxnSpPr>
        <p:spPr>
          <a:xfrm>
            <a:off x="2184480" y="2676600"/>
            <a:ext cx="1969200" cy="633600"/>
          </a:xfrm>
          <a:prstGeom prst="straightConnector1">
            <a:avLst/>
          </a:prstGeom>
          <a:ln w="12700">
            <a:solidFill>
              <a:srgbClr val="d55633"/>
            </a:solidFill>
            <a:round/>
            <a:tailEnd len="med" type="triangle" w="med"/>
          </a:ln>
        </p:spPr>
      </p:cxnSp>
      <p:cxnSp>
        <p:nvCxnSpPr>
          <p:cNvPr id="983" name="직선 화살표 연결선 93"/>
          <p:cNvCxnSpPr/>
          <p:nvPr/>
        </p:nvCxnSpPr>
        <p:spPr>
          <a:xfrm flipV="1">
            <a:off x="2203560" y="4998960"/>
            <a:ext cx="1511280" cy="343800"/>
          </a:xfrm>
          <a:prstGeom prst="straightConnector1">
            <a:avLst/>
          </a:prstGeom>
          <a:ln w="12700">
            <a:solidFill>
              <a:srgbClr val="d55633"/>
            </a:solidFill>
            <a:round/>
            <a:tailEnd len="med" type="triangle" w="med"/>
          </a:ln>
        </p:spPr>
      </p:cxnSp>
      <p:cxnSp>
        <p:nvCxnSpPr>
          <p:cNvPr id="984" name="직선 화살표 연결선 94"/>
          <p:cNvCxnSpPr/>
          <p:nvPr/>
        </p:nvCxnSpPr>
        <p:spPr>
          <a:xfrm flipV="1">
            <a:off x="2541240" y="5351760"/>
            <a:ext cx="1235520" cy="281520"/>
          </a:xfrm>
          <a:prstGeom prst="straightConnector1">
            <a:avLst/>
          </a:prstGeom>
          <a:ln w="12700">
            <a:solidFill>
              <a:srgbClr val="d55633"/>
            </a:solidFill>
            <a:round/>
            <a:tailEnd len="med" type="triangle" w="med"/>
          </a:ln>
        </p:spPr>
      </p:cxnSp>
      <p:cxnSp>
        <p:nvCxnSpPr>
          <p:cNvPr id="985" name="직선 화살표 연결선 95"/>
          <p:cNvCxnSpPr/>
          <p:nvPr/>
        </p:nvCxnSpPr>
        <p:spPr>
          <a:xfrm flipV="1">
            <a:off x="5840640" y="4432320"/>
            <a:ext cx="1469160" cy="950400"/>
          </a:xfrm>
          <a:prstGeom prst="straightConnector1">
            <a:avLst/>
          </a:prstGeom>
          <a:ln w="12700">
            <a:solidFill>
              <a:srgbClr val="d55633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9" name="PlaceHolder 4"/>
          <p:cNvSpPr>
            <a:spLocks noGrp="1"/>
          </p:cNvSpPr>
          <p:nvPr>
            <p:ph type="sldNum" idx="8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587CD3-09E4-4C32-B0F6-B825D521EEF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90" name="PlaceHolder 5"/>
          <p:cNvSpPr>
            <a:spLocks noGrp="1"/>
          </p:cNvSpPr>
          <p:nvPr>
            <p:ph type="ftr" idx="8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91" name="Retângulo 45"/>
          <p:cNvSpPr/>
          <p:nvPr/>
        </p:nvSpPr>
        <p:spPr>
          <a:xfrm>
            <a:off x="767880" y="1626480"/>
            <a:ext cx="1009440" cy="840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Extreme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&gt; USD 100 MM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2" name="Retângulo 46"/>
          <p:cNvSpPr/>
          <p:nvPr/>
        </p:nvSpPr>
        <p:spPr>
          <a:xfrm>
            <a:off x="767880" y="2501280"/>
            <a:ext cx="1009440" cy="840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&gt; USD 50 MM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&lt; USD 100 MM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3" name="Retângulo 47"/>
          <p:cNvSpPr/>
          <p:nvPr/>
        </p:nvSpPr>
        <p:spPr>
          <a:xfrm>
            <a:off x="767880" y="3376080"/>
            <a:ext cx="1009440" cy="840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&gt; USD 20 MM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&lt; USD 50 MM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4" name="Retângulo 48"/>
          <p:cNvSpPr/>
          <p:nvPr/>
        </p:nvSpPr>
        <p:spPr>
          <a:xfrm>
            <a:off x="767880" y="4250880"/>
            <a:ext cx="1009440" cy="840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&lt; USD 20 MM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5" name="Retângulo 3"/>
          <p:cNvSpPr/>
          <p:nvPr/>
        </p:nvSpPr>
        <p:spPr>
          <a:xfrm>
            <a:off x="1811160" y="1626480"/>
            <a:ext cx="1438920" cy="84096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8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6" name="Retângulo 25"/>
          <p:cNvSpPr/>
          <p:nvPr/>
        </p:nvSpPr>
        <p:spPr>
          <a:xfrm>
            <a:off x="1811160" y="2503440"/>
            <a:ext cx="1438920" cy="84096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7" name="Retângulo 29"/>
          <p:cNvSpPr/>
          <p:nvPr/>
        </p:nvSpPr>
        <p:spPr>
          <a:xfrm>
            <a:off x="1811160" y="3380760"/>
            <a:ext cx="1438920" cy="840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 Exposure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34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8" name="Retângulo 35"/>
          <p:cNvSpPr/>
          <p:nvPr/>
        </p:nvSpPr>
        <p:spPr>
          <a:xfrm>
            <a:off x="1811160" y="4257720"/>
            <a:ext cx="1438920" cy="840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 Exposure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80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9" name="Retângulo 41"/>
          <p:cNvSpPr/>
          <p:nvPr/>
        </p:nvSpPr>
        <p:spPr>
          <a:xfrm>
            <a:off x="1815840" y="5126040"/>
            <a:ext cx="1434240" cy="672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Remote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Extremely rare or relatively uncommon risks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0" name="Retângulo 22"/>
          <p:cNvSpPr/>
          <p:nvPr/>
        </p:nvSpPr>
        <p:spPr>
          <a:xfrm>
            <a:off x="4756680" y="1626480"/>
            <a:ext cx="1438920" cy="84096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</a:t>
            </a:r>
            <a:endParaRPr b="0" lang="en-US" sz="149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01" name="Retângulo 27"/>
          <p:cNvSpPr/>
          <p:nvPr/>
        </p:nvSpPr>
        <p:spPr>
          <a:xfrm>
            <a:off x="4756680" y="2503440"/>
            <a:ext cx="1438920" cy="84096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49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02" name="Retângulo 32"/>
          <p:cNvSpPr/>
          <p:nvPr/>
        </p:nvSpPr>
        <p:spPr>
          <a:xfrm>
            <a:off x="4756680" y="3380760"/>
            <a:ext cx="1438920" cy="84096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3" name="Retângulo 39"/>
          <p:cNvSpPr/>
          <p:nvPr/>
        </p:nvSpPr>
        <p:spPr>
          <a:xfrm>
            <a:off x="4756680" y="4257720"/>
            <a:ext cx="1438920" cy="84096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8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4" name="Retângulo 43"/>
          <p:cNvSpPr/>
          <p:nvPr/>
        </p:nvSpPr>
        <p:spPr>
          <a:xfrm>
            <a:off x="4756680" y="5126040"/>
            <a:ext cx="1438920" cy="672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Likely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Risks that are highly likely to occur over a period of 2 years.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5" name="Retângulo 23"/>
          <p:cNvSpPr/>
          <p:nvPr/>
        </p:nvSpPr>
        <p:spPr>
          <a:xfrm>
            <a:off x="6229800" y="1626480"/>
            <a:ext cx="1438920" cy="840960"/>
          </a:xfrm>
          <a:prstGeom prst="rect">
            <a:avLst/>
          </a:prstGeom>
          <a:solidFill>
            <a:schemeClr val="accent4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Extreme Exposure 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49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06" name="Retângulo 28"/>
          <p:cNvSpPr/>
          <p:nvPr/>
        </p:nvSpPr>
        <p:spPr>
          <a:xfrm>
            <a:off x="6229800" y="2503440"/>
            <a:ext cx="1438920" cy="84096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</a:t>
            </a:r>
            <a:endParaRPr b="0" lang="en-US" sz="149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07" name="Retângulo 33"/>
          <p:cNvSpPr/>
          <p:nvPr/>
        </p:nvSpPr>
        <p:spPr>
          <a:xfrm>
            <a:off x="6229800" y="3380760"/>
            <a:ext cx="1438920" cy="84096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</a:t>
            </a:r>
            <a:endParaRPr b="0" lang="en-US" sz="149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08" name="Retângulo 40"/>
          <p:cNvSpPr/>
          <p:nvPr/>
        </p:nvSpPr>
        <p:spPr>
          <a:xfrm>
            <a:off x="6229800" y="4257720"/>
            <a:ext cx="1438920" cy="84096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6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9" name="Retângulo 44"/>
          <p:cNvSpPr/>
          <p:nvPr/>
        </p:nvSpPr>
        <p:spPr>
          <a:xfrm>
            <a:off x="6229800" y="5126040"/>
            <a:ext cx="1438920" cy="672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Very Likely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Risks that are almost certain to manifest over a period of 1 year.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0" name="Retângulo 50"/>
          <p:cNvSpPr/>
          <p:nvPr/>
        </p:nvSpPr>
        <p:spPr>
          <a:xfrm>
            <a:off x="762120" y="5126040"/>
            <a:ext cx="1014840" cy="672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Vs.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1" name="Retângulo 26"/>
          <p:cNvSpPr/>
          <p:nvPr/>
        </p:nvSpPr>
        <p:spPr>
          <a:xfrm>
            <a:off x="3283920" y="2503440"/>
            <a:ext cx="1438920" cy="84096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7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2" name="Retângulo 30"/>
          <p:cNvSpPr/>
          <p:nvPr/>
        </p:nvSpPr>
        <p:spPr>
          <a:xfrm>
            <a:off x="3283920" y="3380760"/>
            <a:ext cx="1438920" cy="84096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9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3" name="Retângulo 37"/>
          <p:cNvSpPr/>
          <p:nvPr/>
        </p:nvSpPr>
        <p:spPr>
          <a:xfrm>
            <a:off x="3283920" y="4257720"/>
            <a:ext cx="1438920" cy="840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 Exposure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17</a:t>
            </a:r>
            <a:endParaRPr b="0" lang="en-US" sz="14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4" name="Retângulo 42"/>
          <p:cNvSpPr/>
          <p:nvPr/>
        </p:nvSpPr>
        <p:spPr>
          <a:xfrm>
            <a:off x="3278160" y="5126040"/>
            <a:ext cx="1444680" cy="672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Possible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More typical risks, with about 50/50 chance 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5" name="Retângulo 79"/>
          <p:cNvSpPr/>
          <p:nvPr/>
        </p:nvSpPr>
        <p:spPr>
          <a:xfrm>
            <a:off x="3283920" y="1626480"/>
            <a:ext cx="1438920" cy="84096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</a:t>
            </a:r>
            <a:endParaRPr b="0" lang="en-US" sz="149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16" name="CaixaDeTexto 14"/>
          <p:cNvSpPr/>
          <p:nvPr/>
        </p:nvSpPr>
        <p:spPr>
          <a:xfrm rot="16200000">
            <a:off x="-1470240" y="3592440"/>
            <a:ext cx="4172040" cy="242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25000">
                <a:srgbClr val="d9d9d9"/>
              </a:gs>
              <a:gs pos="50000">
                <a:srgbClr val="b6b6b6"/>
              </a:gs>
              <a:gs pos="75000">
                <a:srgbClr val="a6a6a6"/>
              </a:gs>
              <a:gs pos="100000">
                <a:srgbClr val="757575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IMPACT SCALE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7" name="CaixaDeTexto 81"/>
          <p:cNvSpPr/>
          <p:nvPr/>
        </p:nvSpPr>
        <p:spPr>
          <a:xfrm>
            <a:off x="762120" y="5844600"/>
            <a:ext cx="6906600" cy="242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25000">
                <a:srgbClr val="d9d9d9"/>
              </a:gs>
              <a:gs pos="50000">
                <a:srgbClr val="b6b6b6"/>
              </a:gs>
              <a:gs pos="75000">
                <a:srgbClr val="a6a6a6"/>
              </a:gs>
              <a:gs pos="100000">
                <a:srgbClr val="757575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PROBABILITY SCALE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8" name="CaixaDeTexto 89"/>
          <p:cNvSpPr/>
          <p:nvPr/>
        </p:nvSpPr>
        <p:spPr>
          <a:xfrm rot="16200000">
            <a:off x="6082560" y="3246840"/>
            <a:ext cx="3472560" cy="232920"/>
          </a:xfrm>
          <a:prstGeom prst="rect">
            <a:avLst/>
          </a:prstGeom>
          <a:gradFill rotWithShape="0">
            <a:gsLst>
              <a:gs pos="0">
                <a:srgbClr val="f6eee0"/>
              </a:gs>
              <a:gs pos="35000">
                <a:srgbClr val="e9b86e"/>
              </a:gs>
              <a:gs pos="70000">
                <a:srgbClr val="d55633"/>
              </a:gs>
              <a:gs pos="100000">
                <a:srgbClr val="c5202a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RISK CLASSIFICATION</a:t>
            </a:r>
            <a:endParaRPr b="0" lang="en-US" sz="939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9" name="Retângulo 90"/>
          <p:cNvSpPr/>
          <p:nvPr/>
        </p:nvSpPr>
        <p:spPr>
          <a:xfrm>
            <a:off x="7971480" y="4257720"/>
            <a:ext cx="1438920" cy="840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131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(73%)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20" name="Retângulo 91"/>
          <p:cNvSpPr/>
          <p:nvPr/>
        </p:nvSpPr>
        <p:spPr>
          <a:xfrm>
            <a:off x="7971480" y="3380760"/>
            <a:ext cx="1438920" cy="84096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39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(21%)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21" name="Retângulo 92"/>
          <p:cNvSpPr/>
          <p:nvPr/>
        </p:nvSpPr>
        <p:spPr>
          <a:xfrm>
            <a:off x="7971480" y="2503440"/>
            <a:ext cx="1438920" cy="84096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30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9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(5%)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22" name="Retângulo 93"/>
          <p:cNvSpPr/>
          <p:nvPr/>
        </p:nvSpPr>
        <p:spPr>
          <a:xfrm>
            <a:off x="7971480" y="1626480"/>
            <a:ext cx="1438920" cy="840960"/>
          </a:xfrm>
          <a:prstGeom prst="rect">
            <a:avLst/>
          </a:prstGeom>
          <a:solidFill>
            <a:schemeClr val="accent4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Extreme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Noto Sans CJK KR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(1%)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23" name="Retângulo 94"/>
          <p:cNvSpPr/>
          <p:nvPr/>
        </p:nvSpPr>
        <p:spPr>
          <a:xfrm>
            <a:off x="7702560" y="5126040"/>
            <a:ext cx="1704240" cy="954000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Total Risk Events 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Evaluated</a:t>
            </a:r>
            <a:endParaRPr b="0" lang="en-US" sz="75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endParaRPr b="0" lang="en-US" sz="1490" spc="-1" strike="noStrike">
              <a:solidFill>
                <a:srgbClr val="ffffff"/>
              </a:solidFill>
              <a:latin typeface="Noto Sans CJK KR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180</a:t>
            </a:r>
            <a:endParaRPr b="0" lang="en-US" sz="149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2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2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2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28" name="PlaceHolder 5"/>
          <p:cNvSpPr>
            <a:spLocks noGrp="1"/>
          </p:cNvSpPr>
          <p:nvPr>
            <p:ph type="sldNum" idx="8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A3E993-B6A1-4657-B343-D16E43791C9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29" name="PlaceHolder 6"/>
          <p:cNvSpPr>
            <a:spLocks noGrp="1"/>
          </p:cNvSpPr>
          <p:nvPr>
            <p:ph type="ftr" idx="8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30" name="Oval 48"/>
          <p:cNvSpPr/>
          <p:nvPr/>
        </p:nvSpPr>
        <p:spPr>
          <a:xfrm>
            <a:off x="5321880" y="2436480"/>
            <a:ext cx="221400" cy="221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031" name="그룹 13"/>
          <p:cNvGrpSpPr/>
          <p:nvPr/>
        </p:nvGrpSpPr>
        <p:grpSpPr>
          <a:xfrm>
            <a:off x="1057680" y="2436480"/>
            <a:ext cx="3481920" cy="3169800"/>
            <a:chOff x="1057680" y="2436480"/>
            <a:chExt cx="3481920" cy="3169800"/>
          </a:xfrm>
        </p:grpSpPr>
        <p:sp>
          <p:nvSpPr>
            <p:cNvPr id="1032" name="Oval 31"/>
            <p:cNvSpPr/>
            <p:nvPr/>
          </p:nvSpPr>
          <p:spPr>
            <a:xfrm>
              <a:off x="1888920" y="2436480"/>
              <a:ext cx="1819080" cy="18190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Medium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033" name="Oval 29"/>
            <p:cNvSpPr/>
            <p:nvPr/>
          </p:nvSpPr>
          <p:spPr>
            <a:xfrm>
              <a:off x="2720520" y="3787200"/>
              <a:ext cx="1819080" cy="181908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Medium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034" name="Oval 30"/>
            <p:cNvSpPr/>
            <p:nvPr/>
          </p:nvSpPr>
          <p:spPr>
            <a:xfrm>
              <a:off x="1057680" y="3787200"/>
              <a:ext cx="1819080" cy="181908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Medium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1035" name="Oval 48"/>
          <p:cNvSpPr/>
          <p:nvPr/>
        </p:nvSpPr>
        <p:spPr>
          <a:xfrm>
            <a:off x="5321880" y="3563280"/>
            <a:ext cx="221400" cy="2214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36" name="Oval 48"/>
          <p:cNvSpPr/>
          <p:nvPr/>
        </p:nvSpPr>
        <p:spPr>
          <a:xfrm>
            <a:off x="5321880" y="4691520"/>
            <a:ext cx="221400" cy="2214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037" name="Straight Connector 6"/>
          <p:cNvCxnSpPr/>
          <p:nvPr/>
        </p:nvCxnSpPr>
        <p:spPr>
          <a:xfrm>
            <a:off x="5615640" y="3349440"/>
            <a:ext cx="3025080" cy="108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1038" name="TextBox 25"/>
          <p:cNvSpPr/>
          <p:nvPr/>
        </p:nvSpPr>
        <p:spPr>
          <a:xfrm>
            <a:off x="5615640" y="2468520"/>
            <a:ext cx="30229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spcAft>
                <a:spcPts val="64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039" name="Straight Connector 6"/>
          <p:cNvCxnSpPr/>
          <p:nvPr/>
        </p:nvCxnSpPr>
        <p:spPr>
          <a:xfrm>
            <a:off x="5627520" y="4482360"/>
            <a:ext cx="3025080" cy="108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1040" name="Straight Connector 6"/>
          <p:cNvCxnSpPr/>
          <p:nvPr/>
        </p:nvCxnSpPr>
        <p:spPr>
          <a:xfrm>
            <a:off x="5627520" y="5616000"/>
            <a:ext cx="3025080" cy="144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1041" name="TextBox 28"/>
          <p:cNvSpPr/>
          <p:nvPr/>
        </p:nvSpPr>
        <p:spPr>
          <a:xfrm>
            <a:off x="5627880" y="4735440"/>
            <a:ext cx="30052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spcAft>
                <a:spcPts val="64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2" name="TextBox 29"/>
          <p:cNvSpPr/>
          <p:nvPr/>
        </p:nvSpPr>
        <p:spPr>
          <a:xfrm>
            <a:off x="5627880" y="2687400"/>
            <a:ext cx="30229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3" name="TextBox 30"/>
          <p:cNvSpPr/>
          <p:nvPr/>
        </p:nvSpPr>
        <p:spPr>
          <a:xfrm>
            <a:off x="5532120" y="3831840"/>
            <a:ext cx="31064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4" name="TextBox 31"/>
          <p:cNvSpPr/>
          <p:nvPr/>
        </p:nvSpPr>
        <p:spPr>
          <a:xfrm>
            <a:off x="5532120" y="4977720"/>
            <a:ext cx="31064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5" name="TextBox 32"/>
          <p:cNvSpPr/>
          <p:nvPr/>
        </p:nvSpPr>
        <p:spPr>
          <a:xfrm>
            <a:off x="5627880" y="3601440"/>
            <a:ext cx="37483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spcAft>
                <a:spcPts val="64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50" name="PlaceHolder 5"/>
          <p:cNvSpPr>
            <a:spLocks noGrp="1"/>
          </p:cNvSpPr>
          <p:nvPr>
            <p:ph type="sldNum" idx="8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824733E-F6B4-4A87-BB5B-9FFD15DB134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51" name="PlaceHolder 6"/>
          <p:cNvSpPr>
            <a:spLocks noGrp="1"/>
          </p:cNvSpPr>
          <p:nvPr>
            <p:ph type="ftr" idx="8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52" name="Oval 2"/>
          <p:cNvSpPr/>
          <p:nvPr/>
        </p:nvSpPr>
        <p:spPr>
          <a:xfrm>
            <a:off x="4288320" y="3206880"/>
            <a:ext cx="1328400" cy="1328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e3e3e3"/>
              </a:gs>
            </a:gsLst>
            <a:lin ang="16800000"/>
          </a:gradFill>
          <a:ln w="19050">
            <a:solidFill>
              <a:srgbClr val="ffffff">
                <a:alpha val="65000"/>
              </a:srgbClr>
            </a:solidFill>
            <a:miter/>
          </a:ln>
          <a:effectLst>
            <a:outerShdw algn="tr" blurRad="25560" dir="8100000" dist="12218" rotWithShape="0">
              <a:srgbClr val="000000">
                <a:alpha val="2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053" name="Group 3"/>
          <p:cNvGrpSpPr/>
          <p:nvPr/>
        </p:nvGrpSpPr>
        <p:grpSpPr>
          <a:xfrm>
            <a:off x="3755160" y="2759400"/>
            <a:ext cx="1183320" cy="1122840"/>
            <a:chOff x="3755160" y="2759400"/>
            <a:chExt cx="1183320" cy="1122840"/>
          </a:xfrm>
        </p:grpSpPr>
        <p:sp>
          <p:nvSpPr>
            <p:cNvPr id="1054" name="Rectangle 15"/>
            <p:cNvSpPr/>
            <p:nvPr/>
          </p:nvSpPr>
          <p:spPr>
            <a:xfrm rot="16200000">
              <a:off x="4377240" y="2769120"/>
              <a:ext cx="570960" cy="551160"/>
            </a:xfrm>
            <a:custGeom>
              <a:avLst/>
              <a:gdLst>
                <a:gd name="textAreaLeft" fmla="*/ 0 w 570960"/>
                <a:gd name="textAreaRight" fmla="*/ 572040 w 570960"/>
                <a:gd name="textAreaTop" fmla="*/ 0 h 551160"/>
                <a:gd name="textAreaBottom" fmla="*/ 552240 h 55116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55" name="Rectangle 15"/>
            <p:cNvSpPr/>
            <p:nvPr/>
          </p:nvSpPr>
          <p:spPr>
            <a:xfrm rot="13433400">
              <a:off x="3866400" y="3210120"/>
              <a:ext cx="570960" cy="551160"/>
            </a:xfrm>
            <a:custGeom>
              <a:avLst/>
              <a:gdLst>
                <a:gd name="textAreaLeft" fmla="*/ 0 w 570960"/>
                <a:gd name="textAreaRight" fmla="*/ 572040 w 570960"/>
                <a:gd name="textAreaTop" fmla="*/ 0 h 551160"/>
                <a:gd name="textAreaBottom" fmla="*/ 552240 h 55116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056" name="그룹 121"/>
          <p:cNvGrpSpPr/>
          <p:nvPr/>
        </p:nvGrpSpPr>
        <p:grpSpPr>
          <a:xfrm>
            <a:off x="3809160" y="3890880"/>
            <a:ext cx="1175040" cy="1186560"/>
            <a:chOff x="3809160" y="3890880"/>
            <a:chExt cx="1175040" cy="1186560"/>
          </a:xfrm>
        </p:grpSpPr>
        <p:sp>
          <p:nvSpPr>
            <p:cNvPr id="1057" name="Rectangle 15"/>
            <p:cNvSpPr/>
            <p:nvPr/>
          </p:nvSpPr>
          <p:spPr>
            <a:xfrm rot="10588200">
              <a:off x="3825360" y="3907800"/>
              <a:ext cx="570960" cy="551160"/>
            </a:xfrm>
            <a:custGeom>
              <a:avLst/>
              <a:gdLst>
                <a:gd name="textAreaLeft" fmla="*/ 0 w 570960"/>
                <a:gd name="textAreaRight" fmla="*/ 572040 w 570960"/>
                <a:gd name="textAreaTop" fmla="*/ 0 h 551160"/>
                <a:gd name="textAreaBottom" fmla="*/ 552240 h 55116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58" name="Rectangle 15"/>
            <p:cNvSpPr/>
            <p:nvPr/>
          </p:nvSpPr>
          <p:spPr>
            <a:xfrm rot="8033400">
              <a:off x="4302000" y="4404960"/>
              <a:ext cx="570960" cy="551160"/>
            </a:xfrm>
            <a:custGeom>
              <a:avLst/>
              <a:gdLst>
                <a:gd name="textAreaLeft" fmla="*/ 0 w 570960"/>
                <a:gd name="textAreaRight" fmla="*/ 572040 w 570960"/>
                <a:gd name="textAreaTop" fmla="*/ 0 h 551160"/>
                <a:gd name="textAreaBottom" fmla="*/ 552240 h 55116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059" name="Group 8"/>
          <p:cNvGrpSpPr/>
          <p:nvPr/>
        </p:nvGrpSpPr>
        <p:grpSpPr>
          <a:xfrm>
            <a:off x="4971240" y="3877560"/>
            <a:ext cx="1182600" cy="1123200"/>
            <a:chOff x="4971240" y="3877560"/>
            <a:chExt cx="1182600" cy="1123200"/>
          </a:xfrm>
        </p:grpSpPr>
        <p:sp>
          <p:nvSpPr>
            <p:cNvPr id="1060" name="Rectangle 15"/>
            <p:cNvSpPr/>
            <p:nvPr/>
          </p:nvSpPr>
          <p:spPr>
            <a:xfrm rot="5400000">
              <a:off x="4961160" y="4439520"/>
              <a:ext cx="570960" cy="551160"/>
            </a:xfrm>
            <a:custGeom>
              <a:avLst/>
              <a:gdLst>
                <a:gd name="textAreaLeft" fmla="*/ 0 w 570960"/>
                <a:gd name="textAreaRight" fmla="*/ 572040 w 570960"/>
                <a:gd name="textAreaTop" fmla="*/ 0 h 551160"/>
                <a:gd name="textAreaBottom" fmla="*/ 552240 h 55116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rgbClr val="e6e6e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61" name="Rectangle 15"/>
            <p:cNvSpPr/>
            <p:nvPr/>
          </p:nvSpPr>
          <p:spPr>
            <a:xfrm rot="2633400">
              <a:off x="5471280" y="3998160"/>
              <a:ext cx="570960" cy="551160"/>
            </a:xfrm>
            <a:custGeom>
              <a:avLst/>
              <a:gdLst>
                <a:gd name="textAreaLeft" fmla="*/ 0 w 570960"/>
                <a:gd name="textAreaRight" fmla="*/ 572040 w 570960"/>
                <a:gd name="textAreaTop" fmla="*/ 0 h 551160"/>
                <a:gd name="textAreaBottom" fmla="*/ 552240 h 55116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062" name="Group 11"/>
          <p:cNvGrpSpPr/>
          <p:nvPr/>
        </p:nvGrpSpPr>
        <p:grpSpPr>
          <a:xfrm>
            <a:off x="4953240" y="2693880"/>
            <a:ext cx="1124280" cy="1183680"/>
            <a:chOff x="4953240" y="2693880"/>
            <a:chExt cx="1124280" cy="1183680"/>
          </a:xfrm>
        </p:grpSpPr>
        <p:sp>
          <p:nvSpPr>
            <p:cNvPr id="1063" name="Rectangle 15"/>
            <p:cNvSpPr/>
            <p:nvPr/>
          </p:nvSpPr>
          <p:spPr>
            <a:xfrm>
              <a:off x="5506560" y="3326400"/>
              <a:ext cx="570960" cy="551160"/>
            </a:xfrm>
            <a:custGeom>
              <a:avLst/>
              <a:gdLst>
                <a:gd name="textAreaLeft" fmla="*/ 0 w 570960"/>
                <a:gd name="textAreaRight" fmla="*/ 572040 w 570960"/>
                <a:gd name="textAreaTop" fmla="*/ 0 h 551160"/>
                <a:gd name="textAreaBottom" fmla="*/ 552240 h 55116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64" name="Rectangle 15"/>
            <p:cNvSpPr/>
            <p:nvPr/>
          </p:nvSpPr>
          <p:spPr>
            <a:xfrm rot="18833400">
              <a:off x="5064120" y="2814840"/>
              <a:ext cx="570960" cy="551160"/>
            </a:xfrm>
            <a:custGeom>
              <a:avLst/>
              <a:gdLst>
                <a:gd name="textAreaLeft" fmla="*/ 0 w 570960"/>
                <a:gd name="textAreaRight" fmla="*/ 572040 w 570960"/>
                <a:gd name="textAreaTop" fmla="*/ 0 h 551160"/>
                <a:gd name="textAreaBottom" fmla="*/ 552240 h 55116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065" name="Oval 14"/>
          <p:cNvSpPr/>
          <p:nvPr/>
        </p:nvSpPr>
        <p:spPr>
          <a:xfrm>
            <a:off x="4640040" y="2250360"/>
            <a:ext cx="440280" cy="440280"/>
          </a:xfrm>
          <a:prstGeom prst="ellipse">
            <a:avLst/>
          </a:prstGeom>
          <a:solidFill>
            <a:srgbClr val="e6e6e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66" name="Oval 15"/>
          <p:cNvSpPr/>
          <p:nvPr/>
        </p:nvSpPr>
        <p:spPr>
          <a:xfrm>
            <a:off x="3675600" y="2716920"/>
            <a:ext cx="440280" cy="44028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67" name="Oval 16"/>
          <p:cNvSpPr/>
          <p:nvPr/>
        </p:nvSpPr>
        <p:spPr>
          <a:xfrm>
            <a:off x="3325680" y="3771720"/>
            <a:ext cx="440280" cy="4402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68" name="Oval 17"/>
          <p:cNvSpPr/>
          <p:nvPr/>
        </p:nvSpPr>
        <p:spPr>
          <a:xfrm>
            <a:off x="3812040" y="4686480"/>
            <a:ext cx="440280" cy="440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69" name="Oval 18"/>
          <p:cNvSpPr/>
          <p:nvPr/>
        </p:nvSpPr>
        <p:spPr>
          <a:xfrm>
            <a:off x="4763880" y="5055480"/>
            <a:ext cx="561960" cy="561960"/>
          </a:xfrm>
          <a:prstGeom prst="ellipse">
            <a:avLst/>
          </a:prstGeom>
          <a:solidFill>
            <a:srgbClr val="e6e6e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70" name="Oval 19"/>
          <p:cNvSpPr/>
          <p:nvPr/>
        </p:nvSpPr>
        <p:spPr>
          <a:xfrm>
            <a:off x="5794560" y="4619520"/>
            <a:ext cx="440280" cy="44028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71" name="Oval 20"/>
          <p:cNvSpPr/>
          <p:nvPr/>
        </p:nvSpPr>
        <p:spPr>
          <a:xfrm>
            <a:off x="6139080" y="3594960"/>
            <a:ext cx="440280" cy="4402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72" name="Oval 21"/>
          <p:cNvSpPr/>
          <p:nvPr/>
        </p:nvSpPr>
        <p:spPr>
          <a:xfrm>
            <a:off x="5684040" y="2635560"/>
            <a:ext cx="440280" cy="440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73" name="TextBox 138"/>
          <p:cNvSpPr/>
          <p:nvPr/>
        </p:nvSpPr>
        <p:spPr>
          <a:xfrm>
            <a:off x="4401360" y="3931560"/>
            <a:ext cx="1124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74" name="Rectangle 16"/>
          <p:cNvSpPr/>
          <p:nvPr/>
        </p:nvSpPr>
        <p:spPr>
          <a:xfrm>
            <a:off x="4728600" y="3546000"/>
            <a:ext cx="452520" cy="297000"/>
          </a:xfrm>
          <a:custGeom>
            <a:avLst/>
            <a:gdLst>
              <a:gd name="textAreaLeft" fmla="*/ 0 w 452520"/>
              <a:gd name="textAreaRight" fmla="*/ 453600 w 452520"/>
              <a:gd name="textAreaTop" fmla="*/ 0 h 297000"/>
              <a:gd name="textAreaBottom" fmla="*/ 298080 h 297000"/>
            </a:gdLst>
            <a:ahLst/>
            <a:rect l="textAreaLeft" t="textAreaTop" r="textAreaRight" b="textAreaBottom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rgbClr val="524e5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75" name="Parallelogram 30"/>
          <p:cNvSpPr/>
          <p:nvPr/>
        </p:nvSpPr>
        <p:spPr>
          <a:xfrm flipH="1">
            <a:off x="3924000" y="4799520"/>
            <a:ext cx="213480" cy="214200"/>
          </a:xfrm>
          <a:custGeom>
            <a:avLst/>
            <a:gdLst>
              <a:gd name="textAreaLeft" fmla="*/ -720 w 213480"/>
              <a:gd name="textAreaRight" fmla="*/ 213840 w 213480"/>
              <a:gd name="textAreaTop" fmla="*/ 0 h 214200"/>
              <a:gd name="textAreaBottom" fmla="*/ 215280 h 214200"/>
            </a:gdLst>
            <a:ahLst/>
            <a:rect l="textAreaLeft" t="textAreaTop" r="textAreaRight" b="textAreaBottom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76" name="Isosceles Triangle 8"/>
          <p:cNvSpPr/>
          <p:nvPr/>
        </p:nvSpPr>
        <p:spPr>
          <a:xfrm rot="16200000">
            <a:off x="6255720" y="3692520"/>
            <a:ext cx="207000" cy="246960"/>
          </a:xfrm>
          <a:custGeom>
            <a:avLst/>
            <a:gdLst>
              <a:gd name="textAreaLeft" fmla="*/ 0 w 207000"/>
              <a:gd name="textAreaRight" fmla="*/ 208080 w 207000"/>
              <a:gd name="textAreaTop" fmla="*/ 0 h 246960"/>
              <a:gd name="textAreaBottom" fmla="*/ 248040 h 246960"/>
            </a:gdLst>
            <a:ahLst/>
            <a:rect l="textAreaLeft" t="textAreaTop" r="textAreaRight" b="textAreaBottom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77" name="Oval 7"/>
          <p:cNvSpPr/>
          <p:nvPr/>
        </p:nvSpPr>
        <p:spPr>
          <a:xfrm>
            <a:off x="5905080" y="4729680"/>
            <a:ext cx="219600" cy="219600"/>
          </a:xfrm>
          <a:custGeom>
            <a:avLst/>
            <a:gdLst>
              <a:gd name="textAreaLeft" fmla="*/ 0 w 219600"/>
              <a:gd name="textAreaRight" fmla="*/ 220680 w 219600"/>
              <a:gd name="textAreaTop" fmla="*/ 0 h 219600"/>
              <a:gd name="textAreaBottom" fmla="*/ 220680 h 219600"/>
            </a:gdLst>
            <a:ahLst/>
            <a:rect l="textAreaLeft" t="textAreaTop" r="textAreaRight" b="textAreaBottom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78" name="Round Same Side Corner Rectangle 11"/>
          <p:cNvSpPr/>
          <p:nvPr/>
        </p:nvSpPr>
        <p:spPr>
          <a:xfrm rot="9900000">
            <a:off x="3775680" y="2835720"/>
            <a:ext cx="240840" cy="204120"/>
          </a:xfrm>
          <a:custGeom>
            <a:avLst/>
            <a:gdLst>
              <a:gd name="textAreaLeft" fmla="*/ 0 w 240840"/>
              <a:gd name="textAreaRight" fmla="*/ 241920 w 240840"/>
              <a:gd name="textAreaTop" fmla="*/ 0 h 204120"/>
              <a:gd name="textAreaBottom" fmla="*/ 205200 h 204120"/>
            </a:gdLst>
            <a:ahLst/>
            <a:rect l="textAreaLeft" t="textAreaTop" r="textAreaRight" b="textAreaBottom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79" name="Rounded Rectangle 27"/>
          <p:cNvSpPr/>
          <p:nvPr/>
        </p:nvSpPr>
        <p:spPr>
          <a:xfrm>
            <a:off x="4745520" y="2380320"/>
            <a:ext cx="210240" cy="161280"/>
          </a:xfrm>
          <a:custGeom>
            <a:avLst/>
            <a:gdLst>
              <a:gd name="textAreaLeft" fmla="*/ 0 w 210240"/>
              <a:gd name="textAreaRight" fmla="*/ 211320 w 210240"/>
              <a:gd name="textAreaTop" fmla="*/ 0 h 161280"/>
              <a:gd name="textAreaBottom" fmla="*/ 162360 h 161280"/>
            </a:gdLst>
            <a:ahLst/>
            <a:rect l="textAreaLeft" t="textAreaTop" r="textAreaRight" b="textAreaBottom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80" name="Donut 24"/>
          <p:cNvSpPr/>
          <p:nvPr/>
        </p:nvSpPr>
        <p:spPr>
          <a:xfrm>
            <a:off x="4924800" y="5215320"/>
            <a:ext cx="240120" cy="242280"/>
          </a:xfrm>
          <a:custGeom>
            <a:avLst/>
            <a:gdLst>
              <a:gd name="textAreaLeft" fmla="*/ 0 w 240120"/>
              <a:gd name="textAreaRight" fmla="*/ 241200 w 240120"/>
              <a:gd name="textAreaTop" fmla="*/ 0 h 242280"/>
              <a:gd name="textAreaBottom" fmla="*/ 243360 h 242280"/>
            </a:gdLst>
            <a:ahLst/>
            <a:rect l="textAreaLeft" t="textAreaTop" r="textAreaRight" b="textAreaBottom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81" name="Oval 21"/>
          <p:cNvSpPr/>
          <p:nvPr/>
        </p:nvSpPr>
        <p:spPr>
          <a:xfrm>
            <a:off x="3429720" y="3874680"/>
            <a:ext cx="232200" cy="234000"/>
          </a:xfrm>
          <a:custGeom>
            <a:avLst/>
            <a:gdLst>
              <a:gd name="textAreaLeft" fmla="*/ 0 w 232200"/>
              <a:gd name="textAreaRight" fmla="*/ 233280 w 232200"/>
              <a:gd name="textAreaTop" fmla="*/ 0 h 234000"/>
              <a:gd name="textAreaBottom" fmla="*/ 235080 h 23400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82" name="Rounded Rectangle 7"/>
          <p:cNvSpPr/>
          <p:nvPr/>
        </p:nvSpPr>
        <p:spPr>
          <a:xfrm>
            <a:off x="5792040" y="2758680"/>
            <a:ext cx="224640" cy="193680"/>
          </a:xfrm>
          <a:custGeom>
            <a:avLst/>
            <a:gdLst>
              <a:gd name="textAreaLeft" fmla="*/ 0 w 224640"/>
              <a:gd name="textAreaRight" fmla="*/ 225720 w 224640"/>
              <a:gd name="textAreaTop" fmla="*/ 0 h 193680"/>
              <a:gd name="textAreaBottom" fmla="*/ 194760 h 193680"/>
            </a:gdLst>
            <a:ahLst/>
            <a:rect l="textAreaLeft" t="textAreaTop" r="textAreaRight" b="textAreaBottom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083" name="Group 25"/>
          <p:cNvGrpSpPr/>
          <p:nvPr/>
        </p:nvGrpSpPr>
        <p:grpSpPr>
          <a:xfrm>
            <a:off x="6168960" y="2481120"/>
            <a:ext cx="2965680" cy="533160"/>
            <a:chOff x="6168960" y="2481120"/>
            <a:chExt cx="2965680" cy="533160"/>
          </a:xfrm>
        </p:grpSpPr>
        <p:sp>
          <p:nvSpPr>
            <p:cNvPr id="1084" name="TextBox 149"/>
            <p:cNvSpPr/>
            <p:nvPr/>
          </p:nvSpPr>
          <p:spPr>
            <a:xfrm>
              <a:off x="6168960" y="2705400"/>
              <a:ext cx="29656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085" name="TextBox 150"/>
            <p:cNvSpPr/>
            <p:nvPr/>
          </p:nvSpPr>
          <p:spPr>
            <a:xfrm>
              <a:off x="6168960" y="2481120"/>
              <a:ext cx="296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086" name="Group 25"/>
          <p:cNvGrpSpPr/>
          <p:nvPr/>
        </p:nvGrpSpPr>
        <p:grpSpPr>
          <a:xfrm>
            <a:off x="796320" y="4818960"/>
            <a:ext cx="2965680" cy="504720"/>
            <a:chOff x="796320" y="4818960"/>
            <a:chExt cx="2965680" cy="504720"/>
          </a:xfrm>
        </p:grpSpPr>
        <p:sp>
          <p:nvSpPr>
            <p:cNvPr id="1087" name="TextBox 161"/>
            <p:cNvSpPr/>
            <p:nvPr/>
          </p:nvSpPr>
          <p:spPr>
            <a:xfrm>
              <a:off x="796320" y="5014800"/>
              <a:ext cx="29656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Text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088" name="TextBox 162"/>
            <p:cNvSpPr/>
            <p:nvPr/>
          </p:nvSpPr>
          <p:spPr>
            <a:xfrm>
              <a:off x="796320" y="4818960"/>
              <a:ext cx="296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Contents Title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089" name="Group 25"/>
          <p:cNvGrpSpPr/>
          <p:nvPr/>
        </p:nvGrpSpPr>
        <p:grpSpPr>
          <a:xfrm>
            <a:off x="373680" y="3660120"/>
            <a:ext cx="2965680" cy="533160"/>
            <a:chOff x="373680" y="3660120"/>
            <a:chExt cx="2965680" cy="533160"/>
          </a:xfrm>
        </p:grpSpPr>
        <p:sp>
          <p:nvSpPr>
            <p:cNvPr id="1090" name="TextBox 164"/>
            <p:cNvSpPr/>
            <p:nvPr/>
          </p:nvSpPr>
          <p:spPr>
            <a:xfrm>
              <a:off x="373680" y="3884400"/>
              <a:ext cx="29656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091" name="TextBox 165"/>
            <p:cNvSpPr/>
            <p:nvPr/>
          </p:nvSpPr>
          <p:spPr>
            <a:xfrm>
              <a:off x="373680" y="3660120"/>
              <a:ext cx="296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092" name="Group 25"/>
          <p:cNvGrpSpPr/>
          <p:nvPr/>
        </p:nvGrpSpPr>
        <p:grpSpPr>
          <a:xfrm>
            <a:off x="747000" y="2564640"/>
            <a:ext cx="2965680" cy="533160"/>
            <a:chOff x="747000" y="2564640"/>
            <a:chExt cx="2965680" cy="533160"/>
          </a:xfrm>
        </p:grpSpPr>
        <p:sp>
          <p:nvSpPr>
            <p:cNvPr id="1093" name="TextBox 62"/>
            <p:cNvSpPr/>
            <p:nvPr/>
          </p:nvSpPr>
          <p:spPr>
            <a:xfrm>
              <a:off x="747000" y="2788920"/>
              <a:ext cx="29656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094" name="TextBox 63"/>
            <p:cNvSpPr/>
            <p:nvPr/>
          </p:nvSpPr>
          <p:spPr>
            <a:xfrm>
              <a:off x="747000" y="2564640"/>
              <a:ext cx="296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095" name="Group 25"/>
          <p:cNvGrpSpPr/>
          <p:nvPr/>
        </p:nvGrpSpPr>
        <p:grpSpPr>
          <a:xfrm>
            <a:off x="3394440" y="1640520"/>
            <a:ext cx="2965680" cy="533160"/>
            <a:chOff x="3394440" y="1640520"/>
            <a:chExt cx="2965680" cy="533160"/>
          </a:xfrm>
        </p:grpSpPr>
        <p:sp>
          <p:nvSpPr>
            <p:cNvPr id="1096" name="TextBox 65"/>
            <p:cNvSpPr/>
            <p:nvPr/>
          </p:nvSpPr>
          <p:spPr>
            <a:xfrm>
              <a:off x="3394440" y="1864800"/>
              <a:ext cx="29656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097" name="TextBox 66"/>
            <p:cNvSpPr/>
            <p:nvPr/>
          </p:nvSpPr>
          <p:spPr>
            <a:xfrm>
              <a:off x="3394440" y="1640520"/>
              <a:ext cx="296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098" name="Group 25"/>
          <p:cNvGrpSpPr/>
          <p:nvPr/>
        </p:nvGrpSpPr>
        <p:grpSpPr>
          <a:xfrm>
            <a:off x="6599160" y="3546000"/>
            <a:ext cx="2965680" cy="533160"/>
            <a:chOff x="6599160" y="3546000"/>
            <a:chExt cx="2965680" cy="533160"/>
          </a:xfrm>
        </p:grpSpPr>
        <p:sp>
          <p:nvSpPr>
            <p:cNvPr id="1099" name="TextBox 68"/>
            <p:cNvSpPr/>
            <p:nvPr/>
          </p:nvSpPr>
          <p:spPr>
            <a:xfrm>
              <a:off x="6599160" y="3770280"/>
              <a:ext cx="29656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100" name="TextBox 69"/>
            <p:cNvSpPr/>
            <p:nvPr/>
          </p:nvSpPr>
          <p:spPr>
            <a:xfrm>
              <a:off x="6599160" y="3546000"/>
              <a:ext cx="296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101" name="Group 25"/>
          <p:cNvGrpSpPr/>
          <p:nvPr/>
        </p:nvGrpSpPr>
        <p:grpSpPr>
          <a:xfrm>
            <a:off x="6274080" y="4590360"/>
            <a:ext cx="2965680" cy="533160"/>
            <a:chOff x="6274080" y="4590360"/>
            <a:chExt cx="2965680" cy="533160"/>
          </a:xfrm>
        </p:grpSpPr>
        <p:sp>
          <p:nvSpPr>
            <p:cNvPr id="1102" name="TextBox 71"/>
            <p:cNvSpPr/>
            <p:nvPr/>
          </p:nvSpPr>
          <p:spPr>
            <a:xfrm>
              <a:off x="6274080" y="4814640"/>
              <a:ext cx="29656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103" name="TextBox 72"/>
            <p:cNvSpPr/>
            <p:nvPr/>
          </p:nvSpPr>
          <p:spPr>
            <a:xfrm>
              <a:off x="6274080" y="4590360"/>
              <a:ext cx="296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104" name="Group 25"/>
          <p:cNvGrpSpPr/>
          <p:nvPr/>
        </p:nvGrpSpPr>
        <p:grpSpPr>
          <a:xfrm>
            <a:off x="3566880" y="5720400"/>
            <a:ext cx="2965680" cy="533160"/>
            <a:chOff x="3566880" y="5720400"/>
            <a:chExt cx="2965680" cy="533160"/>
          </a:xfrm>
        </p:grpSpPr>
        <p:sp>
          <p:nvSpPr>
            <p:cNvPr id="1105" name="TextBox 77"/>
            <p:cNvSpPr/>
            <p:nvPr/>
          </p:nvSpPr>
          <p:spPr>
            <a:xfrm>
              <a:off x="3566880" y="5944680"/>
              <a:ext cx="29656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106" name="TextBox 78"/>
            <p:cNvSpPr/>
            <p:nvPr/>
          </p:nvSpPr>
          <p:spPr>
            <a:xfrm>
              <a:off x="3566880" y="5720400"/>
              <a:ext cx="29656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0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0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1" name="PlaceHolder 5"/>
          <p:cNvSpPr>
            <a:spLocks noGrp="1"/>
          </p:cNvSpPr>
          <p:nvPr>
            <p:ph type="sldNum" idx="8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DBE9E7-BBE3-4651-97C5-3CE81AFD2E6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112" name="PlaceHolder 6"/>
          <p:cNvSpPr>
            <a:spLocks noGrp="1"/>
          </p:cNvSpPr>
          <p:nvPr>
            <p:ph type="ftr" idx="8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113" name="자유형 6"/>
          <p:cNvSpPr/>
          <p:nvPr/>
        </p:nvSpPr>
        <p:spPr>
          <a:xfrm rot="5400000">
            <a:off x="3517560" y="2522880"/>
            <a:ext cx="1408320" cy="1405080"/>
          </a:xfrm>
          <a:custGeom>
            <a:avLst/>
            <a:gdLst>
              <a:gd name="textAreaLeft" fmla="*/ 0 w 1408320"/>
              <a:gd name="textAreaRight" fmla="*/ 1409400 w 1408320"/>
              <a:gd name="textAreaTop" fmla="*/ 0 h 1405080"/>
              <a:gd name="textAreaBottom" fmla="*/ 1406160 h 1405080"/>
            </a:gdLst>
            <a:ahLst/>
            <a:rect l="textAreaLeft" t="textAreaTop" r="textAreaRight" b="textAreaBottom"/>
            <a:pathLst>
              <a:path w="1561413" h="1561414">
                <a:moveTo>
                  <a:pt x="0" y="0"/>
                </a:moveTo>
                <a:lnTo>
                  <a:pt x="1561413" y="0"/>
                </a:lnTo>
                <a:lnTo>
                  <a:pt x="1561413" y="1561414"/>
                </a:lnTo>
                <a:lnTo>
                  <a:pt x="1422431" y="1554396"/>
                </a:lnTo>
                <a:cubicBezTo>
                  <a:pt x="676123" y="1478604"/>
                  <a:pt x="82809" y="885290"/>
                  <a:pt x="7018" y="13898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14" name="자유형 7"/>
          <p:cNvSpPr/>
          <p:nvPr/>
        </p:nvSpPr>
        <p:spPr>
          <a:xfrm rot="5400000">
            <a:off x="4975560" y="2522880"/>
            <a:ext cx="1408320" cy="1405080"/>
          </a:xfrm>
          <a:custGeom>
            <a:avLst/>
            <a:gdLst>
              <a:gd name="textAreaLeft" fmla="*/ 0 w 1408320"/>
              <a:gd name="textAreaRight" fmla="*/ 1409400 w 1408320"/>
              <a:gd name="textAreaTop" fmla="*/ 0 h 1405080"/>
              <a:gd name="textAreaBottom" fmla="*/ 1406160 h 1405080"/>
            </a:gdLst>
            <a:ahLst/>
            <a:rect l="textAreaLeft" t="textAreaTop" r="textAreaRight" b="textAreaBottom"/>
            <a:pathLst>
              <a:path w="1561413" h="1561414">
                <a:moveTo>
                  <a:pt x="0" y="1561414"/>
                </a:moveTo>
                <a:lnTo>
                  <a:pt x="7018" y="1422431"/>
                </a:lnTo>
                <a:cubicBezTo>
                  <a:pt x="82809" y="676124"/>
                  <a:pt x="676123" y="82810"/>
                  <a:pt x="1422431" y="7018"/>
                </a:cubicBezTo>
                <a:lnTo>
                  <a:pt x="1561413" y="0"/>
                </a:lnTo>
                <a:lnTo>
                  <a:pt x="1561413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15" name="자유형 8"/>
          <p:cNvSpPr/>
          <p:nvPr/>
        </p:nvSpPr>
        <p:spPr>
          <a:xfrm rot="5400000">
            <a:off x="3517560" y="3974400"/>
            <a:ext cx="1408320" cy="1405080"/>
          </a:xfrm>
          <a:custGeom>
            <a:avLst/>
            <a:gdLst>
              <a:gd name="textAreaLeft" fmla="*/ 0 w 1408320"/>
              <a:gd name="textAreaRight" fmla="*/ 1409400 w 1408320"/>
              <a:gd name="textAreaTop" fmla="*/ 0 h 1405080"/>
              <a:gd name="textAreaBottom" fmla="*/ 1406160 h 1405080"/>
            </a:gdLst>
            <a:ahLst/>
            <a:rect l="textAreaLeft" t="textAreaTop" r="textAreaRight" b="textAreaBottom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561415" y="0"/>
                </a:lnTo>
                <a:lnTo>
                  <a:pt x="1554397" y="138983"/>
                </a:lnTo>
                <a:cubicBezTo>
                  <a:pt x="1478605" y="885290"/>
                  <a:pt x="885291" y="1478604"/>
                  <a:pt x="138984" y="1554396"/>
                </a:cubicBezTo>
                <a:lnTo>
                  <a:pt x="0" y="156141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16" name="자유형 9"/>
          <p:cNvSpPr/>
          <p:nvPr/>
        </p:nvSpPr>
        <p:spPr>
          <a:xfrm rot="5400000">
            <a:off x="4975560" y="3974400"/>
            <a:ext cx="1408320" cy="1405080"/>
          </a:xfrm>
          <a:custGeom>
            <a:avLst/>
            <a:gdLst>
              <a:gd name="textAreaLeft" fmla="*/ 0 w 1408320"/>
              <a:gd name="textAreaRight" fmla="*/ 1409400 w 1408320"/>
              <a:gd name="textAreaTop" fmla="*/ 0 h 1405080"/>
              <a:gd name="textAreaBottom" fmla="*/ 1406160 h 1405080"/>
            </a:gdLst>
            <a:ahLst/>
            <a:rect l="textAreaLeft" t="textAreaTop" r="textAreaRight" b="textAreaBottom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38984" y="7018"/>
                </a:lnTo>
                <a:cubicBezTo>
                  <a:pt x="885291" y="82810"/>
                  <a:pt x="1478605" y="676124"/>
                  <a:pt x="1554397" y="1422431"/>
                </a:cubicBezTo>
                <a:lnTo>
                  <a:pt x="1561415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17" name="원형 화살표 10"/>
          <p:cNvSpPr/>
          <p:nvPr/>
        </p:nvSpPr>
        <p:spPr>
          <a:xfrm>
            <a:off x="4624560" y="3540240"/>
            <a:ext cx="655560" cy="65556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18" name="원형 화살표 11"/>
          <p:cNvSpPr/>
          <p:nvPr/>
        </p:nvSpPr>
        <p:spPr>
          <a:xfrm rot="10971600">
            <a:off x="4637520" y="3703320"/>
            <a:ext cx="655560" cy="65556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19" name="타원 12"/>
          <p:cNvSpPr/>
          <p:nvPr/>
        </p:nvSpPr>
        <p:spPr>
          <a:xfrm>
            <a:off x="1117440" y="2326680"/>
            <a:ext cx="612000" cy="61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120" name="Group 25"/>
          <p:cNvGrpSpPr/>
          <p:nvPr/>
        </p:nvGrpSpPr>
        <p:grpSpPr>
          <a:xfrm>
            <a:off x="1730520" y="2374200"/>
            <a:ext cx="2186640" cy="577800"/>
            <a:chOff x="1730520" y="2374200"/>
            <a:chExt cx="2186640" cy="577800"/>
          </a:xfrm>
        </p:grpSpPr>
        <p:sp>
          <p:nvSpPr>
            <p:cNvPr id="1121" name="TextBox 14"/>
            <p:cNvSpPr/>
            <p:nvPr/>
          </p:nvSpPr>
          <p:spPr>
            <a:xfrm>
              <a:off x="1730520" y="2570040"/>
              <a:ext cx="218664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122" name="TextBox 15"/>
            <p:cNvSpPr/>
            <p:nvPr/>
          </p:nvSpPr>
          <p:spPr>
            <a:xfrm>
              <a:off x="1730520" y="2374200"/>
              <a:ext cx="21866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1123" name="직선 연결선 16"/>
          <p:cNvCxnSpPr/>
          <p:nvPr/>
        </p:nvCxnSpPr>
        <p:spPr>
          <a:xfrm>
            <a:off x="1730160" y="2945160"/>
            <a:ext cx="2188800" cy="108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124" name="TextBox 17"/>
          <p:cNvSpPr/>
          <p:nvPr/>
        </p:nvSpPr>
        <p:spPr>
          <a:xfrm>
            <a:off x="1741320" y="3018600"/>
            <a:ext cx="15966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25" name="타원 19"/>
          <p:cNvSpPr/>
          <p:nvPr/>
        </p:nvSpPr>
        <p:spPr>
          <a:xfrm>
            <a:off x="1117440" y="4338000"/>
            <a:ext cx="612000" cy="61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126" name="직선 연결선 23"/>
          <p:cNvCxnSpPr/>
          <p:nvPr/>
        </p:nvCxnSpPr>
        <p:spPr>
          <a:xfrm>
            <a:off x="1730160" y="4956840"/>
            <a:ext cx="2188800" cy="108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127" name="타원 26"/>
          <p:cNvSpPr/>
          <p:nvPr/>
        </p:nvSpPr>
        <p:spPr>
          <a:xfrm>
            <a:off x="8170560" y="4338000"/>
            <a:ext cx="612000" cy="6120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128" name="직선 연결선 30"/>
          <p:cNvCxnSpPr/>
          <p:nvPr/>
        </p:nvCxnSpPr>
        <p:spPr>
          <a:xfrm>
            <a:off x="5982840" y="4947840"/>
            <a:ext cx="2188440" cy="108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129" name="타원 33"/>
          <p:cNvSpPr/>
          <p:nvPr/>
        </p:nvSpPr>
        <p:spPr>
          <a:xfrm>
            <a:off x="8170560" y="2329920"/>
            <a:ext cx="612000" cy="61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130" name="Group 25"/>
          <p:cNvGrpSpPr/>
          <p:nvPr/>
        </p:nvGrpSpPr>
        <p:grpSpPr>
          <a:xfrm>
            <a:off x="5982840" y="2377440"/>
            <a:ext cx="2036160" cy="577800"/>
            <a:chOff x="5982840" y="2377440"/>
            <a:chExt cx="2036160" cy="577800"/>
          </a:xfrm>
        </p:grpSpPr>
        <p:sp>
          <p:nvSpPr>
            <p:cNvPr id="1131" name="TextBox 35"/>
            <p:cNvSpPr/>
            <p:nvPr/>
          </p:nvSpPr>
          <p:spPr>
            <a:xfrm>
              <a:off x="5982840" y="2573280"/>
              <a:ext cx="203616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132" name="TextBox 36"/>
            <p:cNvSpPr/>
            <p:nvPr/>
          </p:nvSpPr>
          <p:spPr>
            <a:xfrm>
              <a:off x="5982840" y="2377440"/>
              <a:ext cx="203616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1133" name="직선 연결선 37"/>
          <p:cNvCxnSpPr/>
          <p:nvPr/>
        </p:nvCxnSpPr>
        <p:spPr>
          <a:xfrm>
            <a:off x="5982840" y="2948400"/>
            <a:ext cx="2188440" cy="108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134" name="TextBox 38"/>
          <p:cNvSpPr/>
          <p:nvPr/>
        </p:nvSpPr>
        <p:spPr>
          <a:xfrm>
            <a:off x="6232320" y="2986920"/>
            <a:ext cx="17866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135" name="Group 25"/>
          <p:cNvGrpSpPr/>
          <p:nvPr/>
        </p:nvGrpSpPr>
        <p:grpSpPr>
          <a:xfrm>
            <a:off x="1730520" y="4390920"/>
            <a:ext cx="2186640" cy="577440"/>
            <a:chOff x="1730520" y="4390920"/>
            <a:chExt cx="2186640" cy="577440"/>
          </a:xfrm>
        </p:grpSpPr>
        <p:sp>
          <p:nvSpPr>
            <p:cNvPr id="1136" name="TextBox 41"/>
            <p:cNvSpPr/>
            <p:nvPr/>
          </p:nvSpPr>
          <p:spPr>
            <a:xfrm>
              <a:off x="1730520" y="4586400"/>
              <a:ext cx="218664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137" name="TextBox 42"/>
            <p:cNvSpPr/>
            <p:nvPr/>
          </p:nvSpPr>
          <p:spPr>
            <a:xfrm>
              <a:off x="1730520" y="4390920"/>
              <a:ext cx="21866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1138" name="TextBox 43"/>
          <p:cNvSpPr/>
          <p:nvPr/>
        </p:nvSpPr>
        <p:spPr>
          <a:xfrm>
            <a:off x="1741320" y="5034960"/>
            <a:ext cx="15966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139" name="Group 25"/>
          <p:cNvGrpSpPr/>
          <p:nvPr/>
        </p:nvGrpSpPr>
        <p:grpSpPr>
          <a:xfrm>
            <a:off x="5982840" y="4394160"/>
            <a:ext cx="2036160" cy="577800"/>
            <a:chOff x="5982840" y="4394160"/>
            <a:chExt cx="2036160" cy="577800"/>
          </a:xfrm>
        </p:grpSpPr>
        <p:sp>
          <p:nvSpPr>
            <p:cNvPr id="1140" name="TextBox 45"/>
            <p:cNvSpPr/>
            <p:nvPr/>
          </p:nvSpPr>
          <p:spPr>
            <a:xfrm>
              <a:off x="5982840" y="4590000"/>
              <a:ext cx="203616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141" name="TextBox 46"/>
            <p:cNvSpPr/>
            <p:nvPr/>
          </p:nvSpPr>
          <p:spPr>
            <a:xfrm>
              <a:off x="5982840" y="4394160"/>
              <a:ext cx="203616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1142" name="TextBox 47"/>
          <p:cNvSpPr/>
          <p:nvPr/>
        </p:nvSpPr>
        <p:spPr>
          <a:xfrm>
            <a:off x="6232320" y="5003640"/>
            <a:ext cx="17866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7" name="PlaceHolder 5"/>
          <p:cNvSpPr>
            <a:spLocks noGrp="1"/>
          </p:cNvSpPr>
          <p:nvPr>
            <p:ph type="sldNum" idx="8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647387-57FE-4DF1-B1AF-518550B7950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148" name="PlaceHolder 6"/>
          <p:cNvSpPr>
            <a:spLocks noGrp="1"/>
          </p:cNvSpPr>
          <p:nvPr>
            <p:ph type="ftr" idx="9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149" name="Oval 8"/>
          <p:cNvSpPr/>
          <p:nvPr/>
        </p:nvSpPr>
        <p:spPr>
          <a:xfrm>
            <a:off x="3092040" y="1857240"/>
            <a:ext cx="3715560" cy="360108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150" name="Oval 9"/>
          <p:cNvSpPr/>
          <p:nvPr/>
        </p:nvSpPr>
        <p:spPr>
          <a:xfrm>
            <a:off x="3507840" y="2260440"/>
            <a:ext cx="2882160" cy="2792880"/>
          </a:xfrm>
          <a:prstGeom prst="ellipse">
            <a:avLst/>
          </a:prstGeom>
          <a:solidFill>
            <a:schemeClr val="accent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151" name="Oval 10"/>
          <p:cNvSpPr/>
          <p:nvPr/>
        </p:nvSpPr>
        <p:spPr>
          <a:xfrm>
            <a:off x="3966480" y="2706480"/>
            <a:ext cx="1965240" cy="19022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152" name="Oval 11"/>
          <p:cNvSpPr/>
          <p:nvPr/>
        </p:nvSpPr>
        <p:spPr>
          <a:xfrm>
            <a:off x="4413240" y="3139920"/>
            <a:ext cx="1071360" cy="103392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153" name="Rectangle 12"/>
          <p:cNvSpPr/>
          <p:nvPr/>
        </p:nvSpPr>
        <p:spPr>
          <a:xfrm>
            <a:off x="4469760" y="2298600"/>
            <a:ext cx="960120" cy="424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4" name="Rectangle 21"/>
          <p:cNvSpPr/>
          <p:nvPr/>
        </p:nvSpPr>
        <p:spPr>
          <a:xfrm>
            <a:off x="4453200" y="3462120"/>
            <a:ext cx="1007280" cy="422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5" name="Rectangle 22"/>
          <p:cNvSpPr/>
          <p:nvPr/>
        </p:nvSpPr>
        <p:spPr>
          <a:xfrm>
            <a:off x="4442760" y="2733480"/>
            <a:ext cx="1012320" cy="421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6" name="Rectangle 23"/>
          <p:cNvSpPr/>
          <p:nvPr/>
        </p:nvSpPr>
        <p:spPr>
          <a:xfrm>
            <a:off x="4330800" y="1851840"/>
            <a:ext cx="1238400" cy="421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7" name="Rectangle 6"/>
          <p:cNvSpPr/>
          <p:nvPr/>
        </p:nvSpPr>
        <p:spPr>
          <a:xfrm>
            <a:off x="838800" y="5629320"/>
            <a:ext cx="8220600" cy="506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8" name="Line 13"/>
          <p:cNvSpPr/>
          <p:nvPr/>
        </p:nvSpPr>
        <p:spPr>
          <a:xfrm flipV="1">
            <a:off x="2861640" y="4302360"/>
            <a:ext cx="457200" cy="37944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159" name="Line 14"/>
          <p:cNvSpPr/>
          <p:nvPr/>
        </p:nvSpPr>
        <p:spPr>
          <a:xfrm flipH="1" flipV="1">
            <a:off x="6073560" y="4012920"/>
            <a:ext cx="933480" cy="60480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160" name="Rectangle 16"/>
          <p:cNvSpPr/>
          <p:nvPr/>
        </p:nvSpPr>
        <p:spPr>
          <a:xfrm>
            <a:off x="7007400" y="4127760"/>
            <a:ext cx="2108160" cy="90972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1" name="Line 17"/>
          <p:cNvSpPr/>
          <p:nvPr/>
        </p:nvSpPr>
        <p:spPr>
          <a:xfrm>
            <a:off x="2900160" y="2455560"/>
            <a:ext cx="1648800" cy="94680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162" name="Line 18"/>
          <p:cNvSpPr/>
          <p:nvPr/>
        </p:nvSpPr>
        <p:spPr>
          <a:xfrm flipH="1">
            <a:off x="5614920" y="2455560"/>
            <a:ext cx="1392120" cy="90792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163" name="Rectangle 15"/>
          <p:cNvSpPr/>
          <p:nvPr/>
        </p:nvSpPr>
        <p:spPr>
          <a:xfrm>
            <a:off x="793800" y="4127760"/>
            <a:ext cx="2108160" cy="9097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4" name="Rectangle 19"/>
          <p:cNvSpPr/>
          <p:nvPr/>
        </p:nvSpPr>
        <p:spPr>
          <a:xfrm>
            <a:off x="793800" y="1850760"/>
            <a:ext cx="2105640" cy="9536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5" name="Rectangle 20"/>
          <p:cNvSpPr/>
          <p:nvPr/>
        </p:nvSpPr>
        <p:spPr>
          <a:xfrm>
            <a:off x="7015320" y="1850760"/>
            <a:ext cx="2108160" cy="958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9" name="PlaceHolder 4"/>
          <p:cNvSpPr>
            <a:spLocks noGrp="1"/>
          </p:cNvSpPr>
          <p:nvPr>
            <p:ph type="sldNum" idx="9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517FEF-1867-41EB-9EC8-99420CDA339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170" name="PlaceHolder 5"/>
          <p:cNvSpPr>
            <a:spLocks noGrp="1"/>
          </p:cNvSpPr>
          <p:nvPr>
            <p:ph type="ftr" idx="9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1171" name="그룹 38"/>
          <p:cNvGrpSpPr/>
          <p:nvPr/>
        </p:nvGrpSpPr>
        <p:grpSpPr>
          <a:xfrm>
            <a:off x="3981600" y="2597040"/>
            <a:ext cx="1904400" cy="2268720"/>
            <a:chOff x="3981600" y="2597040"/>
            <a:chExt cx="1904400" cy="2268720"/>
          </a:xfrm>
        </p:grpSpPr>
        <p:cxnSp>
          <p:nvCxnSpPr>
            <p:cNvPr id="1172" name="직선 연결선 45"/>
            <p:cNvCxnSpPr/>
            <p:nvPr/>
          </p:nvCxnSpPr>
          <p:spPr>
            <a:xfrm flipH="1">
              <a:off x="3981600" y="3695760"/>
              <a:ext cx="1904760" cy="108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1173" name="직선 연결선 46"/>
            <p:cNvCxnSpPr/>
            <p:nvPr/>
          </p:nvCxnSpPr>
          <p:spPr>
            <a:xfrm>
              <a:off x="3981600" y="2597040"/>
              <a:ext cx="1080" cy="226908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1174" name="직선 연결선 47"/>
            <p:cNvCxnSpPr/>
            <p:nvPr/>
          </p:nvCxnSpPr>
          <p:spPr>
            <a:xfrm>
              <a:off x="5885280" y="2597040"/>
              <a:ext cx="1080" cy="226908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grpSp>
        <p:nvGrpSpPr>
          <p:cNvPr id="1175" name="그룹 39"/>
          <p:cNvGrpSpPr/>
          <p:nvPr/>
        </p:nvGrpSpPr>
        <p:grpSpPr>
          <a:xfrm>
            <a:off x="3612960" y="2606760"/>
            <a:ext cx="375120" cy="2253600"/>
            <a:chOff x="3612960" y="2606760"/>
            <a:chExt cx="375120" cy="2253600"/>
          </a:xfrm>
        </p:grpSpPr>
        <p:cxnSp>
          <p:nvCxnSpPr>
            <p:cNvPr id="1176" name="직선 연결선 43"/>
            <p:cNvCxnSpPr/>
            <p:nvPr/>
          </p:nvCxnSpPr>
          <p:spPr>
            <a:xfrm flipH="1">
              <a:off x="3612960" y="2606760"/>
              <a:ext cx="375480" cy="108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1177" name="직선 연결선 44"/>
            <p:cNvCxnSpPr/>
            <p:nvPr/>
          </p:nvCxnSpPr>
          <p:spPr>
            <a:xfrm flipH="1">
              <a:off x="3612960" y="4859640"/>
              <a:ext cx="375480" cy="108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grpSp>
        <p:nvGrpSpPr>
          <p:cNvPr id="1178" name="그룹 40"/>
          <p:cNvGrpSpPr/>
          <p:nvPr/>
        </p:nvGrpSpPr>
        <p:grpSpPr>
          <a:xfrm>
            <a:off x="5870520" y="2606760"/>
            <a:ext cx="375120" cy="2253600"/>
            <a:chOff x="5870520" y="2606760"/>
            <a:chExt cx="375120" cy="2253600"/>
          </a:xfrm>
        </p:grpSpPr>
        <p:cxnSp>
          <p:nvCxnSpPr>
            <p:cNvPr id="1179" name="직선 연결선 41"/>
            <p:cNvCxnSpPr/>
            <p:nvPr/>
          </p:nvCxnSpPr>
          <p:spPr>
            <a:xfrm flipH="1">
              <a:off x="5870520" y="2606760"/>
              <a:ext cx="375480" cy="108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1180" name="직선 연결선 42"/>
            <p:cNvCxnSpPr/>
            <p:nvPr/>
          </p:nvCxnSpPr>
          <p:spPr>
            <a:xfrm flipH="1">
              <a:off x="5870520" y="4859640"/>
              <a:ext cx="375480" cy="108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grpSp>
        <p:nvGrpSpPr>
          <p:cNvPr id="1181" name="그룹 35"/>
          <p:cNvGrpSpPr/>
          <p:nvPr/>
        </p:nvGrpSpPr>
        <p:grpSpPr>
          <a:xfrm>
            <a:off x="4339440" y="3074040"/>
            <a:ext cx="1186920" cy="1186920"/>
            <a:chOff x="4339440" y="3074040"/>
            <a:chExt cx="1186920" cy="1186920"/>
          </a:xfrm>
        </p:grpSpPr>
        <p:sp>
          <p:nvSpPr>
            <p:cNvPr id="1182" name="타원 36"/>
            <p:cNvSpPr/>
            <p:nvPr/>
          </p:nvSpPr>
          <p:spPr>
            <a:xfrm>
              <a:off x="4339440" y="3074040"/>
              <a:ext cx="1186920" cy="118692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8da5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296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83" name="직사각형 37"/>
            <p:cNvSpPr/>
            <p:nvPr/>
          </p:nvSpPr>
          <p:spPr>
            <a:xfrm>
              <a:off x="4357440" y="3501360"/>
              <a:ext cx="11509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296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제목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184" name="그룹 6"/>
          <p:cNvGrpSpPr/>
          <p:nvPr/>
        </p:nvGrpSpPr>
        <p:grpSpPr>
          <a:xfrm>
            <a:off x="995760" y="1819440"/>
            <a:ext cx="2626920" cy="1626840"/>
            <a:chOff x="995760" y="1819440"/>
            <a:chExt cx="2626920" cy="1626840"/>
          </a:xfrm>
        </p:grpSpPr>
        <p:grpSp>
          <p:nvGrpSpPr>
            <p:cNvPr id="1185" name="그룹 28"/>
            <p:cNvGrpSpPr/>
            <p:nvPr/>
          </p:nvGrpSpPr>
          <p:grpSpPr>
            <a:xfrm>
              <a:off x="995760" y="1819440"/>
              <a:ext cx="2626920" cy="1626840"/>
              <a:chOff x="995760" y="1819440"/>
              <a:chExt cx="2626920" cy="1626840"/>
            </a:xfrm>
          </p:grpSpPr>
          <p:grpSp>
            <p:nvGrpSpPr>
              <p:cNvPr id="1186" name="그룹 30"/>
              <p:cNvGrpSpPr/>
              <p:nvPr/>
            </p:nvGrpSpPr>
            <p:grpSpPr>
              <a:xfrm>
                <a:off x="995760" y="1819440"/>
                <a:ext cx="2626920" cy="1626840"/>
                <a:chOff x="995760" y="1819440"/>
                <a:chExt cx="2626920" cy="1626840"/>
              </a:xfrm>
            </p:grpSpPr>
            <p:sp>
              <p:nvSpPr>
                <p:cNvPr id="1187" name="직사각형 32"/>
                <p:cNvSpPr/>
                <p:nvPr/>
              </p:nvSpPr>
              <p:spPr>
                <a:xfrm>
                  <a:off x="995760" y="1819440"/>
                  <a:ext cx="2626920" cy="43092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188" name="직사각형 33"/>
                <p:cNvSpPr/>
                <p:nvPr/>
              </p:nvSpPr>
              <p:spPr>
                <a:xfrm>
                  <a:off x="995760" y="2259360"/>
                  <a:ext cx="2626920" cy="11869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1189" name="직사각형 31"/>
              <p:cNvSpPr/>
              <p:nvPr/>
            </p:nvSpPr>
            <p:spPr>
              <a:xfrm>
                <a:off x="1175760" y="1868760"/>
                <a:ext cx="226692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sp>
          <p:nvSpPr>
            <p:cNvPr id="1190" name="직사각형 29"/>
            <p:cNvSpPr/>
            <p:nvPr/>
          </p:nvSpPr>
          <p:spPr>
            <a:xfrm>
              <a:off x="1001160" y="2326680"/>
              <a:ext cx="261648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191" name="그룹 7"/>
          <p:cNvGrpSpPr/>
          <p:nvPr/>
        </p:nvGrpSpPr>
        <p:grpSpPr>
          <a:xfrm>
            <a:off x="6234480" y="1819440"/>
            <a:ext cx="2635920" cy="1626840"/>
            <a:chOff x="6234480" y="1819440"/>
            <a:chExt cx="2635920" cy="1626840"/>
          </a:xfrm>
        </p:grpSpPr>
        <p:grpSp>
          <p:nvGrpSpPr>
            <p:cNvPr id="1192" name="그룹 22"/>
            <p:cNvGrpSpPr/>
            <p:nvPr/>
          </p:nvGrpSpPr>
          <p:grpSpPr>
            <a:xfrm>
              <a:off x="6243480" y="1819440"/>
              <a:ext cx="2626920" cy="1626840"/>
              <a:chOff x="6243480" y="1819440"/>
              <a:chExt cx="2626920" cy="1626840"/>
            </a:xfrm>
          </p:grpSpPr>
          <p:grpSp>
            <p:nvGrpSpPr>
              <p:cNvPr id="1193" name="그룹 24"/>
              <p:cNvGrpSpPr/>
              <p:nvPr/>
            </p:nvGrpSpPr>
            <p:grpSpPr>
              <a:xfrm>
                <a:off x="6243480" y="1819440"/>
                <a:ext cx="2626920" cy="1626840"/>
                <a:chOff x="6243480" y="1819440"/>
                <a:chExt cx="2626920" cy="1626840"/>
              </a:xfrm>
            </p:grpSpPr>
            <p:sp>
              <p:nvSpPr>
                <p:cNvPr id="1194" name="직사각형 26"/>
                <p:cNvSpPr/>
                <p:nvPr/>
              </p:nvSpPr>
              <p:spPr>
                <a:xfrm>
                  <a:off x="6243480" y="1819440"/>
                  <a:ext cx="2626920" cy="43092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195" name="직사각형 27"/>
                <p:cNvSpPr/>
                <p:nvPr/>
              </p:nvSpPr>
              <p:spPr>
                <a:xfrm>
                  <a:off x="6243480" y="2259360"/>
                  <a:ext cx="2626920" cy="11869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1196" name="직사각형 25"/>
              <p:cNvSpPr/>
              <p:nvPr/>
            </p:nvSpPr>
            <p:spPr>
              <a:xfrm>
                <a:off x="6423480" y="1868760"/>
                <a:ext cx="226692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sp>
          <p:nvSpPr>
            <p:cNvPr id="1197" name="직사각형 23"/>
            <p:cNvSpPr/>
            <p:nvPr/>
          </p:nvSpPr>
          <p:spPr>
            <a:xfrm>
              <a:off x="6234480" y="2326680"/>
              <a:ext cx="261648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198" name="그룹 8"/>
          <p:cNvGrpSpPr/>
          <p:nvPr/>
        </p:nvGrpSpPr>
        <p:grpSpPr>
          <a:xfrm>
            <a:off x="995760" y="4218480"/>
            <a:ext cx="2626920" cy="1626840"/>
            <a:chOff x="995760" y="4218480"/>
            <a:chExt cx="2626920" cy="1626840"/>
          </a:xfrm>
        </p:grpSpPr>
        <p:grpSp>
          <p:nvGrpSpPr>
            <p:cNvPr id="1199" name="그룹 16"/>
            <p:cNvGrpSpPr/>
            <p:nvPr/>
          </p:nvGrpSpPr>
          <p:grpSpPr>
            <a:xfrm>
              <a:off x="995760" y="4218480"/>
              <a:ext cx="2626920" cy="1626840"/>
              <a:chOff x="995760" y="4218480"/>
              <a:chExt cx="2626920" cy="1626840"/>
            </a:xfrm>
          </p:grpSpPr>
          <p:grpSp>
            <p:nvGrpSpPr>
              <p:cNvPr id="1200" name="그룹 18"/>
              <p:cNvGrpSpPr/>
              <p:nvPr/>
            </p:nvGrpSpPr>
            <p:grpSpPr>
              <a:xfrm>
                <a:off x="995760" y="4218480"/>
                <a:ext cx="2626920" cy="1626840"/>
                <a:chOff x="995760" y="4218480"/>
                <a:chExt cx="2626920" cy="1626840"/>
              </a:xfrm>
            </p:grpSpPr>
            <p:sp>
              <p:nvSpPr>
                <p:cNvPr id="1201" name="직사각형 20"/>
                <p:cNvSpPr/>
                <p:nvPr/>
              </p:nvSpPr>
              <p:spPr>
                <a:xfrm>
                  <a:off x="995760" y="4218480"/>
                  <a:ext cx="2626920" cy="43092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02" name="직사각형 21"/>
                <p:cNvSpPr/>
                <p:nvPr/>
              </p:nvSpPr>
              <p:spPr>
                <a:xfrm>
                  <a:off x="995760" y="4658400"/>
                  <a:ext cx="2626920" cy="11869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1203" name="직사각형 19"/>
              <p:cNvSpPr/>
              <p:nvPr/>
            </p:nvSpPr>
            <p:spPr>
              <a:xfrm>
                <a:off x="1175760" y="4267800"/>
                <a:ext cx="226692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sp>
          <p:nvSpPr>
            <p:cNvPr id="1204" name="직사각형 17"/>
            <p:cNvSpPr/>
            <p:nvPr/>
          </p:nvSpPr>
          <p:spPr>
            <a:xfrm>
              <a:off x="1001160" y="4721400"/>
              <a:ext cx="261648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205" name="그룹 9"/>
          <p:cNvGrpSpPr/>
          <p:nvPr/>
        </p:nvGrpSpPr>
        <p:grpSpPr>
          <a:xfrm>
            <a:off x="6234480" y="4218480"/>
            <a:ext cx="2635920" cy="1626840"/>
            <a:chOff x="6234480" y="4218480"/>
            <a:chExt cx="2635920" cy="1626840"/>
          </a:xfrm>
        </p:grpSpPr>
        <p:grpSp>
          <p:nvGrpSpPr>
            <p:cNvPr id="1206" name="그룹 10"/>
            <p:cNvGrpSpPr/>
            <p:nvPr/>
          </p:nvGrpSpPr>
          <p:grpSpPr>
            <a:xfrm>
              <a:off x="6243480" y="4218480"/>
              <a:ext cx="2626920" cy="1626840"/>
              <a:chOff x="6243480" y="4218480"/>
              <a:chExt cx="2626920" cy="1626840"/>
            </a:xfrm>
          </p:grpSpPr>
          <p:grpSp>
            <p:nvGrpSpPr>
              <p:cNvPr id="1207" name="그룹 12"/>
              <p:cNvGrpSpPr/>
              <p:nvPr/>
            </p:nvGrpSpPr>
            <p:grpSpPr>
              <a:xfrm>
                <a:off x="6243480" y="4218480"/>
                <a:ext cx="2626920" cy="1626840"/>
                <a:chOff x="6243480" y="4218480"/>
                <a:chExt cx="2626920" cy="1626840"/>
              </a:xfrm>
            </p:grpSpPr>
            <p:sp>
              <p:nvSpPr>
                <p:cNvPr id="1208" name="직사각형 14"/>
                <p:cNvSpPr/>
                <p:nvPr/>
              </p:nvSpPr>
              <p:spPr>
                <a:xfrm>
                  <a:off x="6243480" y="4218480"/>
                  <a:ext cx="2626920" cy="43092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09" name="직사각형 15"/>
                <p:cNvSpPr/>
                <p:nvPr/>
              </p:nvSpPr>
              <p:spPr>
                <a:xfrm>
                  <a:off x="6243480" y="4658400"/>
                  <a:ext cx="2626920" cy="11869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pc="-1" strike="noStrike">
                    <a:solidFill>
                      <a:srgbClr val="262626"/>
                    </a:solidFill>
                    <a:latin typeface="본고딕 Normal"/>
                    <a:ea typeface="본고딕 Normal"/>
                  </a:endParaRPr>
                </a:p>
              </p:txBody>
            </p:sp>
          </p:grpSp>
          <p:sp>
            <p:nvSpPr>
              <p:cNvPr id="1210" name="직사각형 13"/>
              <p:cNvSpPr/>
              <p:nvPr/>
            </p:nvSpPr>
            <p:spPr>
              <a:xfrm>
                <a:off x="6423480" y="4267800"/>
                <a:ext cx="2266920" cy="333000"/>
              </a:xfrm>
              <a:prstGeom prst="rect">
                <a:avLst/>
              </a:prstGeom>
              <a:noFill/>
              <a:ln w="0">
                <a:solidFill>
                  <a:srgbClr val="8da5bd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sp>
          <p:nvSpPr>
            <p:cNvPr id="1211" name="직사각형 11"/>
            <p:cNvSpPr/>
            <p:nvPr/>
          </p:nvSpPr>
          <p:spPr>
            <a:xfrm>
              <a:off x="6234480" y="4721400"/>
              <a:ext cx="261648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6" name="PlaceHolder 5"/>
          <p:cNvSpPr>
            <a:spLocks noGrp="1"/>
          </p:cNvSpPr>
          <p:nvPr>
            <p:ph type="sldNum" idx="9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0FA5694-1B69-4779-BFBC-EB8641538F7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17" name="PlaceHolder 6"/>
          <p:cNvSpPr>
            <a:spLocks noGrp="1"/>
          </p:cNvSpPr>
          <p:nvPr>
            <p:ph type="ftr" idx="9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1218" name="Group 1"/>
          <p:cNvGrpSpPr/>
          <p:nvPr/>
        </p:nvGrpSpPr>
        <p:grpSpPr>
          <a:xfrm>
            <a:off x="1161360" y="2466000"/>
            <a:ext cx="7581960" cy="3245760"/>
            <a:chOff x="1161360" y="2466000"/>
            <a:chExt cx="7581960" cy="3245760"/>
          </a:xfrm>
        </p:grpSpPr>
        <p:sp>
          <p:nvSpPr>
            <p:cNvPr id="1219" name="Rounded Rectangle 54"/>
            <p:cNvSpPr/>
            <p:nvPr/>
          </p:nvSpPr>
          <p:spPr>
            <a:xfrm>
              <a:off x="2094480" y="2786040"/>
              <a:ext cx="5793120" cy="2624400"/>
            </a:xfrm>
            <a:prstGeom prst="roundRect">
              <a:avLst>
                <a:gd name="adj" fmla="val 3324"/>
              </a:avLst>
            </a:prstGeom>
            <a:noFill/>
            <a:ln w="25400">
              <a:solidFill>
                <a:srgbClr val="b6b6b6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20" name="Rounded Rectangle 54"/>
            <p:cNvSpPr/>
            <p:nvPr/>
          </p:nvSpPr>
          <p:spPr>
            <a:xfrm>
              <a:off x="2177640" y="4005720"/>
              <a:ext cx="5622120" cy="160920"/>
            </a:xfrm>
            <a:prstGeom prst="roundRect">
              <a:avLst>
                <a:gd name="adj" fmla="val 1963"/>
              </a:avLst>
            </a:prstGeom>
            <a:solidFill>
              <a:schemeClr val="tx1">
                <a:lumMod val="10000"/>
                <a:lumOff val="90000"/>
              </a:schemeClr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21" name="Rounded Rectangle 54"/>
            <p:cNvSpPr/>
            <p:nvPr/>
          </p:nvSpPr>
          <p:spPr>
            <a:xfrm>
              <a:off x="4009320" y="3422160"/>
              <a:ext cx="1886760" cy="1317960"/>
            </a:xfrm>
            <a:prstGeom prst="roundRect">
              <a:avLst>
                <a:gd name="adj" fmla="val 3231"/>
              </a:avLst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22" name="TextBox 46"/>
            <p:cNvSpPr/>
            <p:nvPr/>
          </p:nvSpPr>
          <p:spPr>
            <a:xfrm>
              <a:off x="4143600" y="3518640"/>
              <a:ext cx="1617480" cy="110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입력하세요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223" name="Rounded Rectangle 54"/>
            <p:cNvSpPr/>
            <p:nvPr/>
          </p:nvSpPr>
          <p:spPr>
            <a:xfrm>
              <a:off x="4009320" y="2466000"/>
              <a:ext cx="1886760" cy="66672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24" name="TextBox 46"/>
            <p:cNvSpPr/>
            <p:nvPr/>
          </p:nvSpPr>
          <p:spPr>
            <a:xfrm>
              <a:off x="3980880" y="2646000"/>
              <a:ext cx="19148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Potential entrants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225" name="Rounded Rectangle 54"/>
            <p:cNvSpPr/>
            <p:nvPr/>
          </p:nvSpPr>
          <p:spPr>
            <a:xfrm>
              <a:off x="4009320" y="5045040"/>
              <a:ext cx="1886760" cy="66672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26" name="TextBox 50"/>
            <p:cNvSpPr/>
            <p:nvPr/>
          </p:nvSpPr>
          <p:spPr>
            <a:xfrm>
              <a:off x="4279320" y="5225040"/>
              <a:ext cx="13464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Substitutes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227" name="Rounded Rectangle 54"/>
            <p:cNvSpPr/>
            <p:nvPr/>
          </p:nvSpPr>
          <p:spPr>
            <a:xfrm>
              <a:off x="1161360" y="3739320"/>
              <a:ext cx="1885680" cy="66672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28" name="TextBox 53"/>
            <p:cNvSpPr/>
            <p:nvPr/>
          </p:nvSpPr>
          <p:spPr>
            <a:xfrm>
              <a:off x="1473120" y="3919320"/>
              <a:ext cx="12625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Suppliers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229" name="Rounded Rectangle 54"/>
            <p:cNvSpPr/>
            <p:nvPr/>
          </p:nvSpPr>
          <p:spPr>
            <a:xfrm>
              <a:off x="6857640" y="3742200"/>
              <a:ext cx="1885680" cy="66672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30" name="TextBox 57"/>
            <p:cNvSpPr/>
            <p:nvPr/>
          </p:nvSpPr>
          <p:spPr>
            <a:xfrm>
              <a:off x="7095960" y="3922200"/>
              <a:ext cx="14094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Buyers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cxnSp>
          <p:nvCxnSpPr>
            <p:cNvPr id="1231" name="Straight Arrow Connector 7"/>
            <p:cNvCxnSpPr/>
            <p:nvPr/>
          </p:nvCxnSpPr>
          <p:spPr>
            <a:xfrm>
              <a:off x="4952880" y="3035160"/>
              <a:ext cx="1080" cy="38772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tailEnd len="med" type="triangle" w="med"/>
            </a:ln>
          </p:spPr>
        </p:cxnSp>
        <p:cxnSp>
          <p:nvCxnSpPr>
            <p:cNvPr id="1232" name="Straight Arrow Connector 63"/>
            <p:cNvCxnSpPr/>
            <p:nvPr/>
          </p:nvCxnSpPr>
          <p:spPr>
            <a:xfrm>
              <a:off x="4952880" y="4740840"/>
              <a:ext cx="1080" cy="38880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headEnd len="med" type="triangle" w="med"/>
            </a:ln>
          </p:spPr>
        </p:cxnSp>
        <p:cxnSp>
          <p:nvCxnSpPr>
            <p:cNvPr id="1233" name="Straight Arrow Connector 64"/>
            <p:cNvCxnSpPr/>
            <p:nvPr/>
          </p:nvCxnSpPr>
          <p:spPr>
            <a:xfrm>
              <a:off x="5920200" y="4086720"/>
              <a:ext cx="939240" cy="108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headEnd len="med" type="triangle" w="med"/>
            </a:ln>
          </p:spPr>
        </p:cxnSp>
        <p:cxnSp>
          <p:nvCxnSpPr>
            <p:cNvPr id="1234" name="Straight Arrow Connector 68"/>
            <p:cNvCxnSpPr/>
            <p:nvPr/>
          </p:nvCxnSpPr>
          <p:spPr>
            <a:xfrm>
              <a:off x="2967840" y="4086720"/>
              <a:ext cx="1016640" cy="108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tailEnd len="med" type="triangle" w="med"/>
            </a:ln>
          </p:spPr>
        </p:cxnSp>
        <p:sp>
          <p:nvSpPr>
            <p:cNvPr id="1235" name="Text Box 27"/>
            <p:cNvSpPr/>
            <p:nvPr/>
          </p:nvSpPr>
          <p:spPr>
            <a:xfrm>
              <a:off x="6212520" y="3162960"/>
              <a:ext cx="1486440" cy="37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236" name="Text Box 27"/>
            <p:cNvSpPr/>
            <p:nvPr/>
          </p:nvSpPr>
          <p:spPr>
            <a:xfrm>
              <a:off x="6212520" y="4615920"/>
              <a:ext cx="1486440" cy="37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237" name="Text Box 27"/>
            <p:cNvSpPr/>
            <p:nvPr/>
          </p:nvSpPr>
          <p:spPr>
            <a:xfrm>
              <a:off x="2262600" y="3162960"/>
              <a:ext cx="1486440" cy="37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238" name="Text Box 27"/>
            <p:cNvSpPr/>
            <p:nvPr/>
          </p:nvSpPr>
          <p:spPr>
            <a:xfrm>
              <a:off x="2262600" y="4615920"/>
              <a:ext cx="1486440" cy="37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3" name="PlaceHolder 5"/>
          <p:cNvSpPr>
            <a:spLocks noGrp="1"/>
          </p:cNvSpPr>
          <p:nvPr>
            <p:ph type="sldNum" idx="9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699854-B9C0-47F2-B299-658DE576B14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44" name="PlaceHolder 6"/>
          <p:cNvSpPr>
            <a:spLocks noGrp="1"/>
          </p:cNvSpPr>
          <p:nvPr>
            <p:ph type="ftr" idx="9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cxnSp>
        <p:nvCxnSpPr>
          <p:cNvPr id="1245" name="AutoShape 31"/>
          <p:cNvCxnSpPr/>
          <p:nvPr/>
        </p:nvCxnSpPr>
        <p:spPr>
          <a:xfrm>
            <a:off x="1527480" y="4393080"/>
            <a:ext cx="1080" cy="18108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stealth" w="med"/>
          </a:ln>
        </p:spPr>
      </p:cxnSp>
      <p:cxnSp>
        <p:nvCxnSpPr>
          <p:cNvPr id="1246" name="AutoShape 31"/>
          <p:cNvCxnSpPr/>
          <p:nvPr/>
        </p:nvCxnSpPr>
        <p:spPr>
          <a:xfrm flipV="1">
            <a:off x="5410440" y="4437720"/>
            <a:ext cx="1080" cy="96264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stealth" w="med"/>
          </a:ln>
        </p:spPr>
      </p:cxnSp>
      <p:grpSp>
        <p:nvGrpSpPr>
          <p:cNvPr id="1247" name="그룹 5"/>
          <p:cNvGrpSpPr/>
          <p:nvPr/>
        </p:nvGrpSpPr>
        <p:grpSpPr>
          <a:xfrm>
            <a:off x="7114680" y="5259960"/>
            <a:ext cx="954000" cy="496080"/>
            <a:chOff x="7114680" y="5259960"/>
            <a:chExt cx="954000" cy="496080"/>
          </a:xfrm>
        </p:grpSpPr>
        <p:cxnSp>
          <p:nvCxnSpPr>
            <p:cNvPr id="1248" name="AutoShape 31"/>
            <p:cNvCxnSpPr/>
            <p:nvPr/>
          </p:nvCxnSpPr>
          <p:spPr>
            <a:xfrm flipV="1">
              <a:off x="8061840" y="5259960"/>
              <a:ext cx="1080" cy="496440"/>
            </a:xfrm>
            <a:prstGeom prst="straightConnector1">
              <a:avLst/>
            </a:prstGeom>
            <a:ln w="6350">
              <a:solidFill>
                <a:srgbClr val="757575"/>
              </a:solidFill>
              <a:round/>
              <a:tailEnd len="med" type="stealth" w="med"/>
            </a:ln>
          </p:spPr>
        </p:cxnSp>
        <p:cxnSp>
          <p:nvCxnSpPr>
            <p:cNvPr id="1249" name="직선 연결선 76"/>
            <p:cNvCxnSpPr/>
            <p:nvPr/>
          </p:nvCxnSpPr>
          <p:spPr>
            <a:xfrm flipH="1">
              <a:off x="7114680" y="5752080"/>
              <a:ext cx="954360" cy="1080"/>
            </a:xfrm>
            <a:prstGeom prst="straightConnector1">
              <a:avLst/>
            </a:prstGeom>
            <a:ln w="6350">
              <a:solidFill>
                <a:srgbClr val="757575"/>
              </a:solidFill>
              <a:miter/>
            </a:ln>
          </p:spPr>
        </p:cxnSp>
      </p:grpSp>
      <p:sp>
        <p:nvSpPr>
          <p:cNvPr id="1250" name="TextBox 78"/>
          <p:cNvSpPr/>
          <p:nvPr/>
        </p:nvSpPr>
        <p:spPr>
          <a:xfrm>
            <a:off x="2197080" y="2997720"/>
            <a:ext cx="1254240" cy="1438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1" name="TextBox 79"/>
          <p:cNvSpPr/>
          <p:nvPr/>
        </p:nvSpPr>
        <p:spPr>
          <a:xfrm>
            <a:off x="3501720" y="2997720"/>
            <a:ext cx="1254240" cy="1438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2" name="TextBox 80"/>
          <p:cNvSpPr/>
          <p:nvPr/>
        </p:nvSpPr>
        <p:spPr>
          <a:xfrm>
            <a:off x="7416720" y="2997720"/>
            <a:ext cx="1254240" cy="1438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3" name="TextBox 81"/>
          <p:cNvSpPr/>
          <p:nvPr/>
        </p:nvSpPr>
        <p:spPr>
          <a:xfrm>
            <a:off x="4806720" y="2997720"/>
            <a:ext cx="1254240" cy="1438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4" name="TextBox 82"/>
          <p:cNvSpPr/>
          <p:nvPr/>
        </p:nvSpPr>
        <p:spPr>
          <a:xfrm>
            <a:off x="6111720" y="2997720"/>
            <a:ext cx="1254240" cy="1438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5" name="TextBox 83"/>
          <p:cNvSpPr/>
          <p:nvPr/>
        </p:nvSpPr>
        <p:spPr>
          <a:xfrm>
            <a:off x="892080" y="4573080"/>
            <a:ext cx="1254240" cy="685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6" name="TextBox 84"/>
          <p:cNvSpPr/>
          <p:nvPr/>
        </p:nvSpPr>
        <p:spPr>
          <a:xfrm>
            <a:off x="2197080" y="4573080"/>
            <a:ext cx="1254240" cy="685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7" name="TextBox 85"/>
          <p:cNvSpPr/>
          <p:nvPr/>
        </p:nvSpPr>
        <p:spPr>
          <a:xfrm>
            <a:off x="3500640" y="4573080"/>
            <a:ext cx="1254240" cy="685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8" name="TextBox 87"/>
          <p:cNvSpPr/>
          <p:nvPr/>
        </p:nvSpPr>
        <p:spPr>
          <a:xfrm>
            <a:off x="4806720" y="5373360"/>
            <a:ext cx="1254240" cy="685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9" name="TextBox 88"/>
          <p:cNvSpPr/>
          <p:nvPr/>
        </p:nvSpPr>
        <p:spPr>
          <a:xfrm>
            <a:off x="6111720" y="5373360"/>
            <a:ext cx="1254240" cy="685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0" name="TextBox 89"/>
          <p:cNvSpPr/>
          <p:nvPr/>
        </p:nvSpPr>
        <p:spPr>
          <a:xfrm>
            <a:off x="7416720" y="4573080"/>
            <a:ext cx="1254240" cy="685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1" name="TextBox 41"/>
          <p:cNvSpPr/>
          <p:nvPr/>
        </p:nvSpPr>
        <p:spPr>
          <a:xfrm>
            <a:off x="892080" y="2997720"/>
            <a:ext cx="1254240" cy="1438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2" name="직사각형 26"/>
          <p:cNvSpPr/>
          <p:nvPr/>
        </p:nvSpPr>
        <p:spPr>
          <a:xfrm>
            <a:off x="6111720" y="5373360"/>
            <a:ext cx="1254240" cy="68580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7" name="PlaceHolder 5"/>
          <p:cNvSpPr>
            <a:spLocks noGrp="1"/>
          </p:cNvSpPr>
          <p:nvPr>
            <p:ph type="sldNum" idx="9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3E6EF63-E0C0-4687-80C8-16CF9B6044C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68" name="PlaceHolder 6"/>
          <p:cNvSpPr>
            <a:spLocks noGrp="1"/>
          </p:cNvSpPr>
          <p:nvPr>
            <p:ph type="ftr" idx="9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69" name="텍스트 개체 틀 16"/>
          <p:cNvSpPr/>
          <p:nvPr/>
        </p:nvSpPr>
        <p:spPr>
          <a:xfrm>
            <a:off x="881280" y="3481200"/>
            <a:ext cx="1585440" cy="23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0" name="갈매기형 수장 5"/>
          <p:cNvSpPr/>
          <p:nvPr/>
        </p:nvSpPr>
        <p:spPr>
          <a:xfrm>
            <a:off x="881280" y="2495520"/>
            <a:ext cx="1825920" cy="84672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1" name="갈매기형 수장 6"/>
          <p:cNvSpPr/>
          <p:nvPr/>
        </p:nvSpPr>
        <p:spPr>
          <a:xfrm>
            <a:off x="2467800" y="2495520"/>
            <a:ext cx="1825920" cy="84672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2" name="갈매기형 수장 7"/>
          <p:cNvSpPr/>
          <p:nvPr/>
        </p:nvSpPr>
        <p:spPr>
          <a:xfrm>
            <a:off x="4054320" y="2495520"/>
            <a:ext cx="1825920" cy="84672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3" name="갈매기형 수장 8"/>
          <p:cNvSpPr/>
          <p:nvPr/>
        </p:nvSpPr>
        <p:spPr>
          <a:xfrm>
            <a:off x="5640480" y="2495520"/>
            <a:ext cx="1825920" cy="84672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74" name="갈매기형 수장 9"/>
          <p:cNvSpPr/>
          <p:nvPr/>
        </p:nvSpPr>
        <p:spPr>
          <a:xfrm>
            <a:off x="7227000" y="2495520"/>
            <a:ext cx="1825920" cy="84672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275" name="직선 화살표 연결선 10"/>
          <p:cNvCxnSpPr/>
          <p:nvPr/>
        </p:nvCxnSpPr>
        <p:spPr>
          <a:xfrm>
            <a:off x="2467440" y="3359520"/>
            <a:ext cx="1080" cy="271152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cxnSp>
        <p:nvCxnSpPr>
          <p:cNvPr id="1276" name="직선 화살표 연결선 11"/>
          <p:cNvCxnSpPr/>
          <p:nvPr/>
        </p:nvCxnSpPr>
        <p:spPr>
          <a:xfrm>
            <a:off x="4053960" y="3359520"/>
            <a:ext cx="1080" cy="271152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cxnSp>
        <p:nvCxnSpPr>
          <p:cNvPr id="1277" name="직선 화살표 연결선 12"/>
          <p:cNvCxnSpPr/>
          <p:nvPr/>
        </p:nvCxnSpPr>
        <p:spPr>
          <a:xfrm>
            <a:off x="5640480" y="3359520"/>
            <a:ext cx="1080" cy="271152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cxnSp>
        <p:nvCxnSpPr>
          <p:cNvPr id="1278" name="직선 화살표 연결선 13"/>
          <p:cNvCxnSpPr/>
          <p:nvPr/>
        </p:nvCxnSpPr>
        <p:spPr>
          <a:xfrm>
            <a:off x="7227000" y="3359520"/>
            <a:ext cx="1080" cy="271152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sp>
        <p:nvSpPr>
          <p:cNvPr id="1279" name="텍스트 개체 틀 16"/>
          <p:cNvSpPr/>
          <p:nvPr/>
        </p:nvSpPr>
        <p:spPr>
          <a:xfrm>
            <a:off x="881280" y="2058480"/>
            <a:ext cx="15854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0" name="텍스트 개체 틀 16"/>
          <p:cNvSpPr/>
          <p:nvPr/>
        </p:nvSpPr>
        <p:spPr>
          <a:xfrm>
            <a:off x="2467800" y="2058480"/>
            <a:ext cx="15854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1" name="텍스트 개체 틀 16"/>
          <p:cNvSpPr/>
          <p:nvPr/>
        </p:nvSpPr>
        <p:spPr>
          <a:xfrm>
            <a:off x="4054320" y="2058480"/>
            <a:ext cx="15854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2" name="텍스트 개체 틀 16"/>
          <p:cNvSpPr/>
          <p:nvPr/>
        </p:nvSpPr>
        <p:spPr>
          <a:xfrm>
            <a:off x="5640480" y="2058480"/>
            <a:ext cx="15854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3" name="텍스트 개체 틀 16"/>
          <p:cNvSpPr/>
          <p:nvPr/>
        </p:nvSpPr>
        <p:spPr>
          <a:xfrm>
            <a:off x="7227000" y="2058480"/>
            <a:ext cx="15854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4" name="텍스트 개체 틀 16"/>
          <p:cNvSpPr/>
          <p:nvPr/>
        </p:nvSpPr>
        <p:spPr>
          <a:xfrm>
            <a:off x="2467800" y="3481200"/>
            <a:ext cx="1585440" cy="23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5" name="텍스트 개체 틀 16"/>
          <p:cNvSpPr/>
          <p:nvPr/>
        </p:nvSpPr>
        <p:spPr>
          <a:xfrm>
            <a:off x="4054320" y="3481200"/>
            <a:ext cx="1585440" cy="23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6" name="AutoShape 35"/>
          <p:cNvSpPr/>
          <p:nvPr/>
        </p:nvSpPr>
        <p:spPr>
          <a:xfrm>
            <a:off x="2386440" y="5951880"/>
            <a:ext cx="161280" cy="1512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287" name="AutoShape 35"/>
          <p:cNvSpPr/>
          <p:nvPr/>
        </p:nvSpPr>
        <p:spPr>
          <a:xfrm>
            <a:off x="3972960" y="5951880"/>
            <a:ext cx="161280" cy="1512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288" name="AutoShape 35"/>
          <p:cNvSpPr/>
          <p:nvPr/>
        </p:nvSpPr>
        <p:spPr>
          <a:xfrm>
            <a:off x="5559480" y="5951880"/>
            <a:ext cx="161280" cy="1512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289" name="AutoShape 35"/>
          <p:cNvSpPr/>
          <p:nvPr/>
        </p:nvSpPr>
        <p:spPr>
          <a:xfrm>
            <a:off x="7145640" y="5951880"/>
            <a:ext cx="161280" cy="1512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290" name="텍스트 개체 틀 16"/>
          <p:cNvSpPr/>
          <p:nvPr/>
        </p:nvSpPr>
        <p:spPr>
          <a:xfrm>
            <a:off x="5640480" y="3481200"/>
            <a:ext cx="1585440" cy="23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91" name="텍스트 개체 틀 16"/>
          <p:cNvSpPr/>
          <p:nvPr/>
        </p:nvSpPr>
        <p:spPr>
          <a:xfrm>
            <a:off x="7227000" y="3481200"/>
            <a:ext cx="1585440" cy="23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9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9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9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96" name="PlaceHolder 5"/>
          <p:cNvSpPr>
            <a:spLocks noGrp="1"/>
          </p:cNvSpPr>
          <p:nvPr>
            <p:ph type="sldNum" idx="9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DDBC723-4B04-4966-983D-90866CA3DE9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97" name="PlaceHolder 6"/>
          <p:cNvSpPr>
            <a:spLocks noGrp="1"/>
          </p:cNvSpPr>
          <p:nvPr>
            <p:ph type="ftr" idx="10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98" name="Chevron 1"/>
          <p:cNvSpPr/>
          <p:nvPr/>
        </p:nvSpPr>
        <p:spPr>
          <a:xfrm rot="10800000">
            <a:off x="6307920" y="2324880"/>
            <a:ext cx="1597320" cy="47592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299" name="Chevron 2"/>
          <p:cNvSpPr/>
          <p:nvPr/>
        </p:nvSpPr>
        <p:spPr>
          <a:xfrm rot="10800000">
            <a:off x="4746960" y="2324880"/>
            <a:ext cx="1597320" cy="47592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00" name="Chevron 3"/>
          <p:cNvSpPr/>
          <p:nvPr/>
        </p:nvSpPr>
        <p:spPr>
          <a:xfrm rot="10800000">
            <a:off x="3187080" y="2324880"/>
            <a:ext cx="1597320" cy="47592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01" name="Chevron 4"/>
          <p:cNvSpPr/>
          <p:nvPr/>
        </p:nvSpPr>
        <p:spPr>
          <a:xfrm rot="10800000">
            <a:off x="1637640" y="2315520"/>
            <a:ext cx="1597320" cy="47592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02" name="Chevron 5"/>
          <p:cNvSpPr/>
          <p:nvPr/>
        </p:nvSpPr>
        <p:spPr>
          <a:xfrm>
            <a:off x="2081160" y="3619080"/>
            <a:ext cx="1597320" cy="47592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8ba2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03" name="Chevron 6"/>
          <p:cNvSpPr/>
          <p:nvPr/>
        </p:nvSpPr>
        <p:spPr>
          <a:xfrm>
            <a:off x="3612600" y="3619080"/>
            <a:ext cx="1597320" cy="47592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8ba2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04" name="Chevron 7"/>
          <p:cNvSpPr/>
          <p:nvPr/>
        </p:nvSpPr>
        <p:spPr>
          <a:xfrm>
            <a:off x="5151600" y="3619080"/>
            <a:ext cx="1597320" cy="47592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8ba2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05" name="Chevron 8"/>
          <p:cNvSpPr/>
          <p:nvPr/>
        </p:nvSpPr>
        <p:spPr>
          <a:xfrm>
            <a:off x="6683040" y="3619080"/>
            <a:ext cx="1597320" cy="47592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8ba2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06" name="Pentagon 4"/>
          <p:cNvSpPr/>
          <p:nvPr/>
        </p:nvSpPr>
        <p:spPr>
          <a:xfrm rot="16200000">
            <a:off x="7522560" y="2843640"/>
            <a:ext cx="1788120" cy="787680"/>
          </a:xfrm>
          <a:custGeom>
            <a:avLst/>
            <a:gdLst>
              <a:gd name="textAreaLeft" fmla="*/ 0 w 1788120"/>
              <a:gd name="textAreaRight" fmla="*/ 1789200 w 1788120"/>
              <a:gd name="textAreaTop" fmla="*/ 0 h 787680"/>
              <a:gd name="textAreaBottom" fmla="*/ 788760 h 787680"/>
            </a:gdLst>
            <a:ahLst/>
            <a:rect l="textAreaLeft" t="textAreaTop" r="textAreaRight" b="textAreaBottom"/>
            <a:pathLst>
              <a:path w="2131080" h="768112">
                <a:moveTo>
                  <a:pt x="0" y="0"/>
                </a:moveTo>
                <a:lnTo>
                  <a:pt x="1718450" y="0"/>
                </a:lnTo>
                <a:lnTo>
                  <a:pt x="2131080" y="384056"/>
                </a:lnTo>
                <a:lnTo>
                  <a:pt x="1718450" y="768112"/>
                </a:lnTo>
                <a:lnTo>
                  <a:pt x="762000" y="7585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76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07" name="TextBox 78"/>
          <p:cNvSpPr/>
          <p:nvPr/>
        </p:nvSpPr>
        <p:spPr>
          <a:xfrm>
            <a:off x="1882080" y="2403720"/>
            <a:ext cx="1106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08" name="Pentagon 4"/>
          <p:cNvSpPr/>
          <p:nvPr/>
        </p:nvSpPr>
        <p:spPr>
          <a:xfrm rot="5400000">
            <a:off x="577080" y="2776320"/>
            <a:ext cx="1792080" cy="787680"/>
          </a:xfrm>
          <a:custGeom>
            <a:avLst/>
            <a:gdLst>
              <a:gd name="textAreaLeft" fmla="*/ 0 w 1792080"/>
              <a:gd name="textAreaRight" fmla="*/ 1793160 w 1792080"/>
              <a:gd name="textAreaTop" fmla="*/ 0 h 787680"/>
              <a:gd name="textAreaBottom" fmla="*/ 788760 h 787680"/>
            </a:gdLst>
            <a:ahLst/>
            <a:rect l="textAreaLeft" t="textAreaTop" r="textAreaRight" b="textAreaBottom"/>
            <a:pathLst>
              <a:path w="2131080" h="768112">
                <a:moveTo>
                  <a:pt x="0" y="0"/>
                </a:moveTo>
                <a:lnTo>
                  <a:pt x="1718450" y="0"/>
                </a:lnTo>
                <a:lnTo>
                  <a:pt x="2131080" y="384056"/>
                </a:lnTo>
                <a:lnTo>
                  <a:pt x="1718450" y="768112"/>
                </a:lnTo>
                <a:lnTo>
                  <a:pt x="762000" y="758587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76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09" name="TextBox 80"/>
          <p:cNvSpPr/>
          <p:nvPr/>
        </p:nvSpPr>
        <p:spPr>
          <a:xfrm>
            <a:off x="1186200" y="3015000"/>
            <a:ext cx="573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A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0" name="TextBox 81"/>
          <p:cNvSpPr/>
          <p:nvPr/>
        </p:nvSpPr>
        <p:spPr>
          <a:xfrm>
            <a:off x="8129880" y="2995200"/>
            <a:ext cx="573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B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311" name="Group 24"/>
          <p:cNvGrpSpPr/>
          <p:nvPr/>
        </p:nvGrpSpPr>
        <p:grpSpPr>
          <a:xfrm>
            <a:off x="728640" y="4409640"/>
            <a:ext cx="3939840" cy="1666800"/>
            <a:chOff x="728640" y="4409640"/>
            <a:chExt cx="3939840" cy="1666800"/>
          </a:xfrm>
        </p:grpSpPr>
        <p:sp>
          <p:nvSpPr>
            <p:cNvPr id="1312" name="Rectangle 25"/>
            <p:cNvSpPr/>
            <p:nvPr/>
          </p:nvSpPr>
          <p:spPr>
            <a:xfrm>
              <a:off x="728640" y="4835520"/>
              <a:ext cx="3939840" cy="1240920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13" name="Round Same Side Corner Rectangle 23"/>
            <p:cNvSpPr/>
            <p:nvPr/>
          </p:nvSpPr>
          <p:spPr>
            <a:xfrm>
              <a:off x="728640" y="4409640"/>
              <a:ext cx="3939840" cy="32796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bg2"/>
            </a:solidFill>
            <a:ln w="63500">
              <a:solidFill>
                <a:srgbClr val="b6b6b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314" name="Group 27"/>
          <p:cNvGrpSpPr/>
          <p:nvPr/>
        </p:nvGrpSpPr>
        <p:grpSpPr>
          <a:xfrm>
            <a:off x="5265720" y="4397400"/>
            <a:ext cx="3939840" cy="1674000"/>
            <a:chOff x="5265720" y="4397400"/>
            <a:chExt cx="3939840" cy="1674000"/>
          </a:xfrm>
        </p:grpSpPr>
        <p:sp>
          <p:nvSpPr>
            <p:cNvPr id="1315" name="Rectangle 28"/>
            <p:cNvSpPr/>
            <p:nvPr/>
          </p:nvSpPr>
          <p:spPr>
            <a:xfrm>
              <a:off x="5265720" y="4830480"/>
              <a:ext cx="3939840" cy="1240920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8ba2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16" name="Round Same Side Corner Rectangle 26"/>
            <p:cNvSpPr/>
            <p:nvPr/>
          </p:nvSpPr>
          <p:spPr>
            <a:xfrm>
              <a:off x="5265720" y="4397400"/>
              <a:ext cx="3939840" cy="32796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rgbClr val="8da5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317" name="TextBox 88"/>
          <p:cNvSpPr/>
          <p:nvPr/>
        </p:nvSpPr>
        <p:spPr>
          <a:xfrm>
            <a:off x="765000" y="4410000"/>
            <a:ext cx="30056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8" name="TextBox 89"/>
          <p:cNvSpPr/>
          <p:nvPr/>
        </p:nvSpPr>
        <p:spPr>
          <a:xfrm>
            <a:off x="5290200" y="4410000"/>
            <a:ext cx="30056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9" name="TextBox 90"/>
          <p:cNvSpPr/>
          <p:nvPr/>
        </p:nvSpPr>
        <p:spPr>
          <a:xfrm>
            <a:off x="5338800" y="4989600"/>
            <a:ext cx="3726360" cy="9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0" name="TextBox 95"/>
          <p:cNvSpPr/>
          <p:nvPr/>
        </p:nvSpPr>
        <p:spPr>
          <a:xfrm>
            <a:off x="778680" y="4994640"/>
            <a:ext cx="3726360" cy="9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1" name="TextBox 36"/>
          <p:cNvSpPr/>
          <p:nvPr/>
        </p:nvSpPr>
        <p:spPr>
          <a:xfrm>
            <a:off x="3400920" y="2403720"/>
            <a:ext cx="1106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2" name="TextBox 37"/>
          <p:cNvSpPr/>
          <p:nvPr/>
        </p:nvSpPr>
        <p:spPr>
          <a:xfrm>
            <a:off x="4954320" y="2403720"/>
            <a:ext cx="1106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3" name="TextBox 38"/>
          <p:cNvSpPr/>
          <p:nvPr/>
        </p:nvSpPr>
        <p:spPr>
          <a:xfrm>
            <a:off x="6510240" y="2403720"/>
            <a:ext cx="1106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4" name="TextBox 39"/>
          <p:cNvSpPr/>
          <p:nvPr/>
        </p:nvSpPr>
        <p:spPr>
          <a:xfrm>
            <a:off x="6928560" y="3708360"/>
            <a:ext cx="1106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5" name="TextBox 40"/>
          <p:cNvSpPr/>
          <p:nvPr/>
        </p:nvSpPr>
        <p:spPr>
          <a:xfrm>
            <a:off x="5443200" y="3708360"/>
            <a:ext cx="1106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6" name="TextBox 41"/>
          <p:cNvSpPr/>
          <p:nvPr/>
        </p:nvSpPr>
        <p:spPr>
          <a:xfrm>
            <a:off x="3891960" y="3708360"/>
            <a:ext cx="1106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7" name="TextBox 42"/>
          <p:cNvSpPr/>
          <p:nvPr/>
        </p:nvSpPr>
        <p:spPr>
          <a:xfrm>
            <a:off x="2352960" y="3708360"/>
            <a:ext cx="1106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3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3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32" name="PlaceHolder 5"/>
          <p:cNvSpPr>
            <a:spLocks noGrp="1"/>
          </p:cNvSpPr>
          <p:nvPr>
            <p:ph type="sldNum" idx="10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130811-F29B-4E17-AC2E-C95FFDC1CD9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333" name="PlaceHolder 6"/>
          <p:cNvSpPr>
            <a:spLocks noGrp="1"/>
          </p:cNvSpPr>
          <p:nvPr>
            <p:ph type="ftr" idx="10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334" name="화살표: 오른쪽 3"/>
          <p:cNvSpPr/>
          <p:nvPr/>
        </p:nvSpPr>
        <p:spPr>
          <a:xfrm>
            <a:off x="1892520" y="2597760"/>
            <a:ext cx="1089000" cy="101952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335" name="타원 7"/>
          <p:cNvSpPr/>
          <p:nvPr/>
        </p:nvSpPr>
        <p:spPr>
          <a:xfrm>
            <a:off x="1571760" y="3180960"/>
            <a:ext cx="640440" cy="64044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336" name="화살표: 오른쪽 31"/>
          <p:cNvSpPr/>
          <p:nvPr/>
        </p:nvSpPr>
        <p:spPr>
          <a:xfrm>
            <a:off x="3623760" y="2597760"/>
            <a:ext cx="1089000" cy="101952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337" name="타원 9"/>
          <p:cNvSpPr/>
          <p:nvPr/>
        </p:nvSpPr>
        <p:spPr>
          <a:xfrm>
            <a:off x="3303000" y="3180960"/>
            <a:ext cx="640440" cy="64044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338" name="화살표: 오른쪽 41"/>
          <p:cNvSpPr/>
          <p:nvPr/>
        </p:nvSpPr>
        <p:spPr>
          <a:xfrm>
            <a:off x="5355360" y="2597760"/>
            <a:ext cx="1089000" cy="101952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339" name="화살표: 오른쪽 43"/>
          <p:cNvSpPr/>
          <p:nvPr/>
        </p:nvSpPr>
        <p:spPr>
          <a:xfrm>
            <a:off x="7086600" y="2597760"/>
            <a:ext cx="1089000" cy="101952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340" name="타원 13"/>
          <p:cNvSpPr/>
          <p:nvPr/>
        </p:nvSpPr>
        <p:spPr>
          <a:xfrm>
            <a:off x="6765840" y="3180960"/>
            <a:ext cx="640440" cy="64044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341" name="TextBox 14"/>
          <p:cNvSpPr/>
          <p:nvPr/>
        </p:nvSpPr>
        <p:spPr>
          <a:xfrm>
            <a:off x="166068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2" name="TextBox 15"/>
          <p:cNvSpPr/>
          <p:nvPr/>
        </p:nvSpPr>
        <p:spPr>
          <a:xfrm>
            <a:off x="1996560" y="4343760"/>
            <a:ext cx="69156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3" name="TextBox 16"/>
          <p:cNvSpPr/>
          <p:nvPr/>
        </p:nvSpPr>
        <p:spPr>
          <a:xfrm>
            <a:off x="339408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4" name="TextBox 17"/>
          <p:cNvSpPr/>
          <p:nvPr/>
        </p:nvSpPr>
        <p:spPr>
          <a:xfrm>
            <a:off x="512784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5" name="TextBox 18"/>
          <p:cNvSpPr/>
          <p:nvPr/>
        </p:nvSpPr>
        <p:spPr>
          <a:xfrm>
            <a:off x="686124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6" name="TextBox 29"/>
          <p:cNvSpPr/>
          <p:nvPr/>
        </p:nvSpPr>
        <p:spPr>
          <a:xfrm>
            <a:off x="2006280" y="2921760"/>
            <a:ext cx="731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A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7" name="TextBox 30"/>
          <p:cNvSpPr/>
          <p:nvPr/>
        </p:nvSpPr>
        <p:spPr>
          <a:xfrm>
            <a:off x="3736440" y="2921760"/>
            <a:ext cx="7333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B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8" name="TextBox 31"/>
          <p:cNvSpPr/>
          <p:nvPr/>
        </p:nvSpPr>
        <p:spPr>
          <a:xfrm>
            <a:off x="5469480" y="2921760"/>
            <a:ext cx="7300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C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9" name="TextBox 32"/>
          <p:cNvSpPr/>
          <p:nvPr/>
        </p:nvSpPr>
        <p:spPr>
          <a:xfrm>
            <a:off x="7192440" y="2921760"/>
            <a:ext cx="747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50" name="TextBox 33"/>
          <p:cNvSpPr/>
          <p:nvPr/>
        </p:nvSpPr>
        <p:spPr>
          <a:xfrm>
            <a:off x="3704400" y="4343760"/>
            <a:ext cx="69156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51" name="TextBox 34"/>
          <p:cNvSpPr/>
          <p:nvPr/>
        </p:nvSpPr>
        <p:spPr>
          <a:xfrm>
            <a:off x="5463360" y="4343760"/>
            <a:ext cx="69156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52" name="TextBox 35"/>
          <p:cNvSpPr/>
          <p:nvPr/>
        </p:nvSpPr>
        <p:spPr>
          <a:xfrm>
            <a:off x="7196760" y="4343760"/>
            <a:ext cx="69156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353" name="Group 74"/>
          <p:cNvGrpSpPr/>
          <p:nvPr/>
        </p:nvGrpSpPr>
        <p:grpSpPr>
          <a:xfrm>
            <a:off x="3403080" y="3348360"/>
            <a:ext cx="443880" cy="284400"/>
            <a:chOff x="3403080" y="3348360"/>
            <a:chExt cx="443880" cy="284400"/>
          </a:xfrm>
        </p:grpSpPr>
        <p:sp>
          <p:nvSpPr>
            <p:cNvPr id="1354" name="AutoShape 73"/>
            <p:cNvSpPr/>
            <p:nvPr/>
          </p:nvSpPr>
          <p:spPr>
            <a:xfrm>
              <a:off x="3403080" y="3348360"/>
              <a:ext cx="443880" cy="28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55" name="Freeform 75"/>
            <p:cNvSpPr/>
            <p:nvPr/>
          </p:nvSpPr>
          <p:spPr>
            <a:xfrm>
              <a:off x="3403080" y="3348360"/>
              <a:ext cx="443880" cy="284400"/>
            </a:xfrm>
            <a:custGeom>
              <a:avLst/>
              <a:gdLst>
                <a:gd name="textAreaLeft" fmla="*/ 0 w 443880"/>
                <a:gd name="textAreaRight" fmla="*/ 444960 w 443880"/>
                <a:gd name="textAreaTop" fmla="*/ 0 h 284400"/>
                <a:gd name="textAreaBottom" fmla="*/ 285480 h 284400"/>
              </a:gdLst>
              <a:ahLst/>
              <a:rect l="textAreaLeft" t="textAreaTop" r="textAreaRight" b="textAreaBottom"/>
              <a:pathLst>
                <a:path w="1971" h="1264">
                  <a:moveTo>
                    <a:pt x="1921" y="115"/>
                  </a:moveTo>
                  <a:lnTo>
                    <a:pt x="1756" y="192"/>
                  </a:lnTo>
                  <a:lnTo>
                    <a:pt x="1658" y="159"/>
                  </a:lnTo>
                  <a:lnTo>
                    <a:pt x="1658" y="19"/>
                  </a:lnTo>
                  <a:lnTo>
                    <a:pt x="1607" y="0"/>
                  </a:lnTo>
                  <a:lnTo>
                    <a:pt x="0" y="716"/>
                  </a:lnTo>
                  <a:lnTo>
                    <a:pt x="0" y="1106"/>
                  </a:lnTo>
                  <a:lnTo>
                    <a:pt x="59" y="1127"/>
                  </a:lnTo>
                  <a:lnTo>
                    <a:pt x="211" y="1027"/>
                  </a:lnTo>
                  <a:lnTo>
                    <a:pt x="372" y="1087"/>
                  </a:lnTo>
                  <a:lnTo>
                    <a:pt x="372" y="1242"/>
                  </a:lnTo>
                  <a:lnTo>
                    <a:pt x="430" y="1264"/>
                  </a:lnTo>
                  <a:lnTo>
                    <a:pt x="1965" y="469"/>
                  </a:lnTo>
                  <a:lnTo>
                    <a:pt x="1971" y="465"/>
                  </a:lnTo>
                  <a:lnTo>
                    <a:pt x="1971" y="134"/>
                  </a:lnTo>
                  <a:lnTo>
                    <a:pt x="1921" y="115"/>
                  </a:lnTo>
                  <a:close/>
                  <a:moveTo>
                    <a:pt x="1922" y="142"/>
                  </a:moveTo>
                  <a:lnTo>
                    <a:pt x="1929" y="144"/>
                  </a:lnTo>
                  <a:lnTo>
                    <a:pt x="429" y="863"/>
                  </a:lnTo>
                  <a:lnTo>
                    <a:pt x="415" y="859"/>
                  </a:lnTo>
                  <a:lnTo>
                    <a:pt x="1762" y="215"/>
                  </a:lnTo>
                  <a:lnTo>
                    <a:pt x="1922" y="142"/>
                  </a:lnTo>
                  <a:close/>
                  <a:moveTo>
                    <a:pt x="1725" y="206"/>
                  </a:moveTo>
                  <a:lnTo>
                    <a:pt x="372" y="853"/>
                  </a:lnTo>
                  <a:lnTo>
                    <a:pt x="372" y="1010"/>
                  </a:lnTo>
                  <a:lnTo>
                    <a:pt x="83" y="908"/>
                  </a:lnTo>
                  <a:lnTo>
                    <a:pt x="1646" y="181"/>
                  </a:lnTo>
                  <a:lnTo>
                    <a:pt x="1725" y="206"/>
                  </a:lnTo>
                  <a:close/>
                  <a:moveTo>
                    <a:pt x="1634" y="159"/>
                  </a:moveTo>
                  <a:lnTo>
                    <a:pt x="70" y="887"/>
                  </a:lnTo>
                  <a:lnTo>
                    <a:pt x="70" y="748"/>
                  </a:lnTo>
                  <a:lnTo>
                    <a:pt x="1634" y="46"/>
                  </a:lnTo>
                  <a:lnTo>
                    <a:pt x="1634" y="159"/>
                  </a:lnTo>
                  <a:close/>
                  <a:moveTo>
                    <a:pt x="1608" y="26"/>
                  </a:moveTo>
                  <a:lnTo>
                    <a:pt x="1614" y="29"/>
                  </a:lnTo>
                  <a:lnTo>
                    <a:pt x="58" y="727"/>
                  </a:lnTo>
                  <a:lnTo>
                    <a:pt x="43" y="722"/>
                  </a:lnTo>
                  <a:lnTo>
                    <a:pt x="1608" y="26"/>
                  </a:lnTo>
                  <a:close/>
                  <a:moveTo>
                    <a:pt x="70" y="1091"/>
                  </a:moveTo>
                  <a:lnTo>
                    <a:pt x="70" y="975"/>
                  </a:lnTo>
                  <a:lnTo>
                    <a:pt x="182" y="1017"/>
                  </a:lnTo>
                  <a:lnTo>
                    <a:pt x="70" y="1091"/>
                  </a:lnTo>
                  <a:close/>
                  <a:moveTo>
                    <a:pt x="213" y="1003"/>
                  </a:moveTo>
                  <a:lnTo>
                    <a:pt x="213" y="1003"/>
                  </a:lnTo>
                  <a:lnTo>
                    <a:pt x="209" y="1001"/>
                  </a:lnTo>
                  <a:lnTo>
                    <a:pt x="207" y="1000"/>
                  </a:lnTo>
                  <a:lnTo>
                    <a:pt x="207" y="1000"/>
                  </a:lnTo>
                  <a:lnTo>
                    <a:pt x="46" y="941"/>
                  </a:lnTo>
                  <a:lnTo>
                    <a:pt x="46" y="1097"/>
                  </a:lnTo>
                  <a:lnTo>
                    <a:pt x="24" y="1089"/>
                  </a:lnTo>
                  <a:lnTo>
                    <a:pt x="24" y="740"/>
                  </a:lnTo>
                  <a:lnTo>
                    <a:pt x="46" y="748"/>
                  </a:lnTo>
                  <a:lnTo>
                    <a:pt x="46" y="920"/>
                  </a:lnTo>
                  <a:lnTo>
                    <a:pt x="52" y="922"/>
                  </a:lnTo>
                  <a:lnTo>
                    <a:pt x="396" y="1043"/>
                  </a:lnTo>
                  <a:lnTo>
                    <a:pt x="396" y="877"/>
                  </a:lnTo>
                  <a:lnTo>
                    <a:pt x="417" y="885"/>
                  </a:lnTo>
                  <a:lnTo>
                    <a:pt x="417" y="1234"/>
                  </a:lnTo>
                  <a:lnTo>
                    <a:pt x="396" y="1226"/>
                  </a:lnTo>
                  <a:lnTo>
                    <a:pt x="396" y="1070"/>
                  </a:lnTo>
                  <a:lnTo>
                    <a:pt x="213" y="1003"/>
                  </a:lnTo>
                  <a:close/>
                  <a:moveTo>
                    <a:pt x="441" y="1230"/>
                  </a:moveTo>
                  <a:lnTo>
                    <a:pt x="441" y="884"/>
                  </a:lnTo>
                  <a:lnTo>
                    <a:pt x="1947" y="162"/>
                  </a:lnTo>
                  <a:lnTo>
                    <a:pt x="1947" y="451"/>
                  </a:lnTo>
                  <a:lnTo>
                    <a:pt x="441" y="12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356" name="그룹 1"/>
          <p:cNvGrpSpPr/>
          <p:nvPr/>
        </p:nvGrpSpPr>
        <p:grpSpPr>
          <a:xfrm>
            <a:off x="6881040" y="3333240"/>
            <a:ext cx="378720" cy="345240"/>
            <a:chOff x="6881040" y="3333240"/>
            <a:chExt cx="378720" cy="345240"/>
          </a:xfrm>
        </p:grpSpPr>
        <p:sp>
          <p:nvSpPr>
            <p:cNvPr id="1357" name="AutoShape 56"/>
            <p:cNvSpPr/>
            <p:nvPr/>
          </p:nvSpPr>
          <p:spPr>
            <a:xfrm>
              <a:off x="6881040" y="3333240"/>
              <a:ext cx="378720" cy="34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58" name="Freeform 58"/>
            <p:cNvSpPr/>
            <p:nvPr/>
          </p:nvSpPr>
          <p:spPr>
            <a:xfrm>
              <a:off x="6899040" y="3465720"/>
              <a:ext cx="147960" cy="192600"/>
            </a:xfrm>
            <a:custGeom>
              <a:avLst/>
              <a:gdLst>
                <a:gd name="textAreaLeft" fmla="*/ 0 w 147960"/>
                <a:gd name="textAreaRight" fmla="*/ 149040 w 147960"/>
                <a:gd name="textAreaTop" fmla="*/ 0 h 192600"/>
                <a:gd name="textAreaBottom" fmla="*/ 193680 h 192600"/>
              </a:gdLst>
              <a:ahLst/>
              <a:rect l="textAreaLeft" t="textAreaTop" r="textAreaRight" b="textAreaBottom"/>
              <a:pathLst>
                <a:path w="1010" h="1313">
                  <a:moveTo>
                    <a:pt x="1010" y="945"/>
                  </a:move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08" y="913"/>
                  </a:lnTo>
                  <a:lnTo>
                    <a:pt x="1008" y="911"/>
                  </a:lnTo>
                  <a:lnTo>
                    <a:pt x="1008" y="911"/>
                  </a:lnTo>
                  <a:lnTo>
                    <a:pt x="1006" y="891"/>
                  </a:lnTo>
                  <a:lnTo>
                    <a:pt x="1006" y="891"/>
                  </a:lnTo>
                  <a:lnTo>
                    <a:pt x="1004" y="877"/>
                  </a:lnTo>
                  <a:lnTo>
                    <a:pt x="1004" y="877"/>
                  </a:lnTo>
                  <a:lnTo>
                    <a:pt x="1002" y="854"/>
                  </a:lnTo>
                  <a:lnTo>
                    <a:pt x="1002" y="852"/>
                  </a:lnTo>
                  <a:lnTo>
                    <a:pt x="1002" y="852"/>
                  </a:lnTo>
                  <a:lnTo>
                    <a:pt x="996" y="816"/>
                  </a:lnTo>
                  <a:lnTo>
                    <a:pt x="988" y="778"/>
                  </a:lnTo>
                  <a:lnTo>
                    <a:pt x="978" y="740"/>
                  </a:lnTo>
                  <a:lnTo>
                    <a:pt x="966" y="702"/>
                  </a:lnTo>
                  <a:lnTo>
                    <a:pt x="954" y="664"/>
                  </a:lnTo>
                  <a:lnTo>
                    <a:pt x="940" y="626"/>
                  </a:lnTo>
                  <a:lnTo>
                    <a:pt x="924" y="588"/>
                  </a:lnTo>
                  <a:lnTo>
                    <a:pt x="906" y="550"/>
                  </a:lnTo>
                  <a:lnTo>
                    <a:pt x="902" y="544"/>
                  </a:lnTo>
                  <a:lnTo>
                    <a:pt x="902" y="544"/>
                  </a:lnTo>
                  <a:lnTo>
                    <a:pt x="892" y="522"/>
                  </a:lnTo>
                  <a:lnTo>
                    <a:pt x="892" y="522"/>
                  </a:lnTo>
                  <a:lnTo>
                    <a:pt x="888" y="512"/>
                  </a:lnTo>
                  <a:lnTo>
                    <a:pt x="888" y="512"/>
                  </a:lnTo>
                  <a:lnTo>
                    <a:pt x="874" y="488"/>
                  </a:lnTo>
                  <a:lnTo>
                    <a:pt x="874" y="488"/>
                  </a:lnTo>
                  <a:lnTo>
                    <a:pt x="858" y="458"/>
                  </a:lnTo>
                  <a:lnTo>
                    <a:pt x="858" y="458"/>
                  </a:lnTo>
                  <a:lnTo>
                    <a:pt x="840" y="430"/>
                  </a:lnTo>
                  <a:lnTo>
                    <a:pt x="840" y="43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786" y="348"/>
                  </a:lnTo>
                  <a:lnTo>
                    <a:pt x="748" y="298"/>
                  </a:lnTo>
                  <a:lnTo>
                    <a:pt x="708" y="252"/>
                  </a:lnTo>
                  <a:lnTo>
                    <a:pt x="666" y="208"/>
                  </a:lnTo>
                  <a:lnTo>
                    <a:pt x="624" y="168"/>
                  </a:lnTo>
                  <a:lnTo>
                    <a:pt x="580" y="132"/>
                  </a:lnTo>
                  <a:lnTo>
                    <a:pt x="534" y="98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68" y="58"/>
                  </a:lnTo>
                  <a:lnTo>
                    <a:pt x="468" y="58"/>
                  </a:lnTo>
                  <a:lnTo>
                    <a:pt x="462" y="54"/>
                  </a:lnTo>
                  <a:lnTo>
                    <a:pt x="462" y="54"/>
                  </a:lnTo>
                  <a:lnTo>
                    <a:pt x="456" y="52"/>
                  </a:lnTo>
                  <a:lnTo>
                    <a:pt x="456" y="52"/>
                  </a:lnTo>
                  <a:lnTo>
                    <a:pt x="446" y="46"/>
                  </a:lnTo>
                  <a:lnTo>
                    <a:pt x="446" y="46"/>
                  </a:lnTo>
                  <a:lnTo>
                    <a:pt x="442" y="46"/>
                  </a:lnTo>
                  <a:lnTo>
                    <a:pt x="442" y="46"/>
                  </a:lnTo>
                  <a:lnTo>
                    <a:pt x="416" y="34"/>
                  </a:lnTo>
                  <a:lnTo>
                    <a:pt x="416" y="34"/>
                  </a:lnTo>
                  <a:lnTo>
                    <a:pt x="398" y="26"/>
                  </a:lnTo>
                  <a:lnTo>
                    <a:pt x="398" y="26"/>
                  </a:lnTo>
                  <a:lnTo>
                    <a:pt x="388" y="22"/>
                  </a:lnTo>
                  <a:lnTo>
                    <a:pt x="388" y="22"/>
                  </a:lnTo>
                  <a:lnTo>
                    <a:pt x="378" y="20"/>
                  </a:lnTo>
                  <a:lnTo>
                    <a:pt x="378" y="20"/>
                  </a:lnTo>
                  <a:lnTo>
                    <a:pt x="362" y="14"/>
                  </a:lnTo>
                  <a:lnTo>
                    <a:pt x="362" y="14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16" y="4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2" y="0"/>
                  </a:lnTo>
                  <a:lnTo>
                    <a:pt x="272" y="0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2" y="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42" y="30"/>
                  </a:lnTo>
                  <a:lnTo>
                    <a:pt x="142" y="30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2" y="50"/>
                  </a:lnTo>
                  <a:lnTo>
                    <a:pt x="98" y="62"/>
                  </a:lnTo>
                  <a:lnTo>
                    <a:pt x="84" y="74"/>
                  </a:lnTo>
                  <a:lnTo>
                    <a:pt x="72" y="88"/>
                  </a:lnTo>
                  <a:lnTo>
                    <a:pt x="62" y="104"/>
                  </a:lnTo>
                  <a:lnTo>
                    <a:pt x="50" y="122"/>
                  </a:lnTo>
                  <a:lnTo>
                    <a:pt x="42" y="138"/>
                  </a:lnTo>
                  <a:lnTo>
                    <a:pt x="32" y="158"/>
                  </a:lnTo>
                  <a:lnTo>
                    <a:pt x="26" y="178"/>
                  </a:lnTo>
                  <a:lnTo>
                    <a:pt x="18" y="198"/>
                  </a:lnTo>
                  <a:lnTo>
                    <a:pt x="8" y="244"/>
                  </a:lnTo>
                  <a:lnTo>
                    <a:pt x="2" y="292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2" y="400"/>
                  </a:lnTo>
                  <a:lnTo>
                    <a:pt x="8" y="458"/>
                  </a:lnTo>
                  <a:lnTo>
                    <a:pt x="20" y="518"/>
                  </a:lnTo>
                  <a:lnTo>
                    <a:pt x="34" y="580"/>
                  </a:lnTo>
                  <a:lnTo>
                    <a:pt x="54" y="640"/>
                  </a:lnTo>
                  <a:lnTo>
                    <a:pt x="78" y="702"/>
                  </a:lnTo>
                  <a:lnTo>
                    <a:pt x="104" y="764"/>
                  </a:lnTo>
                  <a:lnTo>
                    <a:pt x="136" y="824"/>
                  </a:lnTo>
                  <a:lnTo>
                    <a:pt x="136" y="824"/>
                  </a:lnTo>
                  <a:lnTo>
                    <a:pt x="152" y="854"/>
                  </a:lnTo>
                  <a:lnTo>
                    <a:pt x="152" y="854"/>
                  </a:lnTo>
                  <a:lnTo>
                    <a:pt x="170" y="883"/>
                  </a:lnTo>
                  <a:lnTo>
                    <a:pt x="170" y="883"/>
                  </a:lnTo>
                  <a:lnTo>
                    <a:pt x="206" y="941"/>
                  </a:lnTo>
                  <a:lnTo>
                    <a:pt x="246" y="995"/>
                  </a:lnTo>
                  <a:lnTo>
                    <a:pt x="288" y="1047"/>
                  </a:lnTo>
                  <a:lnTo>
                    <a:pt x="332" y="1093"/>
                  </a:lnTo>
                  <a:lnTo>
                    <a:pt x="378" y="1137"/>
                  </a:lnTo>
                  <a:lnTo>
                    <a:pt x="426" y="1177"/>
                  </a:lnTo>
                  <a:lnTo>
                    <a:pt x="474" y="1213"/>
                  </a:lnTo>
                  <a:lnTo>
                    <a:pt x="522" y="1243"/>
                  </a:lnTo>
                  <a:lnTo>
                    <a:pt x="522" y="1243"/>
                  </a:lnTo>
                  <a:lnTo>
                    <a:pt x="568" y="1267"/>
                  </a:lnTo>
                  <a:lnTo>
                    <a:pt x="614" y="1287"/>
                  </a:lnTo>
                  <a:lnTo>
                    <a:pt x="658" y="1301"/>
                  </a:lnTo>
                  <a:lnTo>
                    <a:pt x="680" y="1307"/>
                  </a:lnTo>
                  <a:lnTo>
                    <a:pt x="702" y="1309"/>
                  </a:lnTo>
                  <a:lnTo>
                    <a:pt x="722" y="1313"/>
                  </a:lnTo>
                  <a:lnTo>
                    <a:pt x="742" y="1313"/>
                  </a:lnTo>
                  <a:lnTo>
                    <a:pt x="762" y="1313"/>
                  </a:lnTo>
                  <a:lnTo>
                    <a:pt x="782" y="1311"/>
                  </a:lnTo>
                  <a:lnTo>
                    <a:pt x="802" y="1309"/>
                  </a:lnTo>
                  <a:lnTo>
                    <a:pt x="820" y="1305"/>
                  </a:lnTo>
                  <a:lnTo>
                    <a:pt x="838" y="1299"/>
                  </a:lnTo>
                  <a:lnTo>
                    <a:pt x="854" y="1291"/>
                  </a:lnTo>
                  <a:lnTo>
                    <a:pt x="854" y="1291"/>
                  </a:lnTo>
                  <a:lnTo>
                    <a:pt x="870" y="1283"/>
                  </a:lnTo>
                  <a:lnTo>
                    <a:pt x="870" y="1283"/>
                  </a:lnTo>
                  <a:lnTo>
                    <a:pt x="876" y="1281"/>
                  </a:lnTo>
                  <a:lnTo>
                    <a:pt x="876" y="1281"/>
                  </a:lnTo>
                  <a:lnTo>
                    <a:pt x="878" y="1279"/>
                  </a:lnTo>
                  <a:lnTo>
                    <a:pt x="878" y="1279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906" y="1259"/>
                  </a:lnTo>
                  <a:lnTo>
                    <a:pt x="926" y="1239"/>
                  </a:lnTo>
                  <a:lnTo>
                    <a:pt x="944" y="1217"/>
                  </a:lnTo>
                  <a:lnTo>
                    <a:pt x="960" y="1191"/>
                  </a:lnTo>
                  <a:lnTo>
                    <a:pt x="974" y="1165"/>
                  </a:lnTo>
                  <a:lnTo>
                    <a:pt x="986" y="1135"/>
                  </a:lnTo>
                  <a:lnTo>
                    <a:pt x="994" y="1103"/>
                  </a:lnTo>
                  <a:lnTo>
                    <a:pt x="1002" y="1071"/>
                  </a:lnTo>
                  <a:lnTo>
                    <a:pt x="1002" y="1071"/>
                  </a:lnTo>
                  <a:lnTo>
                    <a:pt x="1002" y="1069"/>
                  </a:lnTo>
                  <a:lnTo>
                    <a:pt x="1002" y="1069"/>
                  </a:lnTo>
                  <a:lnTo>
                    <a:pt x="1006" y="1049"/>
                  </a:lnTo>
                  <a:lnTo>
                    <a:pt x="1006" y="1049"/>
                  </a:lnTo>
                  <a:lnTo>
                    <a:pt x="1006" y="1045"/>
                  </a:lnTo>
                  <a:lnTo>
                    <a:pt x="1006" y="1043"/>
                  </a:lnTo>
                  <a:lnTo>
                    <a:pt x="1006" y="1043"/>
                  </a:lnTo>
                  <a:lnTo>
                    <a:pt x="1006" y="1041"/>
                  </a:lnTo>
                  <a:lnTo>
                    <a:pt x="1006" y="1041"/>
                  </a:lnTo>
                  <a:lnTo>
                    <a:pt x="1008" y="1023"/>
                  </a:lnTo>
                  <a:lnTo>
                    <a:pt x="1008" y="1021"/>
                  </a:lnTo>
                  <a:lnTo>
                    <a:pt x="1008" y="1021"/>
                  </a:lnTo>
                  <a:lnTo>
                    <a:pt x="1010" y="1011"/>
                  </a:lnTo>
                  <a:lnTo>
                    <a:pt x="1010" y="1011"/>
                  </a:lnTo>
                  <a:lnTo>
                    <a:pt x="1010" y="999"/>
                  </a:lnTo>
                  <a:lnTo>
                    <a:pt x="1010" y="995"/>
                  </a:lnTo>
                  <a:lnTo>
                    <a:pt x="1010" y="995"/>
                  </a:lnTo>
                  <a:lnTo>
                    <a:pt x="1010" y="969"/>
                  </a:lnTo>
                  <a:lnTo>
                    <a:pt x="1010" y="969"/>
                  </a:lnTo>
                  <a:lnTo>
                    <a:pt x="1010" y="945"/>
                  </a:lnTo>
                  <a:lnTo>
                    <a:pt x="1010" y="945"/>
                  </a:lnTo>
                  <a:close/>
                  <a:moveTo>
                    <a:pt x="960" y="961"/>
                  </a:moveTo>
                  <a:lnTo>
                    <a:pt x="960" y="963"/>
                  </a:lnTo>
                  <a:lnTo>
                    <a:pt x="960" y="963"/>
                  </a:lnTo>
                  <a:lnTo>
                    <a:pt x="958" y="975"/>
                  </a:lnTo>
                  <a:lnTo>
                    <a:pt x="958" y="975"/>
                  </a:lnTo>
                  <a:lnTo>
                    <a:pt x="958" y="985"/>
                  </a:lnTo>
                  <a:lnTo>
                    <a:pt x="958" y="987"/>
                  </a:lnTo>
                  <a:lnTo>
                    <a:pt x="958" y="987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5"/>
                  </a:lnTo>
                  <a:lnTo>
                    <a:pt x="956" y="1005"/>
                  </a:lnTo>
                  <a:lnTo>
                    <a:pt x="956" y="1009"/>
                  </a:lnTo>
                  <a:lnTo>
                    <a:pt x="956" y="1009"/>
                  </a:lnTo>
                  <a:lnTo>
                    <a:pt x="952" y="1027"/>
                  </a:lnTo>
                  <a:lnTo>
                    <a:pt x="952" y="1027"/>
                  </a:lnTo>
                  <a:lnTo>
                    <a:pt x="952" y="1029"/>
                  </a:lnTo>
                  <a:lnTo>
                    <a:pt x="952" y="1029"/>
                  </a:lnTo>
                  <a:lnTo>
                    <a:pt x="946" y="1059"/>
                  </a:lnTo>
                  <a:lnTo>
                    <a:pt x="938" y="1087"/>
                  </a:lnTo>
                  <a:lnTo>
                    <a:pt x="926" y="1115"/>
                  </a:lnTo>
                  <a:lnTo>
                    <a:pt x="914" y="1139"/>
                  </a:lnTo>
                  <a:lnTo>
                    <a:pt x="900" y="1161"/>
                  </a:lnTo>
                  <a:lnTo>
                    <a:pt x="884" y="1181"/>
                  </a:lnTo>
                  <a:lnTo>
                    <a:pt x="866" y="1197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0" y="1217"/>
                  </a:lnTo>
                  <a:lnTo>
                    <a:pt x="840" y="1217"/>
                  </a:lnTo>
                  <a:lnTo>
                    <a:pt x="838" y="1217"/>
                  </a:lnTo>
                  <a:lnTo>
                    <a:pt x="838" y="1217"/>
                  </a:lnTo>
                  <a:lnTo>
                    <a:pt x="832" y="1221"/>
                  </a:lnTo>
                  <a:lnTo>
                    <a:pt x="832" y="1221"/>
                  </a:lnTo>
                  <a:lnTo>
                    <a:pt x="820" y="1227"/>
                  </a:lnTo>
                  <a:lnTo>
                    <a:pt x="820" y="1227"/>
                  </a:lnTo>
                  <a:lnTo>
                    <a:pt x="804" y="1235"/>
                  </a:lnTo>
                  <a:lnTo>
                    <a:pt x="788" y="1239"/>
                  </a:lnTo>
                  <a:lnTo>
                    <a:pt x="772" y="1243"/>
                  </a:lnTo>
                  <a:lnTo>
                    <a:pt x="754" y="1245"/>
                  </a:lnTo>
                  <a:lnTo>
                    <a:pt x="738" y="1247"/>
                  </a:lnTo>
                  <a:lnTo>
                    <a:pt x="720" y="1247"/>
                  </a:lnTo>
                  <a:lnTo>
                    <a:pt x="682" y="1245"/>
                  </a:lnTo>
                  <a:lnTo>
                    <a:pt x="644" y="1237"/>
                  </a:lnTo>
                  <a:lnTo>
                    <a:pt x="604" y="1225"/>
                  </a:lnTo>
                  <a:lnTo>
                    <a:pt x="562" y="1207"/>
                  </a:lnTo>
                  <a:lnTo>
                    <a:pt x="520" y="1185"/>
                  </a:lnTo>
                  <a:lnTo>
                    <a:pt x="520" y="1185"/>
                  </a:lnTo>
                  <a:lnTo>
                    <a:pt x="476" y="1157"/>
                  </a:lnTo>
                  <a:lnTo>
                    <a:pt x="434" y="1125"/>
                  </a:lnTo>
                  <a:lnTo>
                    <a:pt x="392" y="1089"/>
                  </a:lnTo>
                  <a:lnTo>
                    <a:pt x="350" y="1051"/>
                  </a:lnTo>
                  <a:lnTo>
                    <a:pt x="310" y="1007"/>
                  </a:lnTo>
                  <a:lnTo>
                    <a:pt x="272" y="961"/>
                  </a:lnTo>
                  <a:lnTo>
                    <a:pt x="236" y="913"/>
                  </a:lnTo>
                  <a:lnTo>
                    <a:pt x="204" y="860"/>
                  </a:lnTo>
                  <a:lnTo>
                    <a:pt x="204" y="860"/>
                  </a:lnTo>
                  <a:lnTo>
                    <a:pt x="188" y="834"/>
                  </a:lnTo>
                  <a:lnTo>
                    <a:pt x="188" y="834"/>
                  </a:lnTo>
                  <a:lnTo>
                    <a:pt x="174" y="808"/>
                  </a:lnTo>
                  <a:lnTo>
                    <a:pt x="174" y="808"/>
                  </a:lnTo>
                  <a:lnTo>
                    <a:pt x="144" y="752"/>
                  </a:lnTo>
                  <a:lnTo>
                    <a:pt x="120" y="698"/>
                  </a:lnTo>
                  <a:lnTo>
                    <a:pt x="100" y="642"/>
                  </a:lnTo>
                  <a:lnTo>
                    <a:pt x="82" y="586"/>
                  </a:lnTo>
                  <a:lnTo>
                    <a:pt x="68" y="532"/>
                  </a:lnTo>
                  <a:lnTo>
                    <a:pt x="58" y="478"/>
                  </a:lnTo>
                  <a:lnTo>
                    <a:pt x="52" y="426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52" y="328"/>
                  </a:lnTo>
                  <a:lnTo>
                    <a:pt x="58" y="284"/>
                  </a:lnTo>
                  <a:lnTo>
                    <a:pt x="68" y="244"/>
                  </a:lnTo>
                  <a:lnTo>
                    <a:pt x="80" y="208"/>
                  </a:lnTo>
                  <a:lnTo>
                    <a:pt x="96" y="174"/>
                  </a:lnTo>
                  <a:lnTo>
                    <a:pt x="106" y="160"/>
                  </a:lnTo>
                  <a:lnTo>
                    <a:pt x="116" y="146"/>
                  </a:lnTo>
                  <a:lnTo>
                    <a:pt x="126" y="132"/>
                  </a:lnTo>
                  <a:lnTo>
                    <a:pt x="138" y="120"/>
                  </a:lnTo>
                  <a:lnTo>
                    <a:pt x="152" y="110"/>
                  </a:lnTo>
                  <a:lnTo>
                    <a:pt x="164" y="100"/>
                  </a:lnTo>
                  <a:lnTo>
                    <a:pt x="164" y="100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4" y="80"/>
                  </a:lnTo>
                  <a:lnTo>
                    <a:pt x="206" y="80"/>
                  </a:lnTo>
                  <a:lnTo>
                    <a:pt x="206" y="80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6" y="72"/>
                  </a:lnTo>
                  <a:lnTo>
                    <a:pt x="226" y="72"/>
                  </a:lnTo>
                  <a:lnTo>
                    <a:pt x="244" y="68"/>
                  </a:lnTo>
                  <a:lnTo>
                    <a:pt x="244" y="68"/>
                  </a:lnTo>
                  <a:lnTo>
                    <a:pt x="250" y="68"/>
                  </a:lnTo>
                  <a:lnTo>
                    <a:pt x="250" y="68"/>
                  </a:lnTo>
                  <a:lnTo>
                    <a:pt x="268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96" y="66"/>
                  </a:lnTo>
                  <a:lnTo>
                    <a:pt x="296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34" y="70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6" y="78"/>
                  </a:lnTo>
                  <a:lnTo>
                    <a:pt x="376" y="78"/>
                  </a:lnTo>
                  <a:lnTo>
                    <a:pt x="390" y="84"/>
                  </a:lnTo>
                  <a:lnTo>
                    <a:pt x="390" y="84"/>
                  </a:lnTo>
                  <a:lnTo>
                    <a:pt x="400" y="86"/>
                  </a:lnTo>
                  <a:lnTo>
                    <a:pt x="400" y="86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450" y="106"/>
                  </a:lnTo>
                  <a:lnTo>
                    <a:pt x="450" y="106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62" y="112"/>
                  </a:lnTo>
                  <a:lnTo>
                    <a:pt x="462" y="112"/>
                  </a:lnTo>
                  <a:lnTo>
                    <a:pt x="466" y="114"/>
                  </a:lnTo>
                  <a:lnTo>
                    <a:pt x="466" y="114"/>
                  </a:lnTo>
                  <a:lnTo>
                    <a:pt x="470" y="118"/>
                  </a:lnTo>
                  <a:lnTo>
                    <a:pt x="470" y="11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532" y="154"/>
                  </a:lnTo>
                  <a:lnTo>
                    <a:pt x="572" y="184"/>
                  </a:lnTo>
                  <a:lnTo>
                    <a:pt x="612" y="216"/>
                  </a:lnTo>
                  <a:lnTo>
                    <a:pt x="650" y="252"/>
                  </a:lnTo>
                  <a:lnTo>
                    <a:pt x="688" y="292"/>
                  </a:lnTo>
                  <a:lnTo>
                    <a:pt x="724" y="334"/>
                  </a:lnTo>
                  <a:lnTo>
                    <a:pt x="758" y="380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808" y="452"/>
                  </a:lnTo>
                  <a:lnTo>
                    <a:pt x="808" y="452"/>
                  </a:lnTo>
                  <a:lnTo>
                    <a:pt x="822" y="478"/>
                  </a:lnTo>
                  <a:lnTo>
                    <a:pt x="822" y="478"/>
                  </a:lnTo>
                  <a:lnTo>
                    <a:pt x="838" y="504"/>
                  </a:lnTo>
                  <a:lnTo>
                    <a:pt x="838" y="504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64" y="554"/>
                  </a:lnTo>
                  <a:lnTo>
                    <a:pt x="866" y="560"/>
                  </a:lnTo>
                  <a:lnTo>
                    <a:pt x="866" y="560"/>
                  </a:lnTo>
                  <a:lnTo>
                    <a:pt x="882" y="594"/>
                  </a:lnTo>
                  <a:lnTo>
                    <a:pt x="896" y="630"/>
                  </a:lnTo>
                  <a:lnTo>
                    <a:pt x="908" y="664"/>
                  </a:lnTo>
                  <a:lnTo>
                    <a:pt x="920" y="698"/>
                  </a:lnTo>
                  <a:lnTo>
                    <a:pt x="930" y="732"/>
                  </a:lnTo>
                  <a:lnTo>
                    <a:pt x="940" y="766"/>
                  </a:lnTo>
                  <a:lnTo>
                    <a:pt x="946" y="800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4" y="854"/>
                  </a:lnTo>
                  <a:lnTo>
                    <a:pt x="954" y="854"/>
                  </a:lnTo>
                  <a:lnTo>
                    <a:pt x="956" y="867"/>
                  </a:lnTo>
                  <a:lnTo>
                    <a:pt x="956" y="867"/>
                  </a:lnTo>
                  <a:lnTo>
                    <a:pt x="958" y="887"/>
                  </a:lnTo>
                  <a:lnTo>
                    <a:pt x="958" y="889"/>
                  </a:lnTo>
                  <a:lnTo>
                    <a:pt x="958" y="889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5"/>
                  </a:lnTo>
                  <a:lnTo>
                    <a:pt x="960" y="915"/>
                  </a:lnTo>
                  <a:lnTo>
                    <a:pt x="960" y="939"/>
                  </a:lnTo>
                  <a:lnTo>
                    <a:pt x="960" y="939"/>
                  </a:lnTo>
                  <a:lnTo>
                    <a:pt x="960" y="961"/>
                  </a:lnTo>
                  <a:lnTo>
                    <a:pt x="960" y="9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59" name="Freeform 59"/>
            <p:cNvSpPr/>
            <p:nvPr/>
          </p:nvSpPr>
          <p:spPr>
            <a:xfrm>
              <a:off x="6913080" y="3483720"/>
              <a:ext cx="119520" cy="155880"/>
            </a:xfrm>
            <a:custGeom>
              <a:avLst/>
              <a:gdLst>
                <a:gd name="textAreaLeft" fmla="*/ 0 w 119520"/>
                <a:gd name="textAreaRight" fmla="*/ 120600 w 119520"/>
                <a:gd name="textAreaTop" fmla="*/ 0 h 155880"/>
                <a:gd name="textAreaBottom" fmla="*/ 156960 h 155880"/>
              </a:gdLst>
              <a:ahLst/>
              <a:rect l="textAreaLeft" t="textAreaTop" r="textAreaRight" b="textAreaBottom"/>
              <a:pathLst>
                <a:path w="818" h="1065">
                  <a:moveTo>
                    <a:pt x="818" y="761"/>
                  </a:moveTo>
                  <a:lnTo>
                    <a:pt x="818" y="761"/>
                  </a:lnTo>
                  <a:lnTo>
                    <a:pt x="818" y="761"/>
                  </a:lnTo>
                  <a:lnTo>
                    <a:pt x="818" y="761"/>
                  </a:lnTo>
                  <a:lnTo>
                    <a:pt x="816" y="740"/>
                  </a:lnTo>
                  <a:lnTo>
                    <a:pt x="816" y="738"/>
                  </a:lnTo>
                  <a:lnTo>
                    <a:pt x="816" y="738"/>
                  </a:lnTo>
                  <a:lnTo>
                    <a:pt x="816" y="722"/>
                  </a:lnTo>
                  <a:lnTo>
                    <a:pt x="816" y="722"/>
                  </a:lnTo>
                  <a:lnTo>
                    <a:pt x="814" y="710"/>
                  </a:lnTo>
                  <a:lnTo>
                    <a:pt x="814" y="710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06" y="662"/>
                  </a:lnTo>
                  <a:lnTo>
                    <a:pt x="800" y="632"/>
                  </a:lnTo>
                  <a:lnTo>
                    <a:pt x="792" y="600"/>
                  </a:lnTo>
                  <a:lnTo>
                    <a:pt x="782" y="570"/>
                  </a:lnTo>
                  <a:lnTo>
                    <a:pt x="760" y="508"/>
                  </a:lnTo>
                  <a:lnTo>
                    <a:pt x="734" y="446"/>
                  </a:lnTo>
                  <a:lnTo>
                    <a:pt x="732" y="440"/>
                  </a:lnTo>
                  <a:lnTo>
                    <a:pt x="732" y="440"/>
                  </a:lnTo>
                  <a:lnTo>
                    <a:pt x="722" y="424"/>
                  </a:lnTo>
                  <a:lnTo>
                    <a:pt x="722" y="424"/>
                  </a:lnTo>
                  <a:lnTo>
                    <a:pt x="718" y="416"/>
                  </a:lnTo>
                  <a:lnTo>
                    <a:pt x="718" y="416"/>
                  </a:lnTo>
                  <a:lnTo>
                    <a:pt x="708" y="396"/>
                  </a:lnTo>
                  <a:lnTo>
                    <a:pt x="708" y="396"/>
                  </a:lnTo>
                  <a:lnTo>
                    <a:pt x="694" y="372"/>
                  </a:lnTo>
                  <a:lnTo>
                    <a:pt x="694" y="372"/>
                  </a:lnTo>
                  <a:lnTo>
                    <a:pt x="682" y="348"/>
                  </a:lnTo>
                  <a:lnTo>
                    <a:pt x="682" y="348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36" y="282"/>
                  </a:lnTo>
                  <a:lnTo>
                    <a:pt x="606" y="242"/>
                  </a:lnTo>
                  <a:lnTo>
                    <a:pt x="574" y="204"/>
                  </a:lnTo>
                  <a:lnTo>
                    <a:pt x="540" y="170"/>
                  </a:lnTo>
                  <a:lnTo>
                    <a:pt x="504" y="136"/>
                  </a:lnTo>
                  <a:lnTo>
                    <a:pt x="470" y="106"/>
                  </a:lnTo>
                  <a:lnTo>
                    <a:pt x="432" y="80"/>
                  </a:lnTo>
                  <a:lnTo>
                    <a:pt x="396" y="58"/>
                  </a:lnTo>
                  <a:lnTo>
                    <a:pt x="396" y="58"/>
                  </a:lnTo>
                  <a:lnTo>
                    <a:pt x="396" y="56"/>
                  </a:lnTo>
                  <a:lnTo>
                    <a:pt x="396" y="56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4" y="44"/>
                  </a:lnTo>
                  <a:lnTo>
                    <a:pt x="374" y="44"/>
                  </a:lnTo>
                  <a:lnTo>
                    <a:pt x="370" y="42"/>
                  </a:lnTo>
                  <a:lnTo>
                    <a:pt x="370" y="42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58" y="38"/>
                  </a:lnTo>
                  <a:lnTo>
                    <a:pt x="358" y="3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22" y="22"/>
                  </a:lnTo>
                  <a:lnTo>
                    <a:pt x="322" y="22"/>
                  </a:lnTo>
                  <a:lnTo>
                    <a:pt x="314" y="20"/>
                  </a:lnTo>
                  <a:lnTo>
                    <a:pt x="314" y="20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56" y="4"/>
                  </a:lnTo>
                  <a:lnTo>
                    <a:pt x="224" y="0"/>
                  </a:lnTo>
                  <a:lnTo>
                    <a:pt x="224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196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42" y="12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34" y="16"/>
                  </a:lnTo>
                  <a:lnTo>
                    <a:pt x="134" y="16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90" y="40"/>
                  </a:lnTo>
                  <a:lnTo>
                    <a:pt x="80" y="50"/>
                  </a:lnTo>
                  <a:lnTo>
                    <a:pt x="58" y="72"/>
                  </a:lnTo>
                  <a:lnTo>
                    <a:pt x="42" y="98"/>
                  </a:lnTo>
                  <a:lnTo>
                    <a:pt x="26" y="128"/>
                  </a:lnTo>
                  <a:lnTo>
                    <a:pt x="16" y="162"/>
                  </a:lnTo>
                  <a:lnTo>
                    <a:pt x="6" y="198"/>
                  </a:lnTo>
                  <a:lnTo>
                    <a:pt x="2" y="236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324"/>
                  </a:lnTo>
                  <a:lnTo>
                    <a:pt x="6" y="372"/>
                  </a:lnTo>
                  <a:lnTo>
                    <a:pt x="16" y="420"/>
                  </a:lnTo>
                  <a:lnTo>
                    <a:pt x="28" y="470"/>
                  </a:lnTo>
                  <a:lnTo>
                    <a:pt x="44" y="520"/>
                  </a:lnTo>
                  <a:lnTo>
                    <a:pt x="62" y="570"/>
                  </a:lnTo>
                  <a:lnTo>
                    <a:pt x="84" y="620"/>
                  </a:lnTo>
                  <a:lnTo>
                    <a:pt x="110" y="668"/>
                  </a:lnTo>
                  <a:lnTo>
                    <a:pt x="110" y="668"/>
                  </a:lnTo>
                  <a:lnTo>
                    <a:pt x="124" y="692"/>
                  </a:lnTo>
                  <a:lnTo>
                    <a:pt x="124" y="692"/>
                  </a:lnTo>
                  <a:lnTo>
                    <a:pt x="138" y="714"/>
                  </a:lnTo>
                  <a:lnTo>
                    <a:pt x="138" y="714"/>
                  </a:lnTo>
                  <a:lnTo>
                    <a:pt x="168" y="763"/>
                  </a:lnTo>
                  <a:lnTo>
                    <a:pt x="200" y="807"/>
                  </a:lnTo>
                  <a:lnTo>
                    <a:pt x="234" y="849"/>
                  </a:lnTo>
                  <a:lnTo>
                    <a:pt x="270" y="887"/>
                  </a:lnTo>
                  <a:lnTo>
                    <a:pt x="306" y="923"/>
                  </a:lnTo>
                  <a:lnTo>
                    <a:pt x="344" y="955"/>
                  </a:lnTo>
                  <a:lnTo>
                    <a:pt x="384" y="983"/>
                  </a:lnTo>
                  <a:lnTo>
                    <a:pt x="422" y="1009"/>
                  </a:lnTo>
                  <a:lnTo>
                    <a:pt x="422" y="1009"/>
                  </a:lnTo>
                  <a:lnTo>
                    <a:pt x="460" y="1027"/>
                  </a:lnTo>
                  <a:lnTo>
                    <a:pt x="498" y="1043"/>
                  </a:lnTo>
                  <a:lnTo>
                    <a:pt x="534" y="1055"/>
                  </a:lnTo>
                  <a:lnTo>
                    <a:pt x="568" y="1061"/>
                  </a:lnTo>
                  <a:lnTo>
                    <a:pt x="602" y="1065"/>
                  </a:lnTo>
                  <a:lnTo>
                    <a:pt x="634" y="1063"/>
                  </a:lnTo>
                  <a:lnTo>
                    <a:pt x="664" y="1057"/>
                  </a:lnTo>
                  <a:lnTo>
                    <a:pt x="678" y="1053"/>
                  </a:lnTo>
                  <a:lnTo>
                    <a:pt x="692" y="1047"/>
                  </a:lnTo>
                  <a:lnTo>
                    <a:pt x="692" y="1047"/>
                  </a:lnTo>
                  <a:lnTo>
                    <a:pt x="704" y="1041"/>
                  </a:lnTo>
                  <a:lnTo>
                    <a:pt x="704" y="1041"/>
                  </a:lnTo>
                  <a:lnTo>
                    <a:pt x="708" y="1037"/>
                  </a:lnTo>
                  <a:lnTo>
                    <a:pt x="708" y="1037"/>
                  </a:lnTo>
                  <a:lnTo>
                    <a:pt x="710" y="1037"/>
                  </a:lnTo>
                  <a:lnTo>
                    <a:pt x="710" y="1037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34" y="1019"/>
                  </a:lnTo>
                  <a:lnTo>
                    <a:pt x="750" y="1005"/>
                  </a:lnTo>
                  <a:lnTo>
                    <a:pt x="764" y="987"/>
                  </a:lnTo>
                  <a:lnTo>
                    <a:pt x="778" y="967"/>
                  </a:lnTo>
                  <a:lnTo>
                    <a:pt x="788" y="945"/>
                  </a:lnTo>
                  <a:lnTo>
                    <a:pt x="798" y="921"/>
                  </a:lnTo>
                  <a:lnTo>
                    <a:pt x="806" y="895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4" y="851"/>
                  </a:lnTo>
                  <a:lnTo>
                    <a:pt x="814" y="851"/>
                  </a:lnTo>
                  <a:lnTo>
                    <a:pt x="814" y="847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8" y="819"/>
                  </a:lnTo>
                  <a:lnTo>
                    <a:pt x="818" y="819"/>
                  </a:lnTo>
                  <a:lnTo>
                    <a:pt x="818" y="809"/>
                  </a:lnTo>
                  <a:lnTo>
                    <a:pt x="818" y="807"/>
                  </a:lnTo>
                  <a:lnTo>
                    <a:pt x="818" y="807"/>
                  </a:lnTo>
                  <a:lnTo>
                    <a:pt x="818" y="787"/>
                  </a:lnTo>
                  <a:lnTo>
                    <a:pt x="818" y="787"/>
                  </a:lnTo>
                  <a:lnTo>
                    <a:pt x="818" y="767"/>
                  </a:lnTo>
                  <a:lnTo>
                    <a:pt x="818" y="761"/>
                  </a:lnTo>
                  <a:close/>
                  <a:moveTo>
                    <a:pt x="778" y="779"/>
                  </a:moveTo>
                  <a:lnTo>
                    <a:pt x="776" y="781"/>
                  </a:lnTo>
                  <a:lnTo>
                    <a:pt x="776" y="781"/>
                  </a:lnTo>
                  <a:lnTo>
                    <a:pt x="776" y="791"/>
                  </a:lnTo>
                  <a:lnTo>
                    <a:pt x="776" y="791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4" y="813"/>
                  </a:lnTo>
                  <a:lnTo>
                    <a:pt x="774" y="813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9"/>
                  </a:lnTo>
                  <a:lnTo>
                    <a:pt x="774" y="819"/>
                  </a:lnTo>
                  <a:lnTo>
                    <a:pt x="772" y="833"/>
                  </a:lnTo>
                  <a:lnTo>
                    <a:pt x="772" y="833"/>
                  </a:lnTo>
                  <a:lnTo>
                    <a:pt x="772" y="835"/>
                  </a:lnTo>
                  <a:lnTo>
                    <a:pt x="772" y="835"/>
                  </a:lnTo>
                  <a:lnTo>
                    <a:pt x="766" y="859"/>
                  </a:lnTo>
                  <a:lnTo>
                    <a:pt x="758" y="881"/>
                  </a:lnTo>
                  <a:lnTo>
                    <a:pt x="750" y="903"/>
                  </a:lnTo>
                  <a:lnTo>
                    <a:pt x="740" y="923"/>
                  </a:lnTo>
                  <a:lnTo>
                    <a:pt x="728" y="941"/>
                  </a:lnTo>
                  <a:lnTo>
                    <a:pt x="716" y="957"/>
                  </a:lnTo>
                  <a:lnTo>
                    <a:pt x="700" y="971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8" y="987"/>
                  </a:lnTo>
                  <a:lnTo>
                    <a:pt x="678" y="987"/>
                  </a:lnTo>
                  <a:lnTo>
                    <a:pt x="674" y="989"/>
                  </a:lnTo>
                  <a:lnTo>
                    <a:pt x="674" y="989"/>
                  </a:lnTo>
                  <a:lnTo>
                    <a:pt x="664" y="995"/>
                  </a:lnTo>
                  <a:lnTo>
                    <a:pt x="664" y="995"/>
                  </a:lnTo>
                  <a:lnTo>
                    <a:pt x="638" y="1005"/>
                  </a:lnTo>
                  <a:lnTo>
                    <a:pt x="612" y="1011"/>
                  </a:lnTo>
                  <a:lnTo>
                    <a:pt x="582" y="1011"/>
                  </a:lnTo>
                  <a:lnTo>
                    <a:pt x="552" y="1009"/>
                  </a:lnTo>
                  <a:lnTo>
                    <a:pt x="520" y="1003"/>
                  </a:lnTo>
                  <a:lnTo>
                    <a:pt x="488" y="993"/>
                  </a:lnTo>
                  <a:lnTo>
                    <a:pt x="456" y="979"/>
                  </a:lnTo>
                  <a:lnTo>
                    <a:pt x="422" y="961"/>
                  </a:lnTo>
                  <a:lnTo>
                    <a:pt x="422" y="961"/>
                  </a:lnTo>
                  <a:lnTo>
                    <a:pt x="386" y="939"/>
                  </a:lnTo>
                  <a:lnTo>
                    <a:pt x="350" y="913"/>
                  </a:lnTo>
                  <a:lnTo>
                    <a:pt x="316" y="883"/>
                  </a:lnTo>
                  <a:lnTo>
                    <a:pt x="284" y="851"/>
                  </a:lnTo>
                  <a:lnTo>
                    <a:pt x="252" y="817"/>
                  </a:lnTo>
                  <a:lnTo>
                    <a:pt x="220" y="779"/>
                  </a:lnTo>
                  <a:lnTo>
                    <a:pt x="192" y="738"/>
                  </a:lnTo>
                  <a:lnTo>
                    <a:pt x="164" y="696"/>
                  </a:lnTo>
                  <a:lnTo>
                    <a:pt x="164" y="696"/>
                  </a:lnTo>
                  <a:lnTo>
                    <a:pt x="152" y="676"/>
                  </a:lnTo>
                  <a:lnTo>
                    <a:pt x="152" y="676"/>
                  </a:lnTo>
                  <a:lnTo>
                    <a:pt x="140" y="654"/>
                  </a:lnTo>
                  <a:lnTo>
                    <a:pt x="140" y="654"/>
                  </a:lnTo>
                  <a:lnTo>
                    <a:pt x="118" y="610"/>
                  </a:lnTo>
                  <a:lnTo>
                    <a:pt x="98" y="566"/>
                  </a:lnTo>
                  <a:lnTo>
                    <a:pt x="80" y="520"/>
                  </a:lnTo>
                  <a:lnTo>
                    <a:pt x="66" y="476"/>
                  </a:lnTo>
                  <a:lnTo>
                    <a:pt x="56" y="432"/>
                  </a:lnTo>
                  <a:lnTo>
                    <a:pt x="48" y="388"/>
                  </a:lnTo>
                  <a:lnTo>
                    <a:pt x="42" y="346"/>
                  </a:lnTo>
                  <a:lnTo>
                    <a:pt x="40" y="304"/>
                  </a:lnTo>
                  <a:lnTo>
                    <a:pt x="40" y="304"/>
                  </a:lnTo>
                  <a:lnTo>
                    <a:pt x="42" y="266"/>
                  </a:lnTo>
                  <a:lnTo>
                    <a:pt x="46" y="230"/>
                  </a:lnTo>
                  <a:lnTo>
                    <a:pt x="54" y="198"/>
                  </a:lnTo>
                  <a:lnTo>
                    <a:pt x="64" y="168"/>
                  </a:lnTo>
                  <a:lnTo>
                    <a:pt x="78" y="142"/>
                  </a:lnTo>
                  <a:lnTo>
                    <a:pt x="94" y="118"/>
                  </a:lnTo>
                  <a:lnTo>
                    <a:pt x="112" y="98"/>
                  </a:lnTo>
                  <a:lnTo>
                    <a:pt x="134" y="82"/>
                  </a:lnTo>
                  <a:lnTo>
                    <a:pt x="134" y="82"/>
                  </a:lnTo>
                  <a:lnTo>
                    <a:pt x="144" y="76"/>
                  </a:lnTo>
                  <a:lnTo>
                    <a:pt x="144" y="76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6" y="64"/>
                  </a:lnTo>
                  <a:lnTo>
                    <a:pt x="166" y="64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96" y="56"/>
                  </a:lnTo>
                  <a:lnTo>
                    <a:pt x="196" y="56"/>
                  </a:lnTo>
                  <a:lnTo>
                    <a:pt x="202" y="56"/>
                  </a:lnTo>
                  <a:lnTo>
                    <a:pt x="202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70" y="56"/>
                  </a:lnTo>
                  <a:lnTo>
                    <a:pt x="300" y="62"/>
                  </a:lnTo>
                  <a:lnTo>
                    <a:pt x="300" y="62"/>
                  </a:lnTo>
                  <a:lnTo>
                    <a:pt x="304" y="64"/>
                  </a:lnTo>
                  <a:lnTo>
                    <a:pt x="304" y="64"/>
                  </a:lnTo>
                  <a:lnTo>
                    <a:pt x="316" y="68"/>
                  </a:lnTo>
                  <a:lnTo>
                    <a:pt x="316" y="68"/>
                  </a:lnTo>
                  <a:lnTo>
                    <a:pt x="324" y="70"/>
                  </a:lnTo>
                  <a:lnTo>
                    <a:pt x="324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44" y="78"/>
                  </a:lnTo>
                  <a:lnTo>
                    <a:pt x="344" y="78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74" y="92"/>
                  </a:lnTo>
                  <a:lnTo>
                    <a:pt x="374" y="92"/>
                  </a:lnTo>
                  <a:lnTo>
                    <a:pt x="376" y="94"/>
                  </a:lnTo>
                  <a:lnTo>
                    <a:pt x="376" y="94"/>
                  </a:lnTo>
                  <a:lnTo>
                    <a:pt x="382" y="96"/>
                  </a:lnTo>
                  <a:lnTo>
                    <a:pt x="382" y="96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430" y="126"/>
                  </a:lnTo>
                  <a:lnTo>
                    <a:pt x="464" y="150"/>
                  </a:lnTo>
                  <a:lnTo>
                    <a:pt x="496" y="176"/>
                  </a:lnTo>
                  <a:lnTo>
                    <a:pt x="526" y="206"/>
                  </a:lnTo>
                  <a:lnTo>
                    <a:pt x="556" y="238"/>
                  </a:lnTo>
                  <a:lnTo>
                    <a:pt x="586" y="272"/>
                  </a:lnTo>
                  <a:lnTo>
                    <a:pt x="614" y="308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54" y="368"/>
                  </a:lnTo>
                  <a:lnTo>
                    <a:pt x="654" y="368"/>
                  </a:lnTo>
                  <a:lnTo>
                    <a:pt x="666" y="388"/>
                  </a:lnTo>
                  <a:lnTo>
                    <a:pt x="666" y="388"/>
                  </a:lnTo>
                  <a:lnTo>
                    <a:pt x="678" y="410"/>
                  </a:lnTo>
                  <a:lnTo>
                    <a:pt x="678" y="410"/>
                  </a:lnTo>
                  <a:lnTo>
                    <a:pt x="688" y="428"/>
                  </a:lnTo>
                  <a:lnTo>
                    <a:pt x="688" y="428"/>
                  </a:lnTo>
                  <a:lnTo>
                    <a:pt x="692" y="434"/>
                  </a:lnTo>
                  <a:lnTo>
                    <a:pt x="692" y="434"/>
                  </a:lnTo>
                  <a:lnTo>
                    <a:pt x="700" y="450"/>
                  </a:lnTo>
                  <a:lnTo>
                    <a:pt x="702" y="454"/>
                  </a:lnTo>
                  <a:lnTo>
                    <a:pt x="702" y="454"/>
                  </a:lnTo>
                  <a:lnTo>
                    <a:pt x="726" y="510"/>
                  </a:lnTo>
                  <a:lnTo>
                    <a:pt x="746" y="566"/>
                  </a:lnTo>
                  <a:lnTo>
                    <a:pt x="760" y="622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4" y="692"/>
                  </a:lnTo>
                  <a:lnTo>
                    <a:pt x="774" y="692"/>
                  </a:lnTo>
                  <a:lnTo>
                    <a:pt x="774" y="702"/>
                  </a:lnTo>
                  <a:lnTo>
                    <a:pt x="774" y="702"/>
                  </a:lnTo>
                  <a:lnTo>
                    <a:pt x="776" y="718"/>
                  </a:lnTo>
                  <a:lnTo>
                    <a:pt x="776" y="720"/>
                  </a:lnTo>
                  <a:lnTo>
                    <a:pt x="776" y="720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43"/>
                  </a:lnTo>
                  <a:lnTo>
                    <a:pt x="778" y="743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79"/>
                  </a:lnTo>
                  <a:lnTo>
                    <a:pt x="778" y="77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60" name="Freeform 60"/>
            <p:cNvSpPr/>
            <p:nvPr/>
          </p:nvSpPr>
          <p:spPr>
            <a:xfrm>
              <a:off x="6924600" y="3498840"/>
              <a:ext cx="96480" cy="126000"/>
            </a:xfrm>
            <a:custGeom>
              <a:avLst/>
              <a:gdLst>
                <a:gd name="textAreaLeft" fmla="*/ 0 w 96480"/>
                <a:gd name="textAreaRight" fmla="*/ 97560 w 96480"/>
                <a:gd name="textAreaTop" fmla="*/ 0 h 126000"/>
                <a:gd name="textAreaBottom" fmla="*/ 127080 h 126000"/>
              </a:gdLst>
              <a:ahLst/>
              <a:rect l="textAreaLeft" t="textAreaTop" r="textAreaRight" b="textAreaBottom"/>
              <a:pathLst>
                <a:path w="662" h="861">
                  <a:moveTo>
                    <a:pt x="662" y="616"/>
                  </a:moveTo>
                  <a:lnTo>
                    <a:pt x="662" y="616"/>
                  </a:lnTo>
                  <a:lnTo>
                    <a:pt x="662" y="614"/>
                  </a:lnTo>
                  <a:lnTo>
                    <a:pt x="662" y="614"/>
                  </a:lnTo>
                  <a:lnTo>
                    <a:pt x="662" y="598"/>
                  </a:lnTo>
                  <a:lnTo>
                    <a:pt x="662" y="596"/>
                  </a:lnTo>
                  <a:lnTo>
                    <a:pt x="662" y="596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58" y="574"/>
                  </a:lnTo>
                  <a:lnTo>
                    <a:pt x="658" y="574"/>
                  </a:lnTo>
                  <a:lnTo>
                    <a:pt x="658" y="560"/>
                  </a:lnTo>
                  <a:lnTo>
                    <a:pt x="656" y="560"/>
                  </a:lnTo>
                  <a:lnTo>
                    <a:pt x="656" y="560"/>
                  </a:lnTo>
                  <a:lnTo>
                    <a:pt x="648" y="510"/>
                  </a:lnTo>
                  <a:lnTo>
                    <a:pt x="634" y="460"/>
                  </a:lnTo>
                  <a:lnTo>
                    <a:pt x="616" y="410"/>
                  </a:lnTo>
                  <a:lnTo>
                    <a:pt x="594" y="360"/>
                  </a:lnTo>
                  <a:lnTo>
                    <a:pt x="592" y="356"/>
                  </a:lnTo>
                  <a:lnTo>
                    <a:pt x="592" y="356"/>
                  </a:lnTo>
                  <a:lnTo>
                    <a:pt x="586" y="342"/>
                  </a:lnTo>
                  <a:lnTo>
                    <a:pt x="586" y="342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74" y="320"/>
                  </a:lnTo>
                  <a:lnTo>
                    <a:pt x="574" y="320"/>
                  </a:lnTo>
                  <a:lnTo>
                    <a:pt x="562" y="300"/>
                  </a:lnTo>
                  <a:lnTo>
                    <a:pt x="562" y="300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16" y="228"/>
                  </a:lnTo>
                  <a:lnTo>
                    <a:pt x="490" y="196"/>
                  </a:lnTo>
                  <a:lnTo>
                    <a:pt x="464" y="164"/>
                  </a:lnTo>
                  <a:lnTo>
                    <a:pt x="436" y="136"/>
                  </a:lnTo>
                  <a:lnTo>
                    <a:pt x="408" y="110"/>
                  </a:lnTo>
                  <a:lnTo>
                    <a:pt x="380" y="86"/>
                  </a:lnTo>
                  <a:lnTo>
                    <a:pt x="350" y="64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06" y="38"/>
                  </a:lnTo>
                  <a:lnTo>
                    <a:pt x="306" y="38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298" y="34"/>
                  </a:lnTo>
                  <a:lnTo>
                    <a:pt x="298" y="34"/>
                  </a:lnTo>
                  <a:lnTo>
                    <a:pt x="292" y="30"/>
                  </a:lnTo>
                  <a:lnTo>
                    <a:pt x="292" y="30"/>
                  </a:lnTo>
                  <a:lnTo>
                    <a:pt x="290" y="30"/>
                  </a:lnTo>
                  <a:lnTo>
                    <a:pt x="290" y="3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38" y="10"/>
                  </a:lnTo>
                  <a:lnTo>
                    <a:pt x="238" y="10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06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4" y="40"/>
                  </a:lnTo>
                  <a:lnTo>
                    <a:pt x="48" y="58"/>
                  </a:lnTo>
                  <a:lnTo>
                    <a:pt x="34" y="80"/>
                  </a:lnTo>
                  <a:lnTo>
                    <a:pt x="22" y="104"/>
                  </a:lnTo>
                  <a:lnTo>
                    <a:pt x="12" y="130"/>
                  </a:lnTo>
                  <a:lnTo>
                    <a:pt x="6" y="160"/>
                  </a:lnTo>
                  <a:lnTo>
                    <a:pt x="2" y="19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62"/>
                  </a:lnTo>
                  <a:lnTo>
                    <a:pt x="6" y="300"/>
                  </a:lnTo>
                  <a:lnTo>
                    <a:pt x="12" y="340"/>
                  </a:lnTo>
                  <a:lnTo>
                    <a:pt x="22" y="380"/>
                  </a:lnTo>
                  <a:lnTo>
                    <a:pt x="36" y="420"/>
                  </a:lnTo>
                  <a:lnTo>
                    <a:pt x="50" y="460"/>
                  </a:lnTo>
                  <a:lnTo>
                    <a:pt x="68" y="500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100" y="560"/>
                  </a:lnTo>
                  <a:lnTo>
                    <a:pt x="100" y="560"/>
                  </a:lnTo>
                  <a:lnTo>
                    <a:pt x="110" y="578"/>
                  </a:lnTo>
                  <a:lnTo>
                    <a:pt x="110" y="578"/>
                  </a:lnTo>
                  <a:lnTo>
                    <a:pt x="136" y="616"/>
                  </a:lnTo>
                  <a:lnTo>
                    <a:pt x="162" y="653"/>
                  </a:lnTo>
                  <a:lnTo>
                    <a:pt x="190" y="687"/>
                  </a:lnTo>
                  <a:lnTo>
                    <a:pt x="218" y="717"/>
                  </a:lnTo>
                  <a:lnTo>
                    <a:pt x="248" y="747"/>
                  </a:lnTo>
                  <a:lnTo>
                    <a:pt x="278" y="773"/>
                  </a:lnTo>
                  <a:lnTo>
                    <a:pt x="310" y="795"/>
                  </a:lnTo>
                  <a:lnTo>
                    <a:pt x="342" y="815"/>
                  </a:lnTo>
                  <a:lnTo>
                    <a:pt x="342" y="815"/>
                  </a:lnTo>
                  <a:lnTo>
                    <a:pt x="372" y="831"/>
                  </a:lnTo>
                  <a:lnTo>
                    <a:pt x="402" y="845"/>
                  </a:lnTo>
                  <a:lnTo>
                    <a:pt x="432" y="853"/>
                  </a:lnTo>
                  <a:lnTo>
                    <a:pt x="460" y="859"/>
                  </a:lnTo>
                  <a:lnTo>
                    <a:pt x="488" y="861"/>
                  </a:lnTo>
                  <a:lnTo>
                    <a:pt x="512" y="861"/>
                  </a:lnTo>
                  <a:lnTo>
                    <a:pt x="538" y="855"/>
                  </a:lnTo>
                  <a:lnTo>
                    <a:pt x="560" y="847"/>
                  </a:lnTo>
                  <a:lnTo>
                    <a:pt x="560" y="847"/>
                  </a:lnTo>
                  <a:lnTo>
                    <a:pt x="570" y="841"/>
                  </a:lnTo>
                  <a:lnTo>
                    <a:pt x="570" y="841"/>
                  </a:lnTo>
                  <a:lnTo>
                    <a:pt x="574" y="839"/>
                  </a:lnTo>
                  <a:lnTo>
                    <a:pt x="574" y="839"/>
                  </a:lnTo>
                  <a:lnTo>
                    <a:pt x="576" y="839"/>
                  </a:lnTo>
                  <a:lnTo>
                    <a:pt x="576" y="839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94" y="825"/>
                  </a:lnTo>
                  <a:lnTo>
                    <a:pt x="606" y="813"/>
                  </a:lnTo>
                  <a:lnTo>
                    <a:pt x="618" y="799"/>
                  </a:lnTo>
                  <a:lnTo>
                    <a:pt x="630" y="781"/>
                  </a:lnTo>
                  <a:lnTo>
                    <a:pt x="638" y="765"/>
                  </a:lnTo>
                  <a:lnTo>
                    <a:pt x="646" y="745"/>
                  </a:lnTo>
                  <a:lnTo>
                    <a:pt x="652" y="725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60" y="689"/>
                  </a:lnTo>
                  <a:lnTo>
                    <a:pt x="660" y="689"/>
                  </a:lnTo>
                  <a:lnTo>
                    <a:pt x="660" y="685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63"/>
                  </a:lnTo>
                  <a:lnTo>
                    <a:pt x="662" y="663"/>
                  </a:lnTo>
                  <a:lnTo>
                    <a:pt x="662" y="655"/>
                  </a:lnTo>
                  <a:lnTo>
                    <a:pt x="662" y="653"/>
                  </a:lnTo>
                  <a:lnTo>
                    <a:pt x="662" y="653"/>
                  </a:lnTo>
                  <a:lnTo>
                    <a:pt x="662" y="636"/>
                  </a:lnTo>
                  <a:lnTo>
                    <a:pt x="662" y="636"/>
                  </a:lnTo>
                  <a:lnTo>
                    <a:pt x="662" y="618"/>
                  </a:lnTo>
                  <a:lnTo>
                    <a:pt x="662" y="616"/>
                  </a:lnTo>
                  <a:close/>
                  <a:moveTo>
                    <a:pt x="630" y="630"/>
                  </a:moveTo>
                  <a:lnTo>
                    <a:pt x="630" y="632"/>
                  </a:lnTo>
                  <a:lnTo>
                    <a:pt x="630" y="632"/>
                  </a:lnTo>
                  <a:lnTo>
                    <a:pt x="628" y="638"/>
                  </a:lnTo>
                  <a:lnTo>
                    <a:pt x="628" y="638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6" y="657"/>
                  </a:lnTo>
                  <a:lnTo>
                    <a:pt x="626" y="657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63"/>
                  </a:lnTo>
                  <a:lnTo>
                    <a:pt x="626" y="663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0" y="695"/>
                  </a:lnTo>
                  <a:lnTo>
                    <a:pt x="614" y="713"/>
                  </a:lnTo>
                  <a:lnTo>
                    <a:pt x="608" y="731"/>
                  </a:lnTo>
                  <a:lnTo>
                    <a:pt x="600" y="747"/>
                  </a:lnTo>
                  <a:lnTo>
                    <a:pt x="590" y="761"/>
                  </a:lnTo>
                  <a:lnTo>
                    <a:pt x="580" y="775"/>
                  </a:lnTo>
                  <a:lnTo>
                    <a:pt x="568" y="78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46" y="801"/>
                  </a:lnTo>
                  <a:lnTo>
                    <a:pt x="546" y="801"/>
                  </a:lnTo>
                  <a:lnTo>
                    <a:pt x="538" y="805"/>
                  </a:lnTo>
                  <a:lnTo>
                    <a:pt x="538" y="805"/>
                  </a:lnTo>
                  <a:lnTo>
                    <a:pt x="516" y="813"/>
                  </a:lnTo>
                  <a:lnTo>
                    <a:pt x="494" y="817"/>
                  </a:lnTo>
                  <a:lnTo>
                    <a:pt x="472" y="819"/>
                  </a:lnTo>
                  <a:lnTo>
                    <a:pt x="448" y="817"/>
                  </a:lnTo>
                  <a:lnTo>
                    <a:pt x="422" y="811"/>
                  </a:lnTo>
                  <a:lnTo>
                    <a:pt x="396" y="803"/>
                  </a:lnTo>
                  <a:lnTo>
                    <a:pt x="368" y="791"/>
                  </a:lnTo>
                  <a:lnTo>
                    <a:pt x="340" y="777"/>
                  </a:lnTo>
                  <a:lnTo>
                    <a:pt x="340" y="777"/>
                  </a:lnTo>
                  <a:lnTo>
                    <a:pt x="312" y="759"/>
                  </a:lnTo>
                  <a:lnTo>
                    <a:pt x="284" y="739"/>
                  </a:lnTo>
                  <a:lnTo>
                    <a:pt x="256" y="715"/>
                  </a:lnTo>
                  <a:lnTo>
                    <a:pt x="230" y="689"/>
                  </a:lnTo>
                  <a:lnTo>
                    <a:pt x="204" y="661"/>
                  </a:lnTo>
                  <a:lnTo>
                    <a:pt x="178" y="630"/>
                  </a:lnTo>
                  <a:lnTo>
                    <a:pt x="156" y="598"/>
                  </a:lnTo>
                  <a:lnTo>
                    <a:pt x="132" y="564"/>
                  </a:lnTo>
                  <a:lnTo>
                    <a:pt x="132" y="564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14" y="530"/>
                  </a:lnTo>
                  <a:lnTo>
                    <a:pt x="114" y="530"/>
                  </a:lnTo>
                  <a:lnTo>
                    <a:pt x="94" y="494"/>
                  </a:lnTo>
                  <a:lnTo>
                    <a:pt x="78" y="458"/>
                  </a:lnTo>
                  <a:lnTo>
                    <a:pt x="64" y="420"/>
                  </a:lnTo>
                  <a:lnTo>
                    <a:pt x="54" y="384"/>
                  </a:lnTo>
                  <a:lnTo>
                    <a:pt x="44" y="348"/>
                  </a:lnTo>
                  <a:lnTo>
                    <a:pt x="38" y="314"/>
                  </a:lnTo>
                  <a:lnTo>
                    <a:pt x="34" y="278"/>
                  </a:lnTo>
                  <a:lnTo>
                    <a:pt x="32" y="246"/>
                  </a:lnTo>
                  <a:lnTo>
                    <a:pt x="32" y="246"/>
                  </a:lnTo>
                  <a:lnTo>
                    <a:pt x="34" y="214"/>
                  </a:lnTo>
                  <a:lnTo>
                    <a:pt x="38" y="186"/>
                  </a:lnTo>
                  <a:lnTo>
                    <a:pt x="44" y="160"/>
                  </a:lnTo>
                  <a:lnTo>
                    <a:pt x="52" y="136"/>
                  </a:lnTo>
                  <a:lnTo>
                    <a:pt x="62" y="114"/>
                  </a:lnTo>
                  <a:lnTo>
                    <a:pt x="76" y="96"/>
                  </a:lnTo>
                  <a:lnTo>
                    <a:pt x="90" y="78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30" y="54"/>
                  </a:lnTo>
                  <a:lnTo>
                    <a:pt x="130" y="54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142" y="48"/>
                  </a:lnTo>
                  <a:lnTo>
                    <a:pt x="142" y="48"/>
                  </a:lnTo>
                  <a:lnTo>
                    <a:pt x="146" y="48"/>
                  </a:lnTo>
                  <a:lnTo>
                    <a:pt x="146" y="48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60" y="44"/>
                  </a:lnTo>
                  <a:lnTo>
                    <a:pt x="160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4" y="42"/>
                  </a:lnTo>
                  <a:lnTo>
                    <a:pt x="194" y="42"/>
                  </a:lnTo>
                  <a:lnTo>
                    <a:pt x="196" y="42"/>
                  </a:lnTo>
                  <a:lnTo>
                    <a:pt x="196" y="42"/>
                  </a:lnTo>
                  <a:lnTo>
                    <a:pt x="218" y="44"/>
                  </a:lnTo>
                  <a:lnTo>
                    <a:pt x="242" y="50"/>
                  </a:lnTo>
                  <a:lnTo>
                    <a:pt x="242" y="50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56" y="54"/>
                  </a:lnTo>
                  <a:lnTo>
                    <a:pt x="256" y="54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78" y="62"/>
                  </a:lnTo>
                  <a:lnTo>
                    <a:pt x="278" y="62"/>
                  </a:lnTo>
                  <a:lnTo>
                    <a:pt x="294" y="70"/>
                  </a:lnTo>
                  <a:lnTo>
                    <a:pt x="294" y="70"/>
                  </a:lnTo>
                  <a:lnTo>
                    <a:pt x="296" y="70"/>
                  </a:lnTo>
                  <a:lnTo>
                    <a:pt x="296" y="70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48" y="100"/>
                  </a:lnTo>
                  <a:lnTo>
                    <a:pt x="374" y="120"/>
                  </a:lnTo>
                  <a:lnTo>
                    <a:pt x="400" y="142"/>
                  </a:lnTo>
                  <a:lnTo>
                    <a:pt x="426" y="166"/>
                  </a:lnTo>
                  <a:lnTo>
                    <a:pt x="450" y="192"/>
                  </a:lnTo>
                  <a:lnTo>
                    <a:pt x="474" y="218"/>
                  </a:lnTo>
                  <a:lnTo>
                    <a:pt x="498" y="248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30" y="296"/>
                  </a:lnTo>
                  <a:lnTo>
                    <a:pt x="530" y="296"/>
                  </a:lnTo>
                  <a:lnTo>
                    <a:pt x="540" y="314"/>
                  </a:lnTo>
                  <a:lnTo>
                    <a:pt x="540" y="314"/>
                  </a:lnTo>
                  <a:lnTo>
                    <a:pt x="550" y="330"/>
                  </a:lnTo>
                  <a:lnTo>
                    <a:pt x="550" y="330"/>
                  </a:lnTo>
                  <a:lnTo>
                    <a:pt x="556" y="346"/>
                  </a:lnTo>
                  <a:lnTo>
                    <a:pt x="556" y="346"/>
                  </a:lnTo>
                  <a:lnTo>
                    <a:pt x="560" y="352"/>
                  </a:lnTo>
                  <a:lnTo>
                    <a:pt x="560" y="352"/>
                  </a:lnTo>
                  <a:lnTo>
                    <a:pt x="566" y="364"/>
                  </a:lnTo>
                  <a:lnTo>
                    <a:pt x="568" y="368"/>
                  </a:lnTo>
                  <a:lnTo>
                    <a:pt x="568" y="368"/>
                  </a:lnTo>
                  <a:lnTo>
                    <a:pt x="588" y="412"/>
                  </a:lnTo>
                  <a:lnTo>
                    <a:pt x="604" y="458"/>
                  </a:lnTo>
                  <a:lnTo>
                    <a:pt x="616" y="502"/>
                  </a:lnTo>
                  <a:lnTo>
                    <a:pt x="624" y="546"/>
                  </a:lnTo>
                  <a:lnTo>
                    <a:pt x="624" y="548"/>
                  </a:lnTo>
                  <a:lnTo>
                    <a:pt x="624" y="548"/>
                  </a:lnTo>
                  <a:lnTo>
                    <a:pt x="626" y="560"/>
                  </a:lnTo>
                  <a:lnTo>
                    <a:pt x="626" y="560"/>
                  </a:lnTo>
                  <a:lnTo>
                    <a:pt x="626" y="568"/>
                  </a:lnTo>
                  <a:lnTo>
                    <a:pt x="626" y="568"/>
                  </a:lnTo>
                  <a:lnTo>
                    <a:pt x="628" y="580"/>
                  </a:lnTo>
                  <a:lnTo>
                    <a:pt x="628" y="582"/>
                  </a:lnTo>
                  <a:lnTo>
                    <a:pt x="628" y="582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600"/>
                  </a:lnTo>
                  <a:lnTo>
                    <a:pt x="630" y="600"/>
                  </a:lnTo>
                  <a:lnTo>
                    <a:pt x="630" y="614"/>
                  </a:lnTo>
                  <a:lnTo>
                    <a:pt x="630" y="614"/>
                  </a:lnTo>
                  <a:lnTo>
                    <a:pt x="630" y="630"/>
                  </a:lnTo>
                  <a:lnTo>
                    <a:pt x="630" y="6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61" name="Freeform 61"/>
            <p:cNvSpPr/>
            <p:nvPr/>
          </p:nvSpPr>
          <p:spPr>
            <a:xfrm>
              <a:off x="6933600" y="3511080"/>
              <a:ext cx="78120" cy="101520"/>
            </a:xfrm>
            <a:custGeom>
              <a:avLst/>
              <a:gdLst>
                <a:gd name="textAreaLeft" fmla="*/ 0 w 78120"/>
                <a:gd name="textAreaRight" fmla="*/ 79200 w 78120"/>
                <a:gd name="textAreaTop" fmla="*/ 0 h 101520"/>
                <a:gd name="textAreaBottom" fmla="*/ 102600 h 101520"/>
              </a:gdLst>
              <a:ahLst/>
              <a:rect l="textAreaLeft" t="textAreaTop" r="textAreaRight" b="textAreaBottom"/>
              <a:pathLst>
                <a:path w="538" h="697">
                  <a:moveTo>
                    <a:pt x="538" y="498"/>
                  </a:moveTo>
                  <a:lnTo>
                    <a:pt x="538" y="498"/>
                  </a:lnTo>
                  <a:lnTo>
                    <a:pt x="538" y="498"/>
                  </a:lnTo>
                  <a:lnTo>
                    <a:pt x="538" y="498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72"/>
                  </a:lnTo>
                  <a:lnTo>
                    <a:pt x="536" y="472"/>
                  </a:lnTo>
                  <a:lnTo>
                    <a:pt x="534" y="464"/>
                  </a:lnTo>
                  <a:lnTo>
                    <a:pt x="534" y="464"/>
                  </a:lnTo>
                  <a:lnTo>
                    <a:pt x="534" y="454"/>
                  </a:lnTo>
                  <a:lnTo>
                    <a:pt x="532" y="452"/>
                  </a:lnTo>
                  <a:lnTo>
                    <a:pt x="532" y="452"/>
                  </a:lnTo>
                  <a:lnTo>
                    <a:pt x="526" y="414"/>
                  </a:lnTo>
                  <a:lnTo>
                    <a:pt x="514" y="372"/>
                  </a:lnTo>
                  <a:lnTo>
                    <a:pt x="500" y="332"/>
                  </a:lnTo>
                  <a:lnTo>
                    <a:pt x="482" y="292"/>
                  </a:lnTo>
                  <a:lnTo>
                    <a:pt x="480" y="288"/>
                  </a:lnTo>
                  <a:lnTo>
                    <a:pt x="480" y="288"/>
                  </a:lnTo>
                  <a:lnTo>
                    <a:pt x="474" y="276"/>
                  </a:lnTo>
                  <a:lnTo>
                    <a:pt x="474" y="276"/>
                  </a:lnTo>
                  <a:lnTo>
                    <a:pt x="472" y="272"/>
                  </a:lnTo>
                  <a:lnTo>
                    <a:pt x="472" y="272"/>
                  </a:lnTo>
                  <a:lnTo>
                    <a:pt x="466" y="258"/>
                  </a:lnTo>
                  <a:lnTo>
                    <a:pt x="466" y="258"/>
                  </a:lnTo>
                  <a:lnTo>
                    <a:pt x="456" y="244"/>
                  </a:lnTo>
                  <a:lnTo>
                    <a:pt x="456" y="244"/>
                  </a:lnTo>
                  <a:lnTo>
                    <a:pt x="448" y="228"/>
                  </a:lnTo>
                  <a:lnTo>
                    <a:pt x="448" y="228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18" y="184"/>
                  </a:lnTo>
                  <a:lnTo>
                    <a:pt x="398" y="158"/>
                  </a:lnTo>
                  <a:lnTo>
                    <a:pt x="376" y="134"/>
                  </a:lnTo>
                  <a:lnTo>
                    <a:pt x="354" y="110"/>
                  </a:lnTo>
                  <a:lnTo>
                    <a:pt x="332" y="88"/>
                  </a:lnTo>
                  <a:lnTo>
                    <a:pt x="308" y="70"/>
                  </a:lnTo>
                  <a:lnTo>
                    <a:pt x="284" y="52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48" y="30"/>
                  </a:lnTo>
                  <a:lnTo>
                    <a:pt x="248" y="30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38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22" y="16"/>
                  </a:lnTo>
                  <a:lnTo>
                    <a:pt x="222" y="16"/>
                  </a:lnTo>
                  <a:lnTo>
                    <a:pt x="212" y="14"/>
                  </a:lnTo>
                  <a:lnTo>
                    <a:pt x="212" y="14"/>
                  </a:lnTo>
                  <a:lnTo>
                    <a:pt x="208" y="12"/>
                  </a:lnTo>
                  <a:lnTo>
                    <a:pt x="208" y="12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68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52" y="32"/>
                  </a:lnTo>
                  <a:lnTo>
                    <a:pt x="40" y="46"/>
                  </a:lnTo>
                  <a:lnTo>
                    <a:pt x="28" y="64"/>
                  </a:lnTo>
                  <a:lnTo>
                    <a:pt x="18" y="84"/>
                  </a:lnTo>
                  <a:lnTo>
                    <a:pt x="10" y="104"/>
                  </a:lnTo>
                  <a:lnTo>
                    <a:pt x="6" y="128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212"/>
                  </a:lnTo>
                  <a:lnTo>
                    <a:pt x="6" y="244"/>
                  </a:lnTo>
                  <a:lnTo>
                    <a:pt x="10" y="274"/>
                  </a:lnTo>
                  <a:lnTo>
                    <a:pt x="20" y="308"/>
                  </a:lnTo>
                  <a:lnTo>
                    <a:pt x="30" y="340"/>
                  </a:lnTo>
                  <a:lnTo>
                    <a:pt x="42" y="372"/>
                  </a:lnTo>
                  <a:lnTo>
                    <a:pt x="56" y="406"/>
                  </a:lnTo>
                  <a:lnTo>
                    <a:pt x="72" y="438"/>
                  </a:lnTo>
                  <a:lnTo>
                    <a:pt x="72" y="438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110" y="498"/>
                  </a:lnTo>
                  <a:lnTo>
                    <a:pt x="132" y="528"/>
                  </a:lnTo>
                  <a:lnTo>
                    <a:pt x="154" y="554"/>
                  </a:lnTo>
                  <a:lnTo>
                    <a:pt x="178" y="581"/>
                  </a:lnTo>
                  <a:lnTo>
                    <a:pt x="202" y="605"/>
                  </a:lnTo>
                  <a:lnTo>
                    <a:pt x="226" y="625"/>
                  </a:lnTo>
                  <a:lnTo>
                    <a:pt x="252" y="645"/>
                  </a:lnTo>
                  <a:lnTo>
                    <a:pt x="278" y="661"/>
                  </a:lnTo>
                  <a:lnTo>
                    <a:pt x="278" y="661"/>
                  </a:lnTo>
                  <a:lnTo>
                    <a:pt x="302" y="673"/>
                  </a:lnTo>
                  <a:lnTo>
                    <a:pt x="326" y="683"/>
                  </a:lnTo>
                  <a:lnTo>
                    <a:pt x="350" y="691"/>
                  </a:lnTo>
                  <a:lnTo>
                    <a:pt x="374" y="697"/>
                  </a:lnTo>
                  <a:lnTo>
                    <a:pt x="396" y="697"/>
                  </a:lnTo>
                  <a:lnTo>
                    <a:pt x="416" y="697"/>
                  </a:lnTo>
                  <a:lnTo>
                    <a:pt x="436" y="693"/>
                  </a:lnTo>
                  <a:lnTo>
                    <a:pt x="454" y="687"/>
                  </a:lnTo>
                  <a:lnTo>
                    <a:pt x="454" y="687"/>
                  </a:lnTo>
                  <a:lnTo>
                    <a:pt x="462" y="681"/>
                  </a:lnTo>
                  <a:lnTo>
                    <a:pt x="462" y="681"/>
                  </a:lnTo>
                  <a:lnTo>
                    <a:pt x="466" y="681"/>
                  </a:lnTo>
                  <a:lnTo>
                    <a:pt x="466" y="681"/>
                  </a:lnTo>
                  <a:lnTo>
                    <a:pt x="466" y="679"/>
                  </a:lnTo>
                  <a:lnTo>
                    <a:pt x="466" y="679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82" y="669"/>
                  </a:lnTo>
                  <a:lnTo>
                    <a:pt x="492" y="659"/>
                  </a:lnTo>
                  <a:lnTo>
                    <a:pt x="502" y="647"/>
                  </a:lnTo>
                  <a:lnTo>
                    <a:pt x="510" y="633"/>
                  </a:lnTo>
                  <a:lnTo>
                    <a:pt x="518" y="619"/>
                  </a:lnTo>
                  <a:lnTo>
                    <a:pt x="524" y="603"/>
                  </a:lnTo>
                  <a:lnTo>
                    <a:pt x="530" y="587"/>
                  </a:lnTo>
                  <a:lnTo>
                    <a:pt x="534" y="569"/>
                  </a:lnTo>
                  <a:lnTo>
                    <a:pt x="534" y="569"/>
                  </a:lnTo>
                  <a:lnTo>
                    <a:pt x="534" y="567"/>
                  </a:lnTo>
                  <a:lnTo>
                    <a:pt x="534" y="567"/>
                  </a:lnTo>
                  <a:lnTo>
                    <a:pt x="534" y="556"/>
                  </a:lnTo>
                  <a:lnTo>
                    <a:pt x="534" y="556"/>
                  </a:lnTo>
                  <a:lnTo>
                    <a:pt x="536" y="554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36"/>
                  </a:lnTo>
                  <a:lnTo>
                    <a:pt x="536" y="536"/>
                  </a:lnTo>
                  <a:lnTo>
                    <a:pt x="538" y="530"/>
                  </a:lnTo>
                  <a:lnTo>
                    <a:pt x="538" y="528"/>
                  </a:lnTo>
                  <a:lnTo>
                    <a:pt x="538" y="528"/>
                  </a:lnTo>
                  <a:lnTo>
                    <a:pt x="538" y="514"/>
                  </a:lnTo>
                  <a:lnTo>
                    <a:pt x="538" y="514"/>
                  </a:lnTo>
                  <a:lnTo>
                    <a:pt x="538" y="500"/>
                  </a:lnTo>
                  <a:lnTo>
                    <a:pt x="538" y="498"/>
                  </a:lnTo>
                  <a:close/>
                  <a:moveTo>
                    <a:pt x="510" y="510"/>
                  </a:moveTo>
                  <a:lnTo>
                    <a:pt x="510" y="512"/>
                  </a:lnTo>
                  <a:lnTo>
                    <a:pt x="510" y="512"/>
                  </a:lnTo>
                  <a:lnTo>
                    <a:pt x="510" y="516"/>
                  </a:lnTo>
                  <a:lnTo>
                    <a:pt x="510" y="516"/>
                  </a:lnTo>
                  <a:lnTo>
                    <a:pt x="510" y="522"/>
                  </a:lnTo>
                  <a:lnTo>
                    <a:pt x="510" y="524"/>
                  </a:lnTo>
                  <a:lnTo>
                    <a:pt x="510" y="524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4"/>
                  </a:lnTo>
                  <a:lnTo>
                    <a:pt x="508" y="534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506" y="544"/>
                  </a:lnTo>
                  <a:lnTo>
                    <a:pt x="506" y="544"/>
                  </a:lnTo>
                  <a:lnTo>
                    <a:pt x="506" y="546"/>
                  </a:lnTo>
                  <a:lnTo>
                    <a:pt x="506" y="546"/>
                  </a:lnTo>
                  <a:lnTo>
                    <a:pt x="504" y="563"/>
                  </a:lnTo>
                  <a:lnTo>
                    <a:pt x="498" y="577"/>
                  </a:lnTo>
                  <a:lnTo>
                    <a:pt x="492" y="591"/>
                  </a:lnTo>
                  <a:lnTo>
                    <a:pt x="486" y="605"/>
                  </a:lnTo>
                  <a:lnTo>
                    <a:pt x="478" y="617"/>
                  </a:lnTo>
                  <a:lnTo>
                    <a:pt x="470" y="627"/>
                  </a:lnTo>
                  <a:lnTo>
                    <a:pt x="460" y="637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48" y="647"/>
                  </a:lnTo>
                  <a:lnTo>
                    <a:pt x="448" y="647"/>
                  </a:lnTo>
                  <a:lnTo>
                    <a:pt x="446" y="647"/>
                  </a:lnTo>
                  <a:lnTo>
                    <a:pt x="446" y="647"/>
                  </a:lnTo>
                  <a:lnTo>
                    <a:pt x="444" y="649"/>
                  </a:lnTo>
                  <a:lnTo>
                    <a:pt x="444" y="649"/>
                  </a:lnTo>
                  <a:lnTo>
                    <a:pt x="436" y="653"/>
                  </a:lnTo>
                  <a:lnTo>
                    <a:pt x="436" y="653"/>
                  </a:lnTo>
                  <a:lnTo>
                    <a:pt x="420" y="659"/>
                  </a:lnTo>
                  <a:lnTo>
                    <a:pt x="402" y="663"/>
                  </a:lnTo>
                  <a:lnTo>
                    <a:pt x="382" y="663"/>
                  </a:lnTo>
                  <a:lnTo>
                    <a:pt x="362" y="661"/>
                  </a:lnTo>
                  <a:lnTo>
                    <a:pt x="342" y="657"/>
                  </a:lnTo>
                  <a:lnTo>
                    <a:pt x="322" y="651"/>
                  </a:lnTo>
                  <a:lnTo>
                    <a:pt x="300" y="641"/>
                  </a:lnTo>
                  <a:lnTo>
                    <a:pt x="278" y="629"/>
                  </a:lnTo>
                  <a:lnTo>
                    <a:pt x="278" y="629"/>
                  </a:lnTo>
                  <a:lnTo>
                    <a:pt x="254" y="615"/>
                  </a:lnTo>
                  <a:lnTo>
                    <a:pt x="230" y="597"/>
                  </a:lnTo>
                  <a:lnTo>
                    <a:pt x="208" y="579"/>
                  </a:lnTo>
                  <a:lnTo>
                    <a:pt x="186" y="556"/>
                  </a:lnTo>
                  <a:lnTo>
                    <a:pt x="166" y="534"/>
                  </a:lnTo>
                  <a:lnTo>
                    <a:pt x="146" y="510"/>
                  </a:lnTo>
                  <a:lnTo>
                    <a:pt x="126" y="484"/>
                  </a:lnTo>
                  <a:lnTo>
                    <a:pt x="108" y="456"/>
                  </a:lnTo>
                  <a:lnTo>
                    <a:pt x="108" y="456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2" y="428"/>
                  </a:lnTo>
                  <a:lnTo>
                    <a:pt x="92" y="428"/>
                  </a:lnTo>
                  <a:lnTo>
                    <a:pt x="78" y="400"/>
                  </a:lnTo>
                  <a:lnTo>
                    <a:pt x="64" y="370"/>
                  </a:lnTo>
                  <a:lnTo>
                    <a:pt x="54" y="340"/>
                  </a:lnTo>
                  <a:lnTo>
                    <a:pt x="44" y="312"/>
                  </a:lnTo>
                  <a:lnTo>
                    <a:pt x="36" y="282"/>
                  </a:lnTo>
                  <a:lnTo>
                    <a:pt x="32" y="254"/>
                  </a:lnTo>
                  <a:lnTo>
                    <a:pt x="28" y="22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28" y="174"/>
                  </a:lnTo>
                  <a:lnTo>
                    <a:pt x="32" y="150"/>
                  </a:lnTo>
                  <a:lnTo>
                    <a:pt x="36" y="130"/>
                  </a:lnTo>
                  <a:lnTo>
                    <a:pt x="44" y="110"/>
                  </a:lnTo>
                  <a:lnTo>
                    <a:pt x="52" y="92"/>
                  </a:lnTo>
                  <a:lnTo>
                    <a:pt x="62" y="76"/>
                  </a:lnTo>
                  <a:lnTo>
                    <a:pt x="74" y="64"/>
                  </a:lnTo>
                  <a:lnTo>
                    <a:pt x="88" y="52"/>
                  </a:lnTo>
                  <a:lnTo>
                    <a:pt x="88" y="52"/>
                  </a:lnTo>
                  <a:lnTo>
                    <a:pt x="94" y="48"/>
                  </a:lnTo>
                  <a:lnTo>
                    <a:pt x="94" y="48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52" y="34"/>
                  </a:lnTo>
                  <a:lnTo>
                    <a:pt x="152" y="34"/>
                  </a:lnTo>
                  <a:lnTo>
                    <a:pt x="158" y="34"/>
                  </a:lnTo>
                  <a:lnTo>
                    <a:pt x="158" y="34"/>
                  </a:lnTo>
                  <a:lnTo>
                    <a:pt x="160" y="34"/>
                  </a:lnTo>
                  <a:lnTo>
                    <a:pt x="160" y="34"/>
                  </a:lnTo>
                  <a:lnTo>
                    <a:pt x="178" y="36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200" y="42"/>
                  </a:lnTo>
                  <a:lnTo>
                    <a:pt x="200" y="42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14" y="46"/>
                  </a:lnTo>
                  <a:lnTo>
                    <a:pt x="214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6" y="60"/>
                  </a:lnTo>
                  <a:lnTo>
                    <a:pt x="246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50" y="62"/>
                  </a:lnTo>
                  <a:lnTo>
                    <a:pt x="250" y="62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84" y="82"/>
                  </a:lnTo>
                  <a:lnTo>
                    <a:pt x="304" y="96"/>
                  </a:lnTo>
                  <a:lnTo>
                    <a:pt x="326" y="114"/>
                  </a:lnTo>
                  <a:lnTo>
                    <a:pt x="346" y="134"/>
                  </a:lnTo>
                  <a:lnTo>
                    <a:pt x="366" y="154"/>
                  </a:lnTo>
                  <a:lnTo>
                    <a:pt x="386" y="178"/>
                  </a:lnTo>
                  <a:lnTo>
                    <a:pt x="404" y="200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30" y="240"/>
                  </a:lnTo>
                  <a:lnTo>
                    <a:pt x="430" y="240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52" y="280"/>
                  </a:lnTo>
                  <a:lnTo>
                    <a:pt x="452" y="280"/>
                  </a:lnTo>
                  <a:lnTo>
                    <a:pt x="454" y="284"/>
                  </a:lnTo>
                  <a:lnTo>
                    <a:pt x="454" y="284"/>
                  </a:lnTo>
                  <a:lnTo>
                    <a:pt x="460" y="294"/>
                  </a:lnTo>
                  <a:lnTo>
                    <a:pt x="460" y="298"/>
                  </a:lnTo>
                  <a:lnTo>
                    <a:pt x="460" y="298"/>
                  </a:lnTo>
                  <a:lnTo>
                    <a:pt x="476" y="334"/>
                  </a:lnTo>
                  <a:lnTo>
                    <a:pt x="490" y="370"/>
                  </a:lnTo>
                  <a:lnTo>
                    <a:pt x="500" y="406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8" y="454"/>
                  </a:lnTo>
                  <a:lnTo>
                    <a:pt x="508" y="454"/>
                  </a:lnTo>
                  <a:lnTo>
                    <a:pt x="508" y="460"/>
                  </a:lnTo>
                  <a:lnTo>
                    <a:pt x="508" y="46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82"/>
                  </a:lnTo>
                  <a:lnTo>
                    <a:pt x="510" y="482"/>
                  </a:lnTo>
                  <a:lnTo>
                    <a:pt x="510" y="484"/>
                  </a:lnTo>
                  <a:lnTo>
                    <a:pt x="510" y="486"/>
                  </a:lnTo>
                  <a:lnTo>
                    <a:pt x="510" y="486"/>
                  </a:lnTo>
                  <a:lnTo>
                    <a:pt x="510" y="498"/>
                  </a:lnTo>
                  <a:lnTo>
                    <a:pt x="510" y="498"/>
                  </a:lnTo>
                  <a:lnTo>
                    <a:pt x="510" y="510"/>
                  </a:lnTo>
                  <a:lnTo>
                    <a:pt x="510" y="51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62" name="Freeform 62"/>
            <p:cNvSpPr/>
            <p:nvPr/>
          </p:nvSpPr>
          <p:spPr>
            <a:xfrm>
              <a:off x="6941520" y="3520800"/>
              <a:ext cx="63000" cy="82080"/>
            </a:xfrm>
            <a:custGeom>
              <a:avLst/>
              <a:gdLst>
                <a:gd name="textAreaLeft" fmla="*/ 0 w 63000"/>
                <a:gd name="textAreaRight" fmla="*/ 64080 w 63000"/>
                <a:gd name="textAreaTop" fmla="*/ 0 h 82080"/>
                <a:gd name="textAreaBottom" fmla="*/ 83160 h 82080"/>
              </a:gdLst>
              <a:ahLst/>
              <a:rect l="textAreaLeft" t="textAreaTop" r="textAreaRight" b="textAreaBottom"/>
              <a:pathLst>
                <a:path w="434" h="565">
                  <a:moveTo>
                    <a:pt x="434" y="404"/>
                  </a:moveTo>
                  <a:lnTo>
                    <a:pt x="434" y="404"/>
                  </a:lnTo>
                  <a:lnTo>
                    <a:pt x="434" y="404"/>
                  </a:lnTo>
                  <a:lnTo>
                    <a:pt x="434" y="404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2" y="382"/>
                  </a:lnTo>
                  <a:lnTo>
                    <a:pt x="432" y="382"/>
                  </a:lnTo>
                  <a:lnTo>
                    <a:pt x="432" y="376"/>
                  </a:lnTo>
                  <a:lnTo>
                    <a:pt x="432" y="376"/>
                  </a:lnTo>
                  <a:lnTo>
                    <a:pt x="430" y="368"/>
                  </a:lnTo>
                  <a:lnTo>
                    <a:pt x="430" y="366"/>
                  </a:lnTo>
                  <a:lnTo>
                    <a:pt x="430" y="366"/>
                  </a:lnTo>
                  <a:lnTo>
                    <a:pt x="424" y="334"/>
                  </a:lnTo>
                  <a:lnTo>
                    <a:pt x="416" y="302"/>
                  </a:lnTo>
                  <a:lnTo>
                    <a:pt x="404" y="270"/>
                  </a:lnTo>
                  <a:lnTo>
                    <a:pt x="390" y="236"/>
                  </a:lnTo>
                  <a:lnTo>
                    <a:pt x="388" y="234"/>
                  </a:lnTo>
                  <a:lnTo>
                    <a:pt x="388" y="234"/>
                  </a:lnTo>
                  <a:lnTo>
                    <a:pt x="384" y="224"/>
                  </a:lnTo>
                  <a:lnTo>
                    <a:pt x="384" y="224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76" y="210"/>
                  </a:lnTo>
                  <a:lnTo>
                    <a:pt x="376" y="210"/>
                  </a:lnTo>
                  <a:lnTo>
                    <a:pt x="368" y="196"/>
                  </a:lnTo>
                  <a:lnTo>
                    <a:pt x="368" y="196"/>
                  </a:lnTo>
                  <a:lnTo>
                    <a:pt x="362" y="184"/>
                  </a:lnTo>
                  <a:lnTo>
                    <a:pt x="362" y="184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38" y="150"/>
                  </a:lnTo>
                  <a:lnTo>
                    <a:pt x="322" y="128"/>
                  </a:lnTo>
                  <a:lnTo>
                    <a:pt x="304" y="108"/>
                  </a:lnTo>
                  <a:lnTo>
                    <a:pt x="286" y="90"/>
                  </a:lnTo>
                  <a:lnTo>
                    <a:pt x="268" y="72"/>
                  </a:lnTo>
                  <a:lnTo>
                    <a:pt x="250" y="56"/>
                  </a:lnTo>
                  <a:lnTo>
                    <a:pt x="230" y="42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2"/>
                  </a:lnTo>
                  <a:lnTo>
                    <a:pt x="196" y="22"/>
                  </a:lnTo>
                  <a:lnTo>
                    <a:pt x="192" y="20"/>
                  </a:lnTo>
                  <a:lnTo>
                    <a:pt x="192" y="20"/>
                  </a:lnTo>
                  <a:lnTo>
                    <a:pt x="190" y="20"/>
                  </a:lnTo>
                  <a:lnTo>
                    <a:pt x="190" y="2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66" y="10"/>
                  </a:lnTo>
                  <a:lnTo>
                    <a:pt x="166" y="10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3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2" y="26"/>
                  </a:lnTo>
                  <a:lnTo>
                    <a:pt x="30" y="38"/>
                  </a:lnTo>
                  <a:lnTo>
                    <a:pt x="22" y="52"/>
                  </a:lnTo>
                  <a:lnTo>
                    <a:pt x="14" y="68"/>
                  </a:lnTo>
                  <a:lnTo>
                    <a:pt x="8" y="86"/>
                  </a:lnTo>
                  <a:lnTo>
                    <a:pt x="4" y="104"/>
                  </a:lnTo>
                  <a:lnTo>
                    <a:pt x="0" y="12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72"/>
                  </a:lnTo>
                  <a:lnTo>
                    <a:pt x="4" y="196"/>
                  </a:lnTo>
                  <a:lnTo>
                    <a:pt x="8" y="222"/>
                  </a:lnTo>
                  <a:lnTo>
                    <a:pt x="14" y="248"/>
                  </a:lnTo>
                  <a:lnTo>
                    <a:pt x="22" y="276"/>
                  </a:lnTo>
                  <a:lnTo>
                    <a:pt x="32" y="302"/>
                  </a:lnTo>
                  <a:lnTo>
                    <a:pt x="44" y="328"/>
                  </a:lnTo>
                  <a:lnTo>
                    <a:pt x="58" y="354"/>
                  </a:lnTo>
                  <a:lnTo>
                    <a:pt x="58" y="354"/>
                  </a:lnTo>
                  <a:lnTo>
                    <a:pt x="66" y="366"/>
                  </a:lnTo>
                  <a:lnTo>
                    <a:pt x="66" y="366"/>
                  </a:lnTo>
                  <a:lnTo>
                    <a:pt x="72" y="380"/>
                  </a:lnTo>
                  <a:lnTo>
                    <a:pt x="72" y="380"/>
                  </a:lnTo>
                  <a:lnTo>
                    <a:pt x="88" y="404"/>
                  </a:lnTo>
                  <a:lnTo>
                    <a:pt x="106" y="428"/>
                  </a:lnTo>
                  <a:lnTo>
                    <a:pt x="124" y="450"/>
                  </a:lnTo>
                  <a:lnTo>
                    <a:pt x="142" y="470"/>
                  </a:lnTo>
                  <a:lnTo>
                    <a:pt x="162" y="488"/>
                  </a:lnTo>
                  <a:lnTo>
                    <a:pt x="182" y="507"/>
                  </a:lnTo>
                  <a:lnTo>
                    <a:pt x="204" y="523"/>
                  </a:lnTo>
                  <a:lnTo>
                    <a:pt x="224" y="535"/>
                  </a:lnTo>
                  <a:lnTo>
                    <a:pt x="224" y="535"/>
                  </a:lnTo>
                  <a:lnTo>
                    <a:pt x="244" y="547"/>
                  </a:lnTo>
                  <a:lnTo>
                    <a:pt x="264" y="555"/>
                  </a:lnTo>
                  <a:lnTo>
                    <a:pt x="284" y="561"/>
                  </a:lnTo>
                  <a:lnTo>
                    <a:pt x="302" y="565"/>
                  </a:lnTo>
                  <a:lnTo>
                    <a:pt x="320" y="565"/>
                  </a:lnTo>
                  <a:lnTo>
                    <a:pt x="336" y="565"/>
                  </a:lnTo>
                  <a:lnTo>
                    <a:pt x="352" y="561"/>
                  </a:lnTo>
                  <a:lnTo>
                    <a:pt x="368" y="557"/>
                  </a:lnTo>
                  <a:lnTo>
                    <a:pt x="368" y="557"/>
                  </a:lnTo>
                  <a:lnTo>
                    <a:pt x="374" y="553"/>
                  </a:lnTo>
                  <a:lnTo>
                    <a:pt x="374" y="553"/>
                  </a:lnTo>
                  <a:lnTo>
                    <a:pt x="376" y="551"/>
                  </a:lnTo>
                  <a:lnTo>
                    <a:pt x="376" y="551"/>
                  </a:lnTo>
                  <a:lnTo>
                    <a:pt x="378" y="551"/>
                  </a:lnTo>
                  <a:lnTo>
                    <a:pt x="378" y="551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90" y="541"/>
                  </a:lnTo>
                  <a:lnTo>
                    <a:pt x="398" y="533"/>
                  </a:lnTo>
                  <a:lnTo>
                    <a:pt x="406" y="523"/>
                  </a:lnTo>
                  <a:lnTo>
                    <a:pt x="412" y="513"/>
                  </a:lnTo>
                  <a:lnTo>
                    <a:pt x="418" y="501"/>
                  </a:lnTo>
                  <a:lnTo>
                    <a:pt x="424" y="488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2" y="450"/>
                  </a:lnTo>
                  <a:lnTo>
                    <a:pt x="432" y="450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4" y="440"/>
                  </a:lnTo>
                  <a:lnTo>
                    <a:pt x="434" y="438"/>
                  </a:lnTo>
                  <a:lnTo>
                    <a:pt x="434" y="438"/>
                  </a:lnTo>
                  <a:lnTo>
                    <a:pt x="434" y="434"/>
                  </a:lnTo>
                  <a:lnTo>
                    <a:pt x="434" y="434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16"/>
                  </a:lnTo>
                  <a:lnTo>
                    <a:pt x="434" y="416"/>
                  </a:lnTo>
                  <a:lnTo>
                    <a:pt x="434" y="406"/>
                  </a:lnTo>
                  <a:lnTo>
                    <a:pt x="434" y="404"/>
                  </a:lnTo>
                  <a:close/>
                  <a:moveTo>
                    <a:pt x="412" y="412"/>
                  </a:moveTo>
                  <a:lnTo>
                    <a:pt x="412" y="414"/>
                  </a:lnTo>
                  <a:lnTo>
                    <a:pt x="412" y="414"/>
                  </a:lnTo>
                  <a:lnTo>
                    <a:pt x="412" y="418"/>
                  </a:lnTo>
                  <a:lnTo>
                    <a:pt x="412" y="418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30"/>
                  </a:lnTo>
                  <a:lnTo>
                    <a:pt x="412" y="430"/>
                  </a:lnTo>
                  <a:lnTo>
                    <a:pt x="412" y="432"/>
                  </a:lnTo>
                  <a:lnTo>
                    <a:pt x="410" y="432"/>
                  </a:lnTo>
                  <a:lnTo>
                    <a:pt x="410" y="432"/>
                  </a:lnTo>
                  <a:lnTo>
                    <a:pt x="410" y="434"/>
                  </a:lnTo>
                  <a:lnTo>
                    <a:pt x="410" y="434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02" y="468"/>
                  </a:lnTo>
                  <a:lnTo>
                    <a:pt x="394" y="490"/>
                  </a:lnTo>
                  <a:lnTo>
                    <a:pt x="386" y="499"/>
                  </a:lnTo>
                  <a:lnTo>
                    <a:pt x="380" y="509"/>
                  </a:lnTo>
                  <a:lnTo>
                    <a:pt x="372" y="515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2" y="523"/>
                  </a:lnTo>
                  <a:lnTo>
                    <a:pt x="362" y="523"/>
                  </a:lnTo>
                  <a:lnTo>
                    <a:pt x="360" y="525"/>
                  </a:lnTo>
                  <a:lnTo>
                    <a:pt x="360" y="525"/>
                  </a:lnTo>
                  <a:lnTo>
                    <a:pt x="358" y="525"/>
                  </a:lnTo>
                  <a:lnTo>
                    <a:pt x="358" y="525"/>
                  </a:lnTo>
                  <a:lnTo>
                    <a:pt x="352" y="529"/>
                  </a:lnTo>
                  <a:lnTo>
                    <a:pt x="352" y="529"/>
                  </a:lnTo>
                  <a:lnTo>
                    <a:pt x="338" y="533"/>
                  </a:lnTo>
                  <a:lnTo>
                    <a:pt x="324" y="537"/>
                  </a:lnTo>
                  <a:lnTo>
                    <a:pt x="310" y="537"/>
                  </a:lnTo>
                  <a:lnTo>
                    <a:pt x="294" y="535"/>
                  </a:lnTo>
                  <a:lnTo>
                    <a:pt x="276" y="533"/>
                  </a:lnTo>
                  <a:lnTo>
                    <a:pt x="260" y="527"/>
                  </a:lnTo>
                  <a:lnTo>
                    <a:pt x="242" y="519"/>
                  </a:lnTo>
                  <a:lnTo>
                    <a:pt x="224" y="511"/>
                  </a:lnTo>
                  <a:lnTo>
                    <a:pt x="224" y="511"/>
                  </a:lnTo>
                  <a:lnTo>
                    <a:pt x="204" y="499"/>
                  </a:lnTo>
                  <a:lnTo>
                    <a:pt x="186" y="484"/>
                  </a:lnTo>
                  <a:lnTo>
                    <a:pt x="168" y="468"/>
                  </a:lnTo>
                  <a:lnTo>
                    <a:pt x="150" y="452"/>
                  </a:lnTo>
                  <a:lnTo>
                    <a:pt x="134" y="432"/>
                  </a:lnTo>
                  <a:lnTo>
                    <a:pt x="116" y="412"/>
                  </a:lnTo>
                  <a:lnTo>
                    <a:pt x="102" y="392"/>
                  </a:lnTo>
                  <a:lnTo>
                    <a:pt x="86" y="370"/>
                  </a:lnTo>
                  <a:lnTo>
                    <a:pt x="86" y="370"/>
                  </a:lnTo>
                  <a:lnTo>
                    <a:pt x="80" y="358"/>
                  </a:lnTo>
                  <a:lnTo>
                    <a:pt x="80" y="358"/>
                  </a:lnTo>
                  <a:lnTo>
                    <a:pt x="74" y="348"/>
                  </a:lnTo>
                  <a:lnTo>
                    <a:pt x="74" y="348"/>
                  </a:lnTo>
                  <a:lnTo>
                    <a:pt x="62" y="324"/>
                  </a:lnTo>
                  <a:lnTo>
                    <a:pt x="52" y="300"/>
                  </a:lnTo>
                  <a:lnTo>
                    <a:pt x="42" y="276"/>
                  </a:lnTo>
                  <a:lnTo>
                    <a:pt x="34" y="252"/>
                  </a:lnTo>
                  <a:lnTo>
                    <a:pt x="28" y="228"/>
                  </a:lnTo>
                  <a:lnTo>
                    <a:pt x="24" y="206"/>
                  </a:lnTo>
                  <a:lnTo>
                    <a:pt x="22" y="182"/>
                  </a:lnTo>
                  <a:lnTo>
                    <a:pt x="22" y="160"/>
                  </a:lnTo>
                  <a:lnTo>
                    <a:pt x="22" y="160"/>
                  </a:lnTo>
                  <a:lnTo>
                    <a:pt x="22" y="140"/>
                  </a:lnTo>
                  <a:lnTo>
                    <a:pt x="24" y="122"/>
                  </a:lnTo>
                  <a:lnTo>
                    <a:pt x="28" y="104"/>
                  </a:lnTo>
                  <a:lnTo>
                    <a:pt x="34" y="88"/>
                  </a:lnTo>
                  <a:lnTo>
                    <a:pt x="42" y="74"/>
                  </a:lnTo>
                  <a:lnTo>
                    <a:pt x="50" y="62"/>
                  </a:lnTo>
                  <a:lnTo>
                    <a:pt x="60" y="52"/>
                  </a:lnTo>
                  <a:lnTo>
                    <a:pt x="70" y="42"/>
                  </a:lnTo>
                  <a:lnTo>
                    <a:pt x="70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96" y="32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8" y="28"/>
                  </a:lnTo>
                  <a:lnTo>
                    <a:pt x="108" y="28"/>
                  </a:lnTo>
                  <a:lnTo>
                    <a:pt x="122" y="28"/>
                  </a:lnTo>
                  <a:lnTo>
                    <a:pt x="122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44" y="30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6" y="38"/>
                  </a:lnTo>
                  <a:lnTo>
                    <a:pt x="176" y="38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194" y="46"/>
                  </a:lnTo>
                  <a:lnTo>
                    <a:pt x="194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28" y="66"/>
                  </a:lnTo>
                  <a:lnTo>
                    <a:pt x="246" y="78"/>
                  </a:lnTo>
                  <a:lnTo>
                    <a:pt x="262" y="92"/>
                  </a:lnTo>
                  <a:lnTo>
                    <a:pt x="280" y="108"/>
                  </a:lnTo>
                  <a:lnTo>
                    <a:pt x="296" y="126"/>
                  </a:lnTo>
                  <a:lnTo>
                    <a:pt x="312" y="144"/>
                  </a:lnTo>
                  <a:lnTo>
                    <a:pt x="326" y="162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54" y="206"/>
                  </a:lnTo>
                  <a:lnTo>
                    <a:pt x="354" y="206"/>
                  </a:lnTo>
                  <a:lnTo>
                    <a:pt x="360" y="216"/>
                  </a:lnTo>
                  <a:lnTo>
                    <a:pt x="360" y="216"/>
                  </a:lnTo>
                  <a:lnTo>
                    <a:pt x="366" y="226"/>
                  </a:lnTo>
                  <a:lnTo>
                    <a:pt x="366" y="226"/>
                  </a:lnTo>
                  <a:lnTo>
                    <a:pt x="368" y="230"/>
                  </a:lnTo>
                  <a:lnTo>
                    <a:pt x="368" y="230"/>
                  </a:lnTo>
                  <a:lnTo>
                    <a:pt x="372" y="238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86" y="270"/>
                  </a:lnTo>
                  <a:lnTo>
                    <a:pt x="396" y="300"/>
                  </a:lnTo>
                  <a:lnTo>
                    <a:pt x="404" y="330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68"/>
                  </a:lnTo>
                  <a:lnTo>
                    <a:pt x="410" y="368"/>
                  </a:lnTo>
                  <a:lnTo>
                    <a:pt x="412" y="372"/>
                  </a:lnTo>
                  <a:lnTo>
                    <a:pt x="412" y="372"/>
                  </a:lnTo>
                  <a:lnTo>
                    <a:pt x="412" y="380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4"/>
                  </a:lnTo>
                  <a:lnTo>
                    <a:pt x="412" y="394"/>
                  </a:lnTo>
                  <a:lnTo>
                    <a:pt x="412" y="404"/>
                  </a:lnTo>
                  <a:lnTo>
                    <a:pt x="412" y="404"/>
                  </a:lnTo>
                  <a:lnTo>
                    <a:pt x="412" y="412"/>
                  </a:lnTo>
                  <a:lnTo>
                    <a:pt x="412" y="4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63" name="Freeform 63"/>
            <p:cNvSpPr/>
            <p:nvPr/>
          </p:nvSpPr>
          <p:spPr>
            <a:xfrm>
              <a:off x="6947280" y="3528720"/>
              <a:ext cx="51120" cy="66240"/>
            </a:xfrm>
            <a:custGeom>
              <a:avLst/>
              <a:gdLst>
                <a:gd name="textAreaLeft" fmla="*/ 0 w 51120"/>
                <a:gd name="textAreaRight" fmla="*/ 52200 w 51120"/>
                <a:gd name="textAreaTop" fmla="*/ 0 h 66240"/>
                <a:gd name="textAreaBottom" fmla="*/ 67320 h 66240"/>
              </a:gdLst>
              <a:ahLst/>
              <a:rect l="textAreaLeft" t="textAreaTop" r="textAreaRight" b="textAreaBottom"/>
              <a:pathLst>
                <a:path w="354" h="457">
                  <a:moveTo>
                    <a:pt x="354" y="326"/>
                  </a:moveTo>
                  <a:lnTo>
                    <a:pt x="354" y="326"/>
                  </a:lnTo>
                  <a:lnTo>
                    <a:pt x="354" y="326"/>
                  </a:lnTo>
                  <a:lnTo>
                    <a:pt x="354" y="326"/>
                  </a:lnTo>
                  <a:lnTo>
                    <a:pt x="352" y="318"/>
                  </a:lnTo>
                  <a:lnTo>
                    <a:pt x="352" y="316"/>
                  </a:lnTo>
                  <a:lnTo>
                    <a:pt x="352" y="316"/>
                  </a:lnTo>
                  <a:lnTo>
                    <a:pt x="352" y="310"/>
                  </a:lnTo>
                  <a:lnTo>
                    <a:pt x="352" y="310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50" y="298"/>
                  </a:lnTo>
                  <a:lnTo>
                    <a:pt x="350" y="296"/>
                  </a:lnTo>
                  <a:lnTo>
                    <a:pt x="350" y="296"/>
                  </a:lnTo>
                  <a:lnTo>
                    <a:pt x="346" y="270"/>
                  </a:lnTo>
                  <a:lnTo>
                    <a:pt x="338" y="244"/>
                  </a:lnTo>
                  <a:lnTo>
                    <a:pt x="328" y="218"/>
                  </a:lnTo>
                  <a:lnTo>
                    <a:pt x="316" y="192"/>
                  </a:lnTo>
                  <a:lnTo>
                    <a:pt x="316" y="188"/>
                  </a:lnTo>
                  <a:lnTo>
                    <a:pt x="316" y="188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78"/>
                  </a:lnTo>
                  <a:lnTo>
                    <a:pt x="310" y="178"/>
                  </a:lnTo>
                  <a:lnTo>
                    <a:pt x="306" y="170"/>
                  </a:lnTo>
                  <a:lnTo>
                    <a:pt x="306" y="170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4" y="150"/>
                  </a:lnTo>
                  <a:lnTo>
                    <a:pt x="294" y="15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62" y="104"/>
                  </a:lnTo>
                  <a:lnTo>
                    <a:pt x="234" y="72"/>
                  </a:lnTo>
                  <a:lnTo>
                    <a:pt x="218" y="58"/>
                  </a:lnTo>
                  <a:lnTo>
                    <a:pt x="202" y="44"/>
                  </a:lnTo>
                  <a:lnTo>
                    <a:pt x="188" y="3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64" y="20"/>
                  </a:lnTo>
                  <a:lnTo>
                    <a:pt x="164" y="20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0" y="18"/>
                  </a:lnTo>
                  <a:lnTo>
                    <a:pt x="160" y="18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46" y="10"/>
                  </a:lnTo>
                  <a:lnTo>
                    <a:pt x="146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36" y="8"/>
                  </a:lnTo>
                  <a:lnTo>
                    <a:pt x="136" y="8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36" y="20"/>
                  </a:lnTo>
                  <a:lnTo>
                    <a:pt x="26" y="30"/>
                  </a:lnTo>
                  <a:lnTo>
                    <a:pt x="18" y="42"/>
                  </a:lnTo>
                  <a:lnTo>
                    <a:pt x="12" y="54"/>
                  </a:lnTo>
                  <a:lnTo>
                    <a:pt x="8" y="68"/>
                  </a:lnTo>
                  <a:lnTo>
                    <a:pt x="4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2" y="138"/>
                  </a:lnTo>
                  <a:lnTo>
                    <a:pt x="4" y="160"/>
                  </a:lnTo>
                  <a:lnTo>
                    <a:pt x="8" y="180"/>
                  </a:lnTo>
                  <a:lnTo>
                    <a:pt x="14" y="202"/>
                  </a:lnTo>
                  <a:lnTo>
                    <a:pt x="20" y="222"/>
                  </a:lnTo>
                  <a:lnTo>
                    <a:pt x="28" y="244"/>
                  </a:lnTo>
                  <a:lnTo>
                    <a:pt x="38" y="26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4" y="296"/>
                  </a:lnTo>
                  <a:lnTo>
                    <a:pt x="54" y="296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74" y="326"/>
                  </a:lnTo>
                  <a:lnTo>
                    <a:pt x="86" y="346"/>
                  </a:lnTo>
                  <a:lnTo>
                    <a:pt x="102" y="364"/>
                  </a:lnTo>
                  <a:lnTo>
                    <a:pt x="116" y="380"/>
                  </a:lnTo>
                  <a:lnTo>
                    <a:pt x="132" y="396"/>
                  </a:lnTo>
                  <a:lnTo>
                    <a:pt x="150" y="410"/>
                  </a:lnTo>
                  <a:lnTo>
                    <a:pt x="166" y="422"/>
                  </a:lnTo>
                  <a:lnTo>
                    <a:pt x="182" y="432"/>
                  </a:lnTo>
                  <a:lnTo>
                    <a:pt x="182" y="432"/>
                  </a:lnTo>
                  <a:lnTo>
                    <a:pt x="200" y="443"/>
                  </a:lnTo>
                  <a:lnTo>
                    <a:pt x="216" y="449"/>
                  </a:lnTo>
                  <a:lnTo>
                    <a:pt x="230" y="453"/>
                  </a:lnTo>
                  <a:lnTo>
                    <a:pt x="246" y="457"/>
                  </a:lnTo>
                  <a:lnTo>
                    <a:pt x="260" y="457"/>
                  </a:lnTo>
                  <a:lnTo>
                    <a:pt x="274" y="457"/>
                  </a:lnTo>
                  <a:lnTo>
                    <a:pt x="286" y="455"/>
                  </a:lnTo>
                  <a:lnTo>
                    <a:pt x="298" y="451"/>
                  </a:lnTo>
                  <a:lnTo>
                    <a:pt x="298" y="451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06" y="445"/>
                  </a:lnTo>
                  <a:lnTo>
                    <a:pt x="306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24" y="430"/>
                  </a:lnTo>
                  <a:lnTo>
                    <a:pt x="336" y="414"/>
                  </a:lnTo>
                  <a:lnTo>
                    <a:pt x="344" y="394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2"/>
                  </a:lnTo>
                  <a:lnTo>
                    <a:pt x="352" y="352"/>
                  </a:lnTo>
                  <a:lnTo>
                    <a:pt x="352" y="346"/>
                  </a:lnTo>
                  <a:lnTo>
                    <a:pt x="354" y="346"/>
                  </a:lnTo>
                  <a:lnTo>
                    <a:pt x="354" y="346"/>
                  </a:lnTo>
                  <a:lnTo>
                    <a:pt x="354" y="338"/>
                  </a:lnTo>
                  <a:lnTo>
                    <a:pt x="354" y="338"/>
                  </a:lnTo>
                  <a:lnTo>
                    <a:pt x="354" y="328"/>
                  </a:lnTo>
                  <a:lnTo>
                    <a:pt x="354" y="326"/>
                  </a:lnTo>
                  <a:close/>
                  <a:moveTo>
                    <a:pt x="336" y="334"/>
                  </a:moveTo>
                  <a:lnTo>
                    <a:pt x="336" y="336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6" y="338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28" y="378"/>
                  </a:lnTo>
                  <a:lnTo>
                    <a:pt x="320" y="396"/>
                  </a:lnTo>
                  <a:lnTo>
                    <a:pt x="308" y="410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2" y="424"/>
                  </a:lnTo>
                  <a:lnTo>
                    <a:pt x="292" y="424"/>
                  </a:lnTo>
                  <a:lnTo>
                    <a:pt x="286" y="428"/>
                  </a:lnTo>
                  <a:lnTo>
                    <a:pt x="286" y="428"/>
                  </a:lnTo>
                  <a:lnTo>
                    <a:pt x="276" y="432"/>
                  </a:lnTo>
                  <a:lnTo>
                    <a:pt x="264" y="434"/>
                  </a:lnTo>
                  <a:lnTo>
                    <a:pt x="252" y="434"/>
                  </a:lnTo>
                  <a:lnTo>
                    <a:pt x="238" y="432"/>
                  </a:lnTo>
                  <a:lnTo>
                    <a:pt x="226" y="430"/>
                  </a:lnTo>
                  <a:lnTo>
                    <a:pt x="212" y="426"/>
                  </a:lnTo>
                  <a:lnTo>
                    <a:pt x="196" y="420"/>
                  </a:lnTo>
                  <a:lnTo>
                    <a:pt x="182" y="412"/>
                  </a:lnTo>
                  <a:lnTo>
                    <a:pt x="182" y="412"/>
                  </a:lnTo>
                  <a:lnTo>
                    <a:pt x="166" y="402"/>
                  </a:lnTo>
                  <a:lnTo>
                    <a:pt x="152" y="392"/>
                  </a:lnTo>
                  <a:lnTo>
                    <a:pt x="138" y="378"/>
                  </a:lnTo>
                  <a:lnTo>
                    <a:pt x="122" y="366"/>
                  </a:lnTo>
                  <a:lnTo>
                    <a:pt x="96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66" y="290"/>
                  </a:lnTo>
                  <a:lnTo>
                    <a:pt x="66" y="290"/>
                  </a:lnTo>
                  <a:lnTo>
                    <a:pt x="62" y="280"/>
                  </a:lnTo>
                  <a:lnTo>
                    <a:pt x="62" y="280"/>
                  </a:lnTo>
                  <a:lnTo>
                    <a:pt x="42" y="242"/>
                  </a:lnTo>
                  <a:lnTo>
                    <a:pt x="30" y="204"/>
                  </a:lnTo>
                  <a:lnTo>
                    <a:pt x="24" y="184"/>
                  </a:lnTo>
                  <a:lnTo>
                    <a:pt x="22" y="166"/>
                  </a:lnTo>
                  <a:lnTo>
                    <a:pt x="20" y="148"/>
                  </a:lnTo>
                  <a:lnTo>
                    <a:pt x="18" y="130"/>
                  </a:lnTo>
                  <a:lnTo>
                    <a:pt x="18" y="130"/>
                  </a:lnTo>
                  <a:lnTo>
                    <a:pt x="20" y="114"/>
                  </a:lnTo>
                  <a:lnTo>
                    <a:pt x="22" y="98"/>
                  </a:lnTo>
                  <a:lnTo>
                    <a:pt x="24" y="84"/>
                  </a:lnTo>
                  <a:lnTo>
                    <a:pt x="28" y="72"/>
                  </a:lnTo>
                  <a:lnTo>
                    <a:pt x="34" y="60"/>
                  </a:lnTo>
                  <a:lnTo>
                    <a:pt x="42" y="50"/>
                  </a:lnTo>
                  <a:lnTo>
                    <a:pt x="50" y="42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4" y="26"/>
                  </a:lnTo>
                  <a:lnTo>
                    <a:pt x="74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8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48" y="32"/>
                  </a:lnTo>
                  <a:lnTo>
                    <a:pt x="148" y="32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8"/>
                  </a:lnTo>
                  <a:lnTo>
                    <a:pt x="164" y="40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200" y="64"/>
                  </a:lnTo>
                  <a:lnTo>
                    <a:pt x="228" y="88"/>
                  </a:lnTo>
                  <a:lnTo>
                    <a:pt x="254" y="116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82" y="158"/>
                  </a:lnTo>
                  <a:lnTo>
                    <a:pt x="282" y="158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92" y="176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8" y="186"/>
                  </a:lnTo>
                  <a:lnTo>
                    <a:pt x="298" y="186"/>
                  </a:lnTo>
                  <a:lnTo>
                    <a:pt x="302" y="192"/>
                  </a:lnTo>
                  <a:lnTo>
                    <a:pt x="302" y="194"/>
                  </a:lnTo>
                  <a:lnTo>
                    <a:pt x="302" y="194"/>
                  </a:lnTo>
                  <a:lnTo>
                    <a:pt x="314" y="218"/>
                  </a:lnTo>
                  <a:lnTo>
                    <a:pt x="322" y="242"/>
                  </a:lnTo>
                  <a:lnTo>
                    <a:pt x="328" y="266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4" y="296"/>
                  </a:lnTo>
                  <a:lnTo>
                    <a:pt x="334" y="296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8"/>
                  </a:lnTo>
                  <a:lnTo>
                    <a:pt x="336" y="318"/>
                  </a:lnTo>
                  <a:lnTo>
                    <a:pt x="336" y="326"/>
                  </a:lnTo>
                  <a:lnTo>
                    <a:pt x="336" y="326"/>
                  </a:lnTo>
                  <a:lnTo>
                    <a:pt x="336" y="334"/>
                  </a:lnTo>
                  <a:lnTo>
                    <a:pt x="336" y="33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3480" bIns="334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64" name="Freeform 64"/>
            <p:cNvSpPr/>
            <p:nvPr/>
          </p:nvSpPr>
          <p:spPr>
            <a:xfrm>
              <a:off x="6952320" y="3534840"/>
              <a:ext cx="41040" cy="53640"/>
            </a:xfrm>
            <a:custGeom>
              <a:avLst/>
              <a:gdLst>
                <a:gd name="textAreaLeft" fmla="*/ 0 w 41040"/>
                <a:gd name="textAreaRight" fmla="*/ 42120 w 41040"/>
                <a:gd name="textAreaTop" fmla="*/ 0 h 53640"/>
                <a:gd name="textAreaBottom" fmla="*/ 54720 h 53640"/>
              </a:gdLst>
              <a:ahLst/>
              <a:rect l="textAreaLeft" t="textAreaTop" r="textAreaRight" b="textAreaBottom"/>
              <a:pathLst>
                <a:path w="286" h="372">
                  <a:moveTo>
                    <a:pt x="286" y="266"/>
                  </a:moveTo>
                  <a:lnTo>
                    <a:pt x="286" y="266"/>
                  </a:lnTo>
                  <a:lnTo>
                    <a:pt x="286" y="266"/>
                  </a:lnTo>
                  <a:lnTo>
                    <a:pt x="286" y="266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4" y="252"/>
                  </a:lnTo>
                  <a:lnTo>
                    <a:pt x="284" y="252"/>
                  </a:lnTo>
                  <a:lnTo>
                    <a:pt x="284" y="248"/>
                  </a:lnTo>
                  <a:lnTo>
                    <a:pt x="284" y="248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0" y="220"/>
                  </a:lnTo>
                  <a:lnTo>
                    <a:pt x="274" y="200"/>
                  </a:lnTo>
                  <a:lnTo>
                    <a:pt x="266" y="178"/>
                  </a:lnTo>
                  <a:lnTo>
                    <a:pt x="256" y="156"/>
                  </a:lnTo>
                  <a:lnTo>
                    <a:pt x="256" y="154"/>
                  </a:lnTo>
                  <a:lnTo>
                    <a:pt x="256" y="154"/>
                  </a:lnTo>
                  <a:lnTo>
                    <a:pt x="252" y="148"/>
                  </a:lnTo>
                  <a:lnTo>
                    <a:pt x="252" y="148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48" y="138"/>
                  </a:lnTo>
                  <a:lnTo>
                    <a:pt x="248" y="138"/>
                  </a:lnTo>
                  <a:lnTo>
                    <a:pt x="242" y="130"/>
                  </a:lnTo>
                  <a:lnTo>
                    <a:pt x="242" y="130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12" y="86"/>
                  </a:lnTo>
                  <a:lnTo>
                    <a:pt x="188" y="60"/>
                  </a:lnTo>
                  <a:lnTo>
                    <a:pt x="164" y="38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2" y="8"/>
                  </a:lnTo>
                  <a:lnTo>
                    <a:pt x="112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28" y="18"/>
                  </a:lnTo>
                  <a:lnTo>
                    <a:pt x="20" y="26"/>
                  </a:lnTo>
                  <a:lnTo>
                    <a:pt x="14" y="34"/>
                  </a:lnTo>
                  <a:lnTo>
                    <a:pt x="10" y="46"/>
                  </a:lnTo>
                  <a:lnTo>
                    <a:pt x="6" y="56"/>
                  </a:lnTo>
                  <a:lnTo>
                    <a:pt x="2" y="70"/>
                  </a:lnTo>
                  <a:lnTo>
                    <a:pt x="0" y="84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4"/>
                  </a:lnTo>
                  <a:lnTo>
                    <a:pt x="2" y="130"/>
                  </a:lnTo>
                  <a:lnTo>
                    <a:pt x="10" y="164"/>
                  </a:lnTo>
                  <a:lnTo>
                    <a:pt x="22" y="200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4" y="242"/>
                  </a:lnTo>
                  <a:lnTo>
                    <a:pt x="44" y="242"/>
                  </a:lnTo>
                  <a:lnTo>
                    <a:pt x="48" y="250"/>
                  </a:lnTo>
                  <a:lnTo>
                    <a:pt x="48" y="250"/>
                  </a:lnTo>
                  <a:lnTo>
                    <a:pt x="70" y="282"/>
                  </a:lnTo>
                  <a:lnTo>
                    <a:pt x="94" y="310"/>
                  </a:lnTo>
                  <a:lnTo>
                    <a:pt x="120" y="332"/>
                  </a:lnTo>
                  <a:lnTo>
                    <a:pt x="134" y="342"/>
                  </a:lnTo>
                  <a:lnTo>
                    <a:pt x="148" y="352"/>
                  </a:lnTo>
                  <a:lnTo>
                    <a:pt x="148" y="352"/>
                  </a:lnTo>
                  <a:lnTo>
                    <a:pt x="160" y="358"/>
                  </a:lnTo>
                  <a:lnTo>
                    <a:pt x="174" y="364"/>
                  </a:lnTo>
                  <a:lnTo>
                    <a:pt x="186" y="368"/>
                  </a:lnTo>
                  <a:lnTo>
                    <a:pt x="198" y="370"/>
                  </a:lnTo>
                  <a:lnTo>
                    <a:pt x="210" y="372"/>
                  </a:lnTo>
                  <a:lnTo>
                    <a:pt x="222" y="370"/>
                  </a:lnTo>
                  <a:lnTo>
                    <a:pt x="232" y="368"/>
                  </a:lnTo>
                  <a:lnTo>
                    <a:pt x="242" y="366"/>
                  </a:lnTo>
                  <a:lnTo>
                    <a:pt x="242" y="366"/>
                  </a:lnTo>
                  <a:lnTo>
                    <a:pt x="246" y="362"/>
                  </a:lnTo>
                  <a:lnTo>
                    <a:pt x="246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62" y="350"/>
                  </a:lnTo>
                  <a:lnTo>
                    <a:pt x="272" y="338"/>
                  </a:lnTo>
                  <a:lnTo>
                    <a:pt x="278" y="32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86"/>
                  </a:lnTo>
                  <a:lnTo>
                    <a:pt x="286" y="286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74"/>
                  </a:lnTo>
                  <a:lnTo>
                    <a:pt x="286" y="274"/>
                  </a:lnTo>
                  <a:lnTo>
                    <a:pt x="286" y="268"/>
                  </a:lnTo>
                  <a:lnTo>
                    <a:pt x="286" y="266"/>
                  </a:lnTo>
                  <a:close/>
                  <a:moveTo>
                    <a:pt x="272" y="272"/>
                  </a:moveTo>
                  <a:lnTo>
                    <a:pt x="272" y="272"/>
                  </a:lnTo>
                  <a:lnTo>
                    <a:pt x="272" y="272"/>
                  </a:lnTo>
                  <a:lnTo>
                    <a:pt x="272" y="276"/>
                  </a:lnTo>
                  <a:lnTo>
                    <a:pt x="272" y="276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0" y="280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64" y="308"/>
                  </a:lnTo>
                  <a:lnTo>
                    <a:pt x="258" y="322"/>
                  </a:lnTo>
                  <a:lnTo>
                    <a:pt x="250" y="33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6" y="346"/>
                  </a:lnTo>
                  <a:lnTo>
                    <a:pt x="236" y="346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22" y="350"/>
                  </a:lnTo>
                  <a:lnTo>
                    <a:pt x="214" y="352"/>
                  </a:lnTo>
                  <a:lnTo>
                    <a:pt x="204" y="352"/>
                  </a:lnTo>
                  <a:lnTo>
                    <a:pt x="192" y="352"/>
                  </a:lnTo>
                  <a:lnTo>
                    <a:pt x="182" y="350"/>
                  </a:lnTo>
                  <a:lnTo>
                    <a:pt x="170" y="346"/>
                  </a:lnTo>
                  <a:lnTo>
                    <a:pt x="148" y="336"/>
                  </a:lnTo>
                  <a:lnTo>
                    <a:pt x="148" y="336"/>
                  </a:lnTo>
                  <a:lnTo>
                    <a:pt x="122" y="318"/>
                  </a:lnTo>
                  <a:lnTo>
                    <a:pt x="100" y="298"/>
                  </a:lnTo>
                  <a:lnTo>
                    <a:pt x="78" y="272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0" y="228"/>
                  </a:lnTo>
                  <a:lnTo>
                    <a:pt x="50" y="228"/>
                  </a:lnTo>
                  <a:lnTo>
                    <a:pt x="34" y="198"/>
                  </a:lnTo>
                  <a:lnTo>
                    <a:pt x="24" y="166"/>
                  </a:lnTo>
                  <a:lnTo>
                    <a:pt x="16" y="13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82"/>
                  </a:lnTo>
                  <a:lnTo>
                    <a:pt x="20" y="70"/>
                  </a:lnTo>
                  <a:lnTo>
                    <a:pt x="22" y="60"/>
                  </a:lnTo>
                  <a:lnTo>
                    <a:pt x="28" y="50"/>
                  </a:lnTo>
                  <a:lnTo>
                    <a:pt x="34" y="42"/>
                  </a:lnTo>
                  <a:lnTo>
                    <a:pt x="40" y="34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20"/>
                  </a:lnTo>
                  <a:lnTo>
                    <a:pt x="86" y="20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2"/>
                  </a:lnTo>
                  <a:lnTo>
                    <a:pt x="130" y="32"/>
                  </a:lnTo>
                  <a:lnTo>
                    <a:pt x="132" y="34"/>
                  </a:lnTo>
                  <a:lnTo>
                    <a:pt x="132" y="34"/>
                  </a:lnTo>
                  <a:lnTo>
                    <a:pt x="134" y="34"/>
                  </a:lnTo>
                  <a:lnTo>
                    <a:pt x="134" y="34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62" y="52"/>
                  </a:lnTo>
                  <a:lnTo>
                    <a:pt x="184" y="72"/>
                  </a:lnTo>
                  <a:lnTo>
                    <a:pt x="204" y="96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32" y="136"/>
                  </a:lnTo>
                  <a:lnTo>
                    <a:pt x="232" y="136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8"/>
                  </a:lnTo>
                  <a:lnTo>
                    <a:pt x="244" y="160"/>
                  </a:lnTo>
                  <a:lnTo>
                    <a:pt x="244" y="160"/>
                  </a:lnTo>
                  <a:lnTo>
                    <a:pt x="254" y="178"/>
                  </a:lnTo>
                  <a:lnTo>
                    <a:pt x="260" y="198"/>
                  </a:lnTo>
                  <a:lnTo>
                    <a:pt x="266" y="218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0" y="250"/>
                  </a:lnTo>
                  <a:lnTo>
                    <a:pt x="270" y="252"/>
                  </a:lnTo>
                  <a:lnTo>
                    <a:pt x="270" y="252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60"/>
                  </a:lnTo>
                  <a:lnTo>
                    <a:pt x="272" y="260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272" y="272"/>
                  </a:lnTo>
                  <a:lnTo>
                    <a:pt x="272" y="2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7360" bIns="27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65" name="Freeform 65"/>
            <p:cNvSpPr/>
            <p:nvPr/>
          </p:nvSpPr>
          <p:spPr>
            <a:xfrm>
              <a:off x="6881040" y="3333240"/>
              <a:ext cx="378720" cy="345240"/>
            </a:xfrm>
            <a:custGeom>
              <a:avLst/>
              <a:gdLst>
                <a:gd name="textAreaLeft" fmla="*/ 0 w 378720"/>
                <a:gd name="textAreaRight" fmla="*/ 379800 w 37872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2576" h="2350">
                  <a:moveTo>
                    <a:pt x="2574" y="1105"/>
                  </a:moveTo>
                  <a:lnTo>
                    <a:pt x="2574" y="1099"/>
                  </a:lnTo>
                  <a:lnTo>
                    <a:pt x="2574" y="1099"/>
                  </a:lnTo>
                  <a:lnTo>
                    <a:pt x="2572" y="1069"/>
                  </a:lnTo>
                  <a:lnTo>
                    <a:pt x="2572" y="1061"/>
                  </a:lnTo>
                  <a:lnTo>
                    <a:pt x="2572" y="1061"/>
                  </a:lnTo>
                  <a:lnTo>
                    <a:pt x="2572" y="1049"/>
                  </a:lnTo>
                  <a:lnTo>
                    <a:pt x="2572" y="1049"/>
                  </a:lnTo>
                  <a:lnTo>
                    <a:pt x="2570" y="1045"/>
                  </a:lnTo>
                  <a:lnTo>
                    <a:pt x="2570" y="1041"/>
                  </a:lnTo>
                  <a:lnTo>
                    <a:pt x="2570" y="1041"/>
                  </a:lnTo>
                  <a:lnTo>
                    <a:pt x="2568" y="1023"/>
                  </a:lnTo>
                  <a:lnTo>
                    <a:pt x="2568" y="1019"/>
                  </a:lnTo>
                  <a:lnTo>
                    <a:pt x="2568" y="1019"/>
                  </a:lnTo>
                  <a:lnTo>
                    <a:pt x="2566" y="1013"/>
                  </a:lnTo>
                  <a:lnTo>
                    <a:pt x="2566" y="1013"/>
                  </a:lnTo>
                  <a:lnTo>
                    <a:pt x="2566" y="1007"/>
                  </a:lnTo>
                  <a:lnTo>
                    <a:pt x="2566" y="1003"/>
                  </a:lnTo>
                  <a:lnTo>
                    <a:pt x="2566" y="1003"/>
                  </a:lnTo>
                  <a:lnTo>
                    <a:pt x="2564" y="995"/>
                  </a:lnTo>
                  <a:lnTo>
                    <a:pt x="2564" y="989"/>
                  </a:lnTo>
                  <a:lnTo>
                    <a:pt x="2564" y="989"/>
                  </a:lnTo>
                  <a:lnTo>
                    <a:pt x="2560" y="969"/>
                  </a:lnTo>
                  <a:lnTo>
                    <a:pt x="2558" y="955"/>
                  </a:lnTo>
                  <a:lnTo>
                    <a:pt x="2558" y="955"/>
                  </a:lnTo>
                  <a:lnTo>
                    <a:pt x="2554" y="941"/>
                  </a:lnTo>
                  <a:lnTo>
                    <a:pt x="2554" y="941"/>
                  </a:lnTo>
                  <a:lnTo>
                    <a:pt x="2552" y="929"/>
                  </a:lnTo>
                  <a:lnTo>
                    <a:pt x="2550" y="919"/>
                  </a:lnTo>
                  <a:lnTo>
                    <a:pt x="2550" y="919"/>
                  </a:lnTo>
                  <a:lnTo>
                    <a:pt x="2548" y="909"/>
                  </a:lnTo>
                  <a:lnTo>
                    <a:pt x="2544" y="893"/>
                  </a:lnTo>
                  <a:lnTo>
                    <a:pt x="2544" y="891"/>
                  </a:lnTo>
                  <a:lnTo>
                    <a:pt x="2544" y="891"/>
                  </a:lnTo>
                  <a:lnTo>
                    <a:pt x="2542" y="887"/>
                  </a:lnTo>
                  <a:lnTo>
                    <a:pt x="2540" y="877"/>
                  </a:lnTo>
                  <a:lnTo>
                    <a:pt x="2536" y="879"/>
                  </a:lnTo>
                  <a:lnTo>
                    <a:pt x="2540" y="877"/>
                  </a:lnTo>
                  <a:lnTo>
                    <a:pt x="2538" y="869"/>
                  </a:lnTo>
                  <a:lnTo>
                    <a:pt x="2536" y="871"/>
                  </a:lnTo>
                  <a:lnTo>
                    <a:pt x="2538" y="869"/>
                  </a:lnTo>
                  <a:lnTo>
                    <a:pt x="2536" y="863"/>
                  </a:lnTo>
                  <a:lnTo>
                    <a:pt x="2522" y="867"/>
                  </a:lnTo>
                  <a:lnTo>
                    <a:pt x="2522" y="867"/>
                  </a:lnTo>
                  <a:lnTo>
                    <a:pt x="2536" y="863"/>
                  </a:lnTo>
                  <a:lnTo>
                    <a:pt x="2534" y="855"/>
                  </a:lnTo>
                  <a:lnTo>
                    <a:pt x="2518" y="861"/>
                  </a:lnTo>
                  <a:lnTo>
                    <a:pt x="2534" y="855"/>
                  </a:lnTo>
                  <a:lnTo>
                    <a:pt x="2534" y="853"/>
                  </a:lnTo>
                  <a:lnTo>
                    <a:pt x="2534" y="853"/>
                  </a:lnTo>
                  <a:lnTo>
                    <a:pt x="2524" y="821"/>
                  </a:lnTo>
                  <a:lnTo>
                    <a:pt x="2520" y="809"/>
                  </a:lnTo>
                  <a:lnTo>
                    <a:pt x="2484" y="821"/>
                  </a:lnTo>
                  <a:lnTo>
                    <a:pt x="2520" y="809"/>
                  </a:lnTo>
                  <a:lnTo>
                    <a:pt x="2520" y="809"/>
                  </a:lnTo>
                  <a:lnTo>
                    <a:pt x="2500" y="751"/>
                  </a:lnTo>
                  <a:lnTo>
                    <a:pt x="2492" y="733"/>
                  </a:lnTo>
                  <a:lnTo>
                    <a:pt x="2470" y="679"/>
                  </a:lnTo>
                  <a:lnTo>
                    <a:pt x="2434" y="695"/>
                  </a:lnTo>
                  <a:lnTo>
                    <a:pt x="2470" y="679"/>
                  </a:lnTo>
                  <a:lnTo>
                    <a:pt x="2462" y="663"/>
                  </a:lnTo>
                  <a:lnTo>
                    <a:pt x="2462" y="663"/>
                  </a:lnTo>
                  <a:lnTo>
                    <a:pt x="2456" y="649"/>
                  </a:lnTo>
                  <a:lnTo>
                    <a:pt x="2454" y="647"/>
                  </a:lnTo>
                  <a:lnTo>
                    <a:pt x="2454" y="647"/>
                  </a:lnTo>
                  <a:lnTo>
                    <a:pt x="2452" y="639"/>
                  </a:lnTo>
                  <a:lnTo>
                    <a:pt x="2450" y="637"/>
                  </a:lnTo>
                  <a:lnTo>
                    <a:pt x="2450" y="637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2" y="601"/>
                  </a:lnTo>
                  <a:lnTo>
                    <a:pt x="2430" y="597"/>
                  </a:lnTo>
                  <a:lnTo>
                    <a:pt x="2430" y="597"/>
                  </a:lnTo>
                  <a:lnTo>
                    <a:pt x="2426" y="591"/>
                  </a:lnTo>
                  <a:lnTo>
                    <a:pt x="2426" y="591"/>
                  </a:lnTo>
                  <a:lnTo>
                    <a:pt x="2418" y="574"/>
                  </a:lnTo>
                  <a:lnTo>
                    <a:pt x="2386" y="520"/>
                  </a:lnTo>
                  <a:lnTo>
                    <a:pt x="2336" y="440"/>
                  </a:lnTo>
                  <a:lnTo>
                    <a:pt x="2336" y="440"/>
                  </a:lnTo>
                  <a:lnTo>
                    <a:pt x="2334" y="436"/>
                  </a:lnTo>
                  <a:lnTo>
                    <a:pt x="2332" y="434"/>
                  </a:lnTo>
                  <a:lnTo>
                    <a:pt x="2328" y="430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328" y="430"/>
                  </a:lnTo>
                  <a:lnTo>
                    <a:pt x="2328" y="430"/>
                  </a:lnTo>
                  <a:lnTo>
                    <a:pt x="2298" y="388"/>
                  </a:lnTo>
                  <a:lnTo>
                    <a:pt x="2266" y="348"/>
                  </a:lnTo>
                  <a:lnTo>
                    <a:pt x="2234" y="310"/>
                  </a:lnTo>
                  <a:lnTo>
                    <a:pt x="2200" y="274"/>
                  </a:lnTo>
                  <a:lnTo>
                    <a:pt x="2166" y="240"/>
                  </a:lnTo>
                  <a:lnTo>
                    <a:pt x="2130" y="206"/>
                  </a:lnTo>
                  <a:lnTo>
                    <a:pt x="2096" y="176"/>
                  </a:lnTo>
                  <a:lnTo>
                    <a:pt x="2058" y="148"/>
                  </a:lnTo>
                  <a:lnTo>
                    <a:pt x="2028" y="126"/>
                  </a:lnTo>
                  <a:lnTo>
                    <a:pt x="1974" y="90"/>
                  </a:lnTo>
                  <a:lnTo>
                    <a:pt x="1924" y="64"/>
                  </a:lnTo>
                  <a:lnTo>
                    <a:pt x="1924" y="64"/>
                  </a:lnTo>
                  <a:lnTo>
                    <a:pt x="1918" y="60"/>
                  </a:lnTo>
                  <a:lnTo>
                    <a:pt x="1918" y="60"/>
                  </a:lnTo>
                  <a:lnTo>
                    <a:pt x="1910" y="56"/>
                  </a:lnTo>
                  <a:lnTo>
                    <a:pt x="1894" y="92"/>
                  </a:lnTo>
                  <a:lnTo>
                    <a:pt x="1910" y="56"/>
                  </a:lnTo>
                  <a:lnTo>
                    <a:pt x="1904" y="54"/>
                  </a:lnTo>
                  <a:lnTo>
                    <a:pt x="1904" y="54"/>
                  </a:lnTo>
                  <a:lnTo>
                    <a:pt x="1896" y="50"/>
                  </a:lnTo>
                  <a:lnTo>
                    <a:pt x="1896" y="50"/>
                  </a:lnTo>
                  <a:lnTo>
                    <a:pt x="1890" y="48"/>
                  </a:lnTo>
                  <a:lnTo>
                    <a:pt x="1890" y="48"/>
                  </a:lnTo>
                  <a:lnTo>
                    <a:pt x="1882" y="44"/>
                  </a:lnTo>
                  <a:lnTo>
                    <a:pt x="1880" y="44"/>
                  </a:lnTo>
                  <a:lnTo>
                    <a:pt x="1880" y="44"/>
                  </a:lnTo>
                  <a:lnTo>
                    <a:pt x="1874" y="40"/>
                  </a:lnTo>
                  <a:lnTo>
                    <a:pt x="1874" y="40"/>
                  </a:lnTo>
                  <a:lnTo>
                    <a:pt x="1866" y="38"/>
                  </a:lnTo>
                  <a:lnTo>
                    <a:pt x="1866" y="38"/>
                  </a:lnTo>
                  <a:lnTo>
                    <a:pt x="1856" y="34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38" y="28"/>
                  </a:lnTo>
                  <a:lnTo>
                    <a:pt x="1838" y="28"/>
                  </a:lnTo>
                  <a:lnTo>
                    <a:pt x="1830" y="24"/>
                  </a:lnTo>
                  <a:lnTo>
                    <a:pt x="1820" y="22"/>
                  </a:lnTo>
                  <a:lnTo>
                    <a:pt x="1820" y="22"/>
                  </a:lnTo>
                  <a:lnTo>
                    <a:pt x="1810" y="18"/>
                  </a:lnTo>
                  <a:lnTo>
                    <a:pt x="1810" y="18"/>
                  </a:lnTo>
                  <a:lnTo>
                    <a:pt x="1798" y="16"/>
                  </a:lnTo>
                  <a:lnTo>
                    <a:pt x="1792" y="14"/>
                  </a:lnTo>
                  <a:lnTo>
                    <a:pt x="1792" y="14"/>
                  </a:lnTo>
                  <a:lnTo>
                    <a:pt x="1788" y="12"/>
                  </a:lnTo>
                  <a:lnTo>
                    <a:pt x="1788" y="12"/>
                  </a:lnTo>
                  <a:lnTo>
                    <a:pt x="1776" y="10"/>
                  </a:lnTo>
                  <a:lnTo>
                    <a:pt x="1776" y="10"/>
                  </a:lnTo>
                  <a:lnTo>
                    <a:pt x="1770" y="10"/>
                  </a:lnTo>
                  <a:lnTo>
                    <a:pt x="1764" y="8"/>
                  </a:lnTo>
                  <a:lnTo>
                    <a:pt x="1764" y="8"/>
                  </a:lnTo>
                  <a:lnTo>
                    <a:pt x="1750" y="6"/>
                  </a:lnTo>
                  <a:lnTo>
                    <a:pt x="1750" y="6"/>
                  </a:lnTo>
                  <a:lnTo>
                    <a:pt x="1744" y="4"/>
                  </a:lnTo>
                  <a:lnTo>
                    <a:pt x="1736" y="4"/>
                  </a:lnTo>
                  <a:lnTo>
                    <a:pt x="1736" y="4"/>
                  </a:lnTo>
                  <a:lnTo>
                    <a:pt x="1720" y="2"/>
                  </a:lnTo>
                  <a:lnTo>
                    <a:pt x="1720" y="2"/>
                  </a:lnTo>
                  <a:lnTo>
                    <a:pt x="1716" y="2"/>
                  </a:lnTo>
                  <a:lnTo>
                    <a:pt x="1714" y="2"/>
                  </a:lnTo>
                  <a:lnTo>
                    <a:pt x="1714" y="2"/>
                  </a:lnTo>
                  <a:lnTo>
                    <a:pt x="1710" y="2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0" y="0"/>
                  </a:lnTo>
                  <a:lnTo>
                    <a:pt x="1700" y="0"/>
                  </a:lnTo>
                  <a:lnTo>
                    <a:pt x="1694" y="0"/>
                  </a:lnTo>
                  <a:lnTo>
                    <a:pt x="1692" y="0"/>
                  </a:lnTo>
                  <a:lnTo>
                    <a:pt x="1692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76" y="0"/>
                  </a:lnTo>
                  <a:lnTo>
                    <a:pt x="1676" y="0"/>
                  </a:lnTo>
                  <a:lnTo>
                    <a:pt x="1660" y="0"/>
                  </a:lnTo>
                  <a:lnTo>
                    <a:pt x="1658" y="0"/>
                  </a:lnTo>
                  <a:lnTo>
                    <a:pt x="1658" y="0"/>
                  </a:lnTo>
                  <a:lnTo>
                    <a:pt x="1634" y="4"/>
                  </a:lnTo>
                  <a:lnTo>
                    <a:pt x="1634" y="4"/>
                  </a:lnTo>
                  <a:lnTo>
                    <a:pt x="1630" y="4"/>
                  </a:lnTo>
                  <a:lnTo>
                    <a:pt x="1628" y="4"/>
                  </a:lnTo>
                  <a:lnTo>
                    <a:pt x="1628" y="4"/>
                  </a:lnTo>
                  <a:lnTo>
                    <a:pt x="1610" y="8"/>
                  </a:lnTo>
                  <a:lnTo>
                    <a:pt x="1608" y="8"/>
                  </a:lnTo>
                  <a:lnTo>
                    <a:pt x="1608" y="8"/>
                  </a:lnTo>
                  <a:lnTo>
                    <a:pt x="1604" y="8"/>
                  </a:lnTo>
                  <a:lnTo>
                    <a:pt x="1604" y="8"/>
                  </a:lnTo>
                  <a:lnTo>
                    <a:pt x="1582" y="14"/>
                  </a:lnTo>
                  <a:lnTo>
                    <a:pt x="1582" y="14"/>
                  </a:lnTo>
                  <a:lnTo>
                    <a:pt x="1580" y="14"/>
                  </a:lnTo>
                  <a:lnTo>
                    <a:pt x="1578" y="14"/>
                  </a:lnTo>
                  <a:lnTo>
                    <a:pt x="1578" y="14"/>
                  </a:lnTo>
                  <a:lnTo>
                    <a:pt x="1560" y="20"/>
                  </a:lnTo>
                  <a:lnTo>
                    <a:pt x="1560" y="20"/>
                  </a:lnTo>
                  <a:lnTo>
                    <a:pt x="1554" y="24"/>
                  </a:lnTo>
                  <a:lnTo>
                    <a:pt x="1554" y="24"/>
                  </a:lnTo>
                  <a:lnTo>
                    <a:pt x="1534" y="32"/>
                  </a:lnTo>
                  <a:lnTo>
                    <a:pt x="1534" y="32"/>
                  </a:lnTo>
                  <a:lnTo>
                    <a:pt x="1512" y="44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72" y="817"/>
                  </a:lnTo>
                  <a:lnTo>
                    <a:pt x="172" y="817"/>
                  </a:lnTo>
                  <a:lnTo>
                    <a:pt x="152" y="831"/>
                  </a:lnTo>
                  <a:lnTo>
                    <a:pt x="134" y="847"/>
                  </a:lnTo>
                  <a:lnTo>
                    <a:pt x="116" y="865"/>
                  </a:lnTo>
                  <a:lnTo>
                    <a:pt x="98" y="885"/>
                  </a:lnTo>
                  <a:lnTo>
                    <a:pt x="84" y="905"/>
                  </a:lnTo>
                  <a:lnTo>
                    <a:pt x="68" y="927"/>
                  </a:lnTo>
                  <a:lnTo>
                    <a:pt x="56" y="951"/>
                  </a:lnTo>
                  <a:lnTo>
                    <a:pt x="44" y="975"/>
                  </a:lnTo>
                  <a:lnTo>
                    <a:pt x="34" y="1001"/>
                  </a:lnTo>
                  <a:lnTo>
                    <a:pt x="24" y="1029"/>
                  </a:lnTo>
                  <a:lnTo>
                    <a:pt x="18" y="1057"/>
                  </a:lnTo>
                  <a:lnTo>
                    <a:pt x="10" y="1085"/>
                  </a:lnTo>
                  <a:lnTo>
                    <a:pt x="6" y="1117"/>
                  </a:lnTo>
                  <a:lnTo>
                    <a:pt x="2" y="1149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15"/>
                  </a:lnTo>
                  <a:lnTo>
                    <a:pt x="0" y="1247"/>
                  </a:lnTo>
                  <a:lnTo>
                    <a:pt x="2" y="1281"/>
                  </a:lnTo>
                  <a:lnTo>
                    <a:pt x="4" y="1315"/>
                  </a:lnTo>
                  <a:lnTo>
                    <a:pt x="10" y="1349"/>
                  </a:lnTo>
                  <a:lnTo>
                    <a:pt x="22" y="1419"/>
                  </a:lnTo>
                  <a:lnTo>
                    <a:pt x="40" y="1491"/>
                  </a:lnTo>
                  <a:lnTo>
                    <a:pt x="62" y="1563"/>
                  </a:lnTo>
                  <a:lnTo>
                    <a:pt x="90" y="1635"/>
                  </a:lnTo>
                  <a:lnTo>
                    <a:pt x="120" y="1705"/>
                  </a:lnTo>
                  <a:lnTo>
                    <a:pt x="158" y="1778"/>
                  </a:lnTo>
                  <a:lnTo>
                    <a:pt x="158" y="1778"/>
                  </a:lnTo>
                  <a:lnTo>
                    <a:pt x="176" y="1810"/>
                  </a:lnTo>
                  <a:lnTo>
                    <a:pt x="176" y="1810"/>
                  </a:lnTo>
                  <a:lnTo>
                    <a:pt x="196" y="1844"/>
                  </a:lnTo>
                  <a:lnTo>
                    <a:pt x="196" y="1844"/>
                  </a:lnTo>
                  <a:lnTo>
                    <a:pt x="238" y="1910"/>
                  </a:lnTo>
                  <a:lnTo>
                    <a:pt x="286" y="1972"/>
                  </a:lnTo>
                  <a:lnTo>
                    <a:pt x="334" y="2032"/>
                  </a:lnTo>
                  <a:lnTo>
                    <a:pt x="386" y="2088"/>
                  </a:lnTo>
                  <a:lnTo>
                    <a:pt x="438" y="2138"/>
                  </a:lnTo>
                  <a:lnTo>
                    <a:pt x="494" y="2184"/>
                  </a:lnTo>
                  <a:lnTo>
                    <a:pt x="522" y="2206"/>
                  </a:lnTo>
                  <a:lnTo>
                    <a:pt x="550" y="2226"/>
                  </a:lnTo>
                  <a:lnTo>
                    <a:pt x="578" y="2244"/>
                  </a:lnTo>
                  <a:lnTo>
                    <a:pt x="606" y="2262"/>
                  </a:lnTo>
                  <a:lnTo>
                    <a:pt x="606" y="2262"/>
                  </a:lnTo>
                  <a:lnTo>
                    <a:pt x="644" y="2282"/>
                  </a:lnTo>
                  <a:lnTo>
                    <a:pt x="680" y="2300"/>
                  </a:lnTo>
                  <a:lnTo>
                    <a:pt x="718" y="2316"/>
                  </a:lnTo>
                  <a:lnTo>
                    <a:pt x="754" y="2328"/>
                  </a:lnTo>
                  <a:lnTo>
                    <a:pt x="790" y="2336"/>
                  </a:lnTo>
                  <a:lnTo>
                    <a:pt x="824" y="2344"/>
                  </a:lnTo>
                  <a:lnTo>
                    <a:pt x="858" y="2348"/>
                  </a:lnTo>
                  <a:lnTo>
                    <a:pt x="892" y="2350"/>
                  </a:lnTo>
                  <a:lnTo>
                    <a:pt x="892" y="2350"/>
                  </a:lnTo>
                  <a:lnTo>
                    <a:pt x="932" y="2348"/>
                  </a:lnTo>
                  <a:lnTo>
                    <a:pt x="970" y="2342"/>
                  </a:lnTo>
                  <a:lnTo>
                    <a:pt x="1006" y="2332"/>
                  </a:lnTo>
                  <a:lnTo>
                    <a:pt x="1042" y="2318"/>
                  </a:lnTo>
                  <a:lnTo>
                    <a:pt x="1042" y="2318"/>
                  </a:lnTo>
                  <a:lnTo>
                    <a:pt x="1064" y="2306"/>
                  </a:lnTo>
                  <a:lnTo>
                    <a:pt x="1064" y="2306"/>
                  </a:lnTo>
                  <a:lnTo>
                    <a:pt x="1068" y="2304"/>
                  </a:lnTo>
                  <a:lnTo>
                    <a:pt x="1068" y="2304"/>
                  </a:lnTo>
                  <a:lnTo>
                    <a:pt x="2384" y="1543"/>
                  </a:lnTo>
                  <a:lnTo>
                    <a:pt x="2388" y="1541"/>
                  </a:lnTo>
                  <a:lnTo>
                    <a:pt x="2388" y="1541"/>
                  </a:lnTo>
                  <a:lnTo>
                    <a:pt x="2392" y="1539"/>
                  </a:lnTo>
                  <a:lnTo>
                    <a:pt x="2392" y="1539"/>
                  </a:lnTo>
                  <a:lnTo>
                    <a:pt x="2396" y="1535"/>
                  </a:lnTo>
                  <a:lnTo>
                    <a:pt x="2396" y="1535"/>
                  </a:lnTo>
                  <a:lnTo>
                    <a:pt x="2400" y="1533"/>
                  </a:lnTo>
                  <a:lnTo>
                    <a:pt x="2378" y="1499"/>
                  </a:lnTo>
                  <a:lnTo>
                    <a:pt x="2402" y="1533"/>
                  </a:lnTo>
                  <a:lnTo>
                    <a:pt x="2406" y="1529"/>
                  </a:lnTo>
                  <a:lnTo>
                    <a:pt x="2406" y="1529"/>
                  </a:lnTo>
                  <a:lnTo>
                    <a:pt x="2412" y="1525"/>
                  </a:lnTo>
                  <a:lnTo>
                    <a:pt x="2412" y="1525"/>
                  </a:lnTo>
                  <a:lnTo>
                    <a:pt x="2416" y="1521"/>
                  </a:lnTo>
                  <a:lnTo>
                    <a:pt x="2416" y="1521"/>
                  </a:lnTo>
                  <a:lnTo>
                    <a:pt x="2420" y="1519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4" y="1515"/>
                  </a:lnTo>
                  <a:lnTo>
                    <a:pt x="2424" y="1515"/>
                  </a:lnTo>
                  <a:lnTo>
                    <a:pt x="2430" y="1511"/>
                  </a:lnTo>
                  <a:lnTo>
                    <a:pt x="2430" y="1511"/>
                  </a:lnTo>
                  <a:lnTo>
                    <a:pt x="2434" y="1509"/>
                  </a:lnTo>
                  <a:lnTo>
                    <a:pt x="2434" y="1509"/>
                  </a:lnTo>
                  <a:lnTo>
                    <a:pt x="2436" y="1505"/>
                  </a:lnTo>
                  <a:lnTo>
                    <a:pt x="2452" y="1491"/>
                  </a:lnTo>
                  <a:lnTo>
                    <a:pt x="2452" y="1491"/>
                  </a:lnTo>
                  <a:lnTo>
                    <a:pt x="2454" y="1489"/>
                  </a:lnTo>
                  <a:lnTo>
                    <a:pt x="2474" y="1467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510" y="1413"/>
                  </a:lnTo>
                  <a:lnTo>
                    <a:pt x="2530" y="1375"/>
                  </a:lnTo>
                  <a:lnTo>
                    <a:pt x="2542" y="1345"/>
                  </a:lnTo>
                  <a:lnTo>
                    <a:pt x="2504" y="1331"/>
                  </a:lnTo>
                  <a:lnTo>
                    <a:pt x="2542" y="1345"/>
                  </a:lnTo>
                  <a:lnTo>
                    <a:pt x="2542" y="1345"/>
                  </a:lnTo>
                  <a:lnTo>
                    <a:pt x="2544" y="1339"/>
                  </a:lnTo>
                  <a:lnTo>
                    <a:pt x="2558" y="1291"/>
                  </a:lnTo>
                  <a:lnTo>
                    <a:pt x="2568" y="1239"/>
                  </a:lnTo>
                  <a:lnTo>
                    <a:pt x="2568" y="1239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70" y="1225"/>
                  </a:lnTo>
                  <a:lnTo>
                    <a:pt x="2570" y="1219"/>
                  </a:lnTo>
                  <a:lnTo>
                    <a:pt x="2570" y="1219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2" y="1205"/>
                  </a:lnTo>
                  <a:lnTo>
                    <a:pt x="2572" y="1197"/>
                  </a:lnTo>
                  <a:lnTo>
                    <a:pt x="2572" y="1197"/>
                  </a:lnTo>
                  <a:lnTo>
                    <a:pt x="2574" y="1169"/>
                  </a:lnTo>
                  <a:lnTo>
                    <a:pt x="2574" y="1165"/>
                  </a:lnTo>
                  <a:lnTo>
                    <a:pt x="2574" y="1165"/>
                  </a:lnTo>
                  <a:lnTo>
                    <a:pt x="2576" y="1135"/>
                  </a:lnTo>
                  <a:lnTo>
                    <a:pt x="2576" y="1135"/>
                  </a:lnTo>
                  <a:lnTo>
                    <a:pt x="2574" y="1105"/>
                  </a:lnTo>
                  <a:lnTo>
                    <a:pt x="2574" y="1105"/>
                  </a:lnTo>
                  <a:close/>
                  <a:moveTo>
                    <a:pt x="1008" y="2244"/>
                  </a:moveTo>
                  <a:lnTo>
                    <a:pt x="1008" y="2244"/>
                  </a:lnTo>
                  <a:lnTo>
                    <a:pt x="988" y="2252"/>
                  </a:lnTo>
                  <a:lnTo>
                    <a:pt x="970" y="2258"/>
                  </a:lnTo>
                  <a:lnTo>
                    <a:pt x="950" y="2264"/>
                  </a:lnTo>
                  <a:lnTo>
                    <a:pt x="930" y="2266"/>
                  </a:lnTo>
                  <a:lnTo>
                    <a:pt x="908" y="2268"/>
                  </a:lnTo>
                  <a:lnTo>
                    <a:pt x="886" y="2268"/>
                  </a:lnTo>
                  <a:lnTo>
                    <a:pt x="864" y="2268"/>
                  </a:lnTo>
                  <a:lnTo>
                    <a:pt x="842" y="2266"/>
                  </a:lnTo>
                  <a:lnTo>
                    <a:pt x="818" y="2262"/>
                  </a:lnTo>
                  <a:lnTo>
                    <a:pt x="794" y="2256"/>
                  </a:lnTo>
                  <a:lnTo>
                    <a:pt x="770" y="2248"/>
                  </a:lnTo>
                  <a:lnTo>
                    <a:pt x="746" y="2240"/>
                  </a:lnTo>
                  <a:lnTo>
                    <a:pt x="722" y="2230"/>
                  </a:lnTo>
                  <a:lnTo>
                    <a:pt x="698" y="2220"/>
                  </a:lnTo>
                  <a:lnTo>
                    <a:pt x="646" y="2192"/>
                  </a:lnTo>
                  <a:lnTo>
                    <a:pt x="646" y="2192"/>
                  </a:lnTo>
                  <a:lnTo>
                    <a:pt x="620" y="2176"/>
                  </a:lnTo>
                  <a:lnTo>
                    <a:pt x="594" y="2160"/>
                  </a:lnTo>
                  <a:lnTo>
                    <a:pt x="542" y="2122"/>
                  </a:lnTo>
                  <a:lnTo>
                    <a:pt x="490" y="2078"/>
                  </a:lnTo>
                  <a:lnTo>
                    <a:pt x="440" y="2030"/>
                  </a:lnTo>
                  <a:lnTo>
                    <a:pt x="394" y="1978"/>
                  </a:lnTo>
                  <a:lnTo>
                    <a:pt x="348" y="1922"/>
                  </a:lnTo>
                  <a:lnTo>
                    <a:pt x="304" y="1864"/>
                  </a:lnTo>
                  <a:lnTo>
                    <a:pt x="264" y="1802"/>
                  </a:lnTo>
                  <a:lnTo>
                    <a:pt x="264" y="1802"/>
                  </a:lnTo>
                  <a:lnTo>
                    <a:pt x="244" y="1770"/>
                  </a:lnTo>
                  <a:lnTo>
                    <a:pt x="244" y="1770"/>
                  </a:lnTo>
                  <a:lnTo>
                    <a:pt x="228" y="1737"/>
                  </a:lnTo>
                  <a:lnTo>
                    <a:pt x="228" y="1737"/>
                  </a:lnTo>
                  <a:lnTo>
                    <a:pt x="194" y="1671"/>
                  </a:lnTo>
                  <a:lnTo>
                    <a:pt x="164" y="1605"/>
                  </a:lnTo>
                  <a:lnTo>
                    <a:pt x="138" y="1537"/>
                  </a:lnTo>
                  <a:lnTo>
                    <a:pt x="118" y="1471"/>
                  </a:lnTo>
                  <a:lnTo>
                    <a:pt x="100" y="1405"/>
                  </a:lnTo>
                  <a:lnTo>
                    <a:pt x="88" y="1341"/>
                  </a:lnTo>
                  <a:lnTo>
                    <a:pt x="82" y="1277"/>
                  </a:lnTo>
                  <a:lnTo>
                    <a:pt x="80" y="1245"/>
                  </a:lnTo>
                  <a:lnTo>
                    <a:pt x="80" y="1215"/>
                  </a:lnTo>
                  <a:lnTo>
                    <a:pt x="80" y="1215"/>
                  </a:lnTo>
                  <a:lnTo>
                    <a:pt x="82" y="1159"/>
                  </a:lnTo>
                  <a:lnTo>
                    <a:pt x="84" y="1131"/>
                  </a:lnTo>
                  <a:lnTo>
                    <a:pt x="88" y="1105"/>
                  </a:lnTo>
                  <a:lnTo>
                    <a:pt x="94" y="1081"/>
                  </a:lnTo>
                  <a:lnTo>
                    <a:pt x="100" y="1057"/>
                  </a:lnTo>
                  <a:lnTo>
                    <a:pt x="106" y="1035"/>
                  </a:lnTo>
                  <a:lnTo>
                    <a:pt x="116" y="1013"/>
                  </a:lnTo>
                  <a:lnTo>
                    <a:pt x="124" y="993"/>
                  </a:lnTo>
                  <a:lnTo>
                    <a:pt x="134" y="973"/>
                  </a:lnTo>
                  <a:lnTo>
                    <a:pt x="146" y="955"/>
                  </a:lnTo>
                  <a:lnTo>
                    <a:pt x="158" y="939"/>
                  </a:lnTo>
                  <a:lnTo>
                    <a:pt x="172" y="923"/>
                  </a:lnTo>
                  <a:lnTo>
                    <a:pt x="186" y="909"/>
                  </a:lnTo>
                  <a:lnTo>
                    <a:pt x="200" y="895"/>
                  </a:lnTo>
                  <a:lnTo>
                    <a:pt x="216" y="883"/>
                  </a:lnTo>
                  <a:lnTo>
                    <a:pt x="216" y="883"/>
                  </a:lnTo>
                  <a:lnTo>
                    <a:pt x="232" y="873"/>
                  </a:lnTo>
                  <a:lnTo>
                    <a:pt x="232" y="873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8" y="861"/>
                  </a:lnTo>
                  <a:lnTo>
                    <a:pt x="258" y="861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70" y="857"/>
                  </a:lnTo>
                  <a:lnTo>
                    <a:pt x="270" y="857"/>
                  </a:lnTo>
                  <a:lnTo>
                    <a:pt x="282" y="853"/>
                  </a:lnTo>
                  <a:lnTo>
                    <a:pt x="282" y="853"/>
                  </a:lnTo>
                  <a:lnTo>
                    <a:pt x="288" y="851"/>
                  </a:lnTo>
                  <a:lnTo>
                    <a:pt x="288" y="851"/>
                  </a:lnTo>
                  <a:lnTo>
                    <a:pt x="290" y="851"/>
                  </a:lnTo>
                  <a:lnTo>
                    <a:pt x="290" y="851"/>
                  </a:lnTo>
                  <a:lnTo>
                    <a:pt x="312" y="845"/>
                  </a:lnTo>
                  <a:lnTo>
                    <a:pt x="312" y="845"/>
                  </a:lnTo>
                  <a:lnTo>
                    <a:pt x="320" y="845"/>
                  </a:lnTo>
                  <a:lnTo>
                    <a:pt x="320" y="845"/>
                  </a:lnTo>
                  <a:lnTo>
                    <a:pt x="342" y="843"/>
                  </a:lnTo>
                  <a:lnTo>
                    <a:pt x="364" y="841"/>
                  </a:lnTo>
                  <a:lnTo>
                    <a:pt x="364" y="841"/>
                  </a:lnTo>
                  <a:lnTo>
                    <a:pt x="376" y="841"/>
                  </a:lnTo>
                  <a:lnTo>
                    <a:pt x="376" y="841"/>
                  </a:lnTo>
                  <a:lnTo>
                    <a:pt x="380" y="841"/>
                  </a:lnTo>
                  <a:lnTo>
                    <a:pt x="380" y="841"/>
                  </a:lnTo>
                  <a:lnTo>
                    <a:pt x="422" y="847"/>
                  </a:lnTo>
                  <a:lnTo>
                    <a:pt x="464" y="855"/>
                  </a:lnTo>
                  <a:lnTo>
                    <a:pt x="464" y="855"/>
                  </a:lnTo>
                  <a:lnTo>
                    <a:pt x="472" y="857"/>
                  </a:lnTo>
                  <a:lnTo>
                    <a:pt x="472" y="857"/>
                  </a:lnTo>
                  <a:lnTo>
                    <a:pt x="490" y="863"/>
                  </a:lnTo>
                  <a:lnTo>
                    <a:pt x="490" y="863"/>
                  </a:lnTo>
                  <a:lnTo>
                    <a:pt x="502" y="867"/>
                  </a:lnTo>
                  <a:lnTo>
                    <a:pt x="502" y="867"/>
                  </a:lnTo>
                  <a:lnTo>
                    <a:pt x="512" y="871"/>
                  </a:lnTo>
                  <a:lnTo>
                    <a:pt x="512" y="871"/>
                  </a:lnTo>
                  <a:lnTo>
                    <a:pt x="530" y="877"/>
                  </a:lnTo>
                  <a:lnTo>
                    <a:pt x="530" y="877"/>
                  </a:lnTo>
                  <a:lnTo>
                    <a:pt x="560" y="891"/>
                  </a:lnTo>
                  <a:lnTo>
                    <a:pt x="560" y="891"/>
                  </a:lnTo>
                  <a:lnTo>
                    <a:pt x="564" y="893"/>
                  </a:lnTo>
                  <a:lnTo>
                    <a:pt x="564" y="893"/>
                  </a:lnTo>
                  <a:lnTo>
                    <a:pt x="576" y="899"/>
                  </a:lnTo>
                  <a:lnTo>
                    <a:pt x="576" y="899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86" y="905"/>
                  </a:lnTo>
                  <a:lnTo>
                    <a:pt x="586" y="905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60" y="949"/>
                  </a:lnTo>
                  <a:lnTo>
                    <a:pt x="708" y="985"/>
                  </a:lnTo>
                  <a:lnTo>
                    <a:pt x="756" y="1025"/>
                  </a:lnTo>
                  <a:lnTo>
                    <a:pt x="804" y="1067"/>
                  </a:lnTo>
                  <a:lnTo>
                    <a:pt x="848" y="1115"/>
                  </a:lnTo>
                  <a:lnTo>
                    <a:pt x="892" y="1167"/>
                  </a:lnTo>
                  <a:lnTo>
                    <a:pt x="934" y="1221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94" y="1309"/>
                  </a:lnTo>
                  <a:lnTo>
                    <a:pt x="994" y="1309"/>
                  </a:lnTo>
                  <a:lnTo>
                    <a:pt x="1012" y="1341"/>
                  </a:lnTo>
                  <a:lnTo>
                    <a:pt x="1012" y="1341"/>
                  </a:lnTo>
                  <a:lnTo>
                    <a:pt x="1030" y="1371"/>
                  </a:lnTo>
                  <a:lnTo>
                    <a:pt x="1030" y="1371"/>
                  </a:lnTo>
                  <a:lnTo>
                    <a:pt x="1044" y="1399"/>
                  </a:lnTo>
                  <a:lnTo>
                    <a:pt x="1044" y="1399"/>
                  </a:lnTo>
                  <a:lnTo>
                    <a:pt x="1050" y="1409"/>
                  </a:lnTo>
                  <a:lnTo>
                    <a:pt x="1050" y="1409"/>
                  </a:lnTo>
                  <a:lnTo>
                    <a:pt x="1060" y="1433"/>
                  </a:lnTo>
                  <a:lnTo>
                    <a:pt x="1064" y="1439"/>
                  </a:lnTo>
                  <a:lnTo>
                    <a:pt x="1064" y="1439"/>
                  </a:lnTo>
                  <a:lnTo>
                    <a:pt x="1082" y="1481"/>
                  </a:lnTo>
                  <a:lnTo>
                    <a:pt x="1100" y="1523"/>
                  </a:lnTo>
                  <a:lnTo>
                    <a:pt x="1116" y="1565"/>
                  </a:lnTo>
                  <a:lnTo>
                    <a:pt x="1130" y="1605"/>
                  </a:lnTo>
                  <a:lnTo>
                    <a:pt x="1142" y="1647"/>
                  </a:lnTo>
                  <a:lnTo>
                    <a:pt x="1152" y="1687"/>
                  </a:lnTo>
                  <a:lnTo>
                    <a:pt x="1160" y="1729"/>
                  </a:lnTo>
                  <a:lnTo>
                    <a:pt x="1168" y="1770"/>
                  </a:lnTo>
                  <a:lnTo>
                    <a:pt x="1168" y="1772"/>
                  </a:lnTo>
                  <a:lnTo>
                    <a:pt x="1168" y="1772"/>
                  </a:lnTo>
                  <a:lnTo>
                    <a:pt x="1172" y="1794"/>
                  </a:lnTo>
                  <a:lnTo>
                    <a:pt x="1172" y="1794"/>
                  </a:lnTo>
                  <a:lnTo>
                    <a:pt x="1172" y="1810"/>
                  </a:lnTo>
                  <a:lnTo>
                    <a:pt x="1172" y="1810"/>
                  </a:lnTo>
                  <a:lnTo>
                    <a:pt x="1174" y="1832"/>
                  </a:lnTo>
                  <a:lnTo>
                    <a:pt x="1176" y="1834"/>
                  </a:lnTo>
                  <a:lnTo>
                    <a:pt x="1176" y="1834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8"/>
                  </a:lnTo>
                  <a:lnTo>
                    <a:pt x="1176" y="1868"/>
                  </a:lnTo>
                  <a:lnTo>
                    <a:pt x="1178" y="1896"/>
                  </a:lnTo>
                  <a:lnTo>
                    <a:pt x="1178" y="1896"/>
                  </a:lnTo>
                  <a:lnTo>
                    <a:pt x="1176" y="1922"/>
                  </a:lnTo>
                  <a:lnTo>
                    <a:pt x="1176" y="1926"/>
                  </a:lnTo>
                  <a:lnTo>
                    <a:pt x="1176" y="1926"/>
                  </a:lnTo>
                  <a:lnTo>
                    <a:pt x="1176" y="1940"/>
                  </a:lnTo>
                  <a:lnTo>
                    <a:pt x="1176" y="1940"/>
                  </a:lnTo>
                  <a:lnTo>
                    <a:pt x="1174" y="1952"/>
                  </a:lnTo>
                  <a:lnTo>
                    <a:pt x="1174" y="1954"/>
                  </a:lnTo>
                  <a:lnTo>
                    <a:pt x="1174" y="195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6"/>
                  </a:lnTo>
                  <a:lnTo>
                    <a:pt x="1172" y="1976"/>
                  </a:lnTo>
                  <a:lnTo>
                    <a:pt x="1172" y="1982"/>
                  </a:lnTo>
                  <a:lnTo>
                    <a:pt x="1172" y="1982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0" y="2042"/>
                  </a:lnTo>
                  <a:lnTo>
                    <a:pt x="1150" y="2076"/>
                  </a:lnTo>
                  <a:lnTo>
                    <a:pt x="1136" y="2108"/>
                  </a:lnTo>
                  <a:lnTo>
                    <a:pt x="1122" y="2138"/>
                  </a:lnTo>
                  <a:lnTo>
                    <a:pt x="1104" y="2164"/>
                  </a:lnTo>
                  <a:lnTo>
                    <a:pt x="1084" y="2188"/>
                  </a:lnTo>
                  <a:lnTo>
                    <a:pt x="1064" y="2208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32" y="2232"/>
                  </a:lnTo>
                  <a:lnTo>
                    <a:pt x="1032" y="2232"/>
                  </a:lnTo>
                  <a:lnTo>
                    <a:pt x="1030" y="2232"/>
                  </a:lnTo>
                  <a:lnTo>
                    <a:pt x="1030" y="2232"/>
                  </a:lnTo>
                  <a:lnTo>
                    <a:pt x="1024" y="2236"/>
                  </a:lnTo>
                  <a:lnTo>
                    <a:pt x="1024" y="2236"/>
                  </a:lnTo>
                  <a:lnTo>
                    <a:pt x="1008" y="2244"/>
                  </a:lnTo>
                  <a:lnTo>
                    <a:pt x="1008" y="2244"/>
                  </a:lnTo>
                  <a:close/>
                  <a:moveTo>
                    <a:pt x="2494" y="1161"/>
                  </a:moveTo>
                  <a:lnTo>
                    <a:pt x="2494" y="1167"/>
                  </a:lnTo>
                  <a:lnTo>
                    <a:pt x="2494" y="1167"/>
                  </a:lnTo>
                  <a:lnTo>
                    <a:pt x="2492" y="1191"/>
                  </a:lnTo>
                  <a:lnTo>
                    <a:pt x="2492" y="1199"/>
                  </a:lnTo>
                  <a:lnTo>
                    <a:pt x="2492" y="1199"/>
                  </a:lnTo>
                  <a:lnTo>
                    <a:pt x="2492" y="1203"/>
                  </a:lnTo>
                  <a:lnTo>
                    <a:pt x="2492" y="1203"/>
                  </a:lnTo>
                  <a:lnTo>
                    <a:pt x="2490" y="1209"/>
                  </a:lnTo>
                  <a:lnTo>
                    <a:pt x="2490" y="1215"/>
                  </a:lnTo>
                  <a:lnTo>
                    <a:pt x="2490" y="1215"/>
                  </a:lnTo>
                  <a:lnTo>
                    <a:pt x="2488" y="1223"/>
                  </a:lnTo>
                  <a:lnTo>
                    <a:pt x="2486" y="1245"/>
                  </a:lnTo>
                  <a:lnTo>
                    <a:pt x="2474" y="1291"/>
                  </a:lnTo>
                  <a:lnTo>
                    <a:pt x="2460" y="1337"/>
                  </a:lnTo>
                  <a:lnTo>
                    <a:pt x="2440" y="1377"/>
                  </a:lnTo>
                  <a:lnTo>
                    <a:pt x="2418" y="1409"/>
                  </a:lnTo>
                  <a:lnTo>
                    <a:pt x="2398" y="1433"/>
                  </a:lnTo>
                  <a:lnTo>
                    <a:pt x="2374" y="1453"/>
                  </a:lnTo>
                  <a:lnTo>
                    <a:pt x="2350" y="1471"/>
                  </a:lnTo>
                  <a:lnTo>
                    <a:pt x="2350" y="1471"/>
                  </a:lnTo>
                  <a:lnTo>
                    <a:pt x="2346" y="1473"/>
                  </a:lnTo>
                  <a:lnTo>
                    <a:pt x="1216" y="2126"/>
                  </a:lnTo>
                  <a:lnTo>
                    <a:pt x="1216" y="2126"/>
                  </a:lnTo>
                  <a:lnTo>
                    <a:pt x="1224" y="2106"/>
                  </a:lnTo>
                  <a:lnTo>
                    <a:pt x="1224" y="2106"/>
                  </a:lnTo>
                  <a:lnTo>
                    <a:pt x="1232" y="2082"/>
                  </a:lnTo>
                  <a:lnTo>
                    <a:pt x="1234" y="2078"/>
                  </a:lnTo>
                  <a:lnTo>
                    <a:pt x="1234" y="2074"/>
                  </a:lnTo>
                  <a:lnTo>
                    <a:pt x="1234" y="2074"/>
                  </a:lnTo>
                  <a:lnTo>
                    <a:pt x="1240" y="2052"/>
                  </a:lnTo>
                  <a:lnTo>
                    <a:pt x="1240" y="205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50" y="1996"/>
                  </a:lnTo>
                  <a:lnTo>
                    <a:pt x="1250" y="1996"/>
                  </a:lnTo>
                  <a:lnTo>
                    <a:pt x="1250" y="1994"/>
                  </a:lnTo>
                  <a:lnTo>
                    <a:pt x="1250" y="1994"/>
                  </a:lnTo>
                  <a:lnTo>
                    <a:pt x="1250" y="1992"/>
                  </a:lnTo>
                  <a:lnTo>
                    <a:pt x="1250" y="1992"/>
                  </a:lnTo>
                  <a:lnTo>
                    <a:pt x="1252" y="1986"/>
                  </a:lnTo>
                  <a:lnTo>
                    <a:pt x="1252" y="1984"/>
                  </a:lnTo>
                  <a:lnTo>
                    <a:pt x="1252" y="198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2"/>
                  </a:lnTo>
                  <a:lnTo>
                    <a:pt x="1254" y="1958"/>
                  </a:lnTo>
                  <a:lnTo>
                    <a:pt x="1254" y="1958"/>
                  </a:lnTo>
                  <a:lnTo>
                    <a:pt x="1256" y="1932"/>
                  </a:lnTo>
                  <a:lnTo>
                    <a:pt x="1256" y="1932"/>
                  </a:lnTo>
                  <a:lnTo>
                    <a:pt x="1256" y="1928"/>
                  </a:lnTo>
                  <a:lnTo>
                    <a:pt x="1256" y="1926"/>
                  </a:lnTo>
                  <a:lnTo>
                    <a:pt x="1256" y="1926"/>
                  </a:lnTo>
                  <a:lnTo>
                    <a:pt x="1258" y="1896"/>
                  </a:lnTo>
                  <a:lnTo>
                    <a:pt x="1258" y="189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4" y="1830"/>
                  </a:lnTo>
                  <a:lnTo>
                    <a:pt x="1254" y="1824"/>
                  </a:lnTo>
                  <a:lnTo>
                    <a:pt x="1254" y="1824"/>
                  </a:lnTo>
                  <a:lnTo>
                    <a:pt x="1252" y="1802"/>
                  </a:lnTo>
                  <a:lnTo>
                    <a:pt x="1252" y="1802"/>
                  </a:lnTo>
                  <a:lnTo>
                    <a:pt x="1252" y="1800"/>
                  </a:lnTo>
                  <a:lnTo>
                    <a:pt x="1252" y="1800"/>
                  </a:lnTo>
                  <a:lnTo>
                    <a:pt x="1250" y="1788"/>
                  </a:lnTo>
                  <a:lnTo>
                    <a:pt x="1250" y="1788"/>
                  </a:lnTo>
                  <a:lnTo>
                    <a:pt x="1250" y="1784"/>
                  </a:lnTo>
                  <a:lnTo>
                    <a:pt x="1250" y="1784"/>
                  </a:lnTo>
                  <a:lnTo>
                    <a:pt x="1248" y="1764"/>
                  </a:lnTo>
                  <a:lnTo>
                    <a:pt x="1246" y="1755"/>
                  </a:lnTo>
                  <a:lnTo>
                    <a:pt x="1246" y="1755"/>
                  </a:lnTo>
                  <a:lnTo>
                    <a:pt x="1242" y="1725"/>
                  </a:lnTo>
                  <a:lnTo>
                    <a:pt x="1242" y="1721"/>
                  </a:lnTo>
                  <a:lnTo>
                    <a:pt x="1242" y="1721"/>
                  </a:lnTo>
                  <a:lnTo>
                    <a:pt x="1234" y="1689"/>
                  </a:lnTo>
                  <a:lnTo>
                    <a:pt x="1234" y="1687"/>
                  </a:lnTo>
                  <a:lnTo>
                    <a:pt x="1234" y="1687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12" y="1599"/>
                  </a:lnTo>
                  <a:lnTo>
                    <a:pt x="1194" y="1547"/>
                  </a:lnTo>
                  <a:lnTo>
                    <a:pt x="1194" y="1545"/>
                  </a:lnTo>
                  <a:lnTo>
                    <a:pt x="1194" y="1545"/>
                  </a:lnTo>
                  <a:lnTo>
                    <a:pt x="1182" y="1511"/>
                  </a:lnTo>
                  <a:lnTo>
                    <a:pt x="1182" y="1509"/>
                  </a:lnTo>
                  <a:lnTo>
                    <a:pt x="1182" y="1509"/>
                  </a:lnTo>
                  <a:lnTo>
                    <a:pt x="1168" y="1475"/>
                  </a:lnTo>
                  <a:lnTo>
                    <a:pt x="1166" y="1473"/>
                  </a:lnTo>
                  <a:lnTo>
                    <a:pt x="1166" y="1473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36" y="1407"/>
                  </a:lnTo>
                  <a:lnTo>
                    <a:pt x="1136" y="1407"/>
                  </a:lnTo>
                  <a:lnTo>
                    <a:pt x="1136" y="1405"/>
                  </a:lnTo>
                  <a:lnTo>
                    <a:pt x="1136" y="1405"/>
                  </a:lnTo>
                  <a:lnTo>
                    <a:pt x="1134" y="1401"/>
                  </a:lnTo>
                  <a:lnTo>
                    <a:pt x="1134" y="1401"/>
                  </a:lnTo>
                  <a:lnTo>
                    <a:pt x="1134" y="1399"/>
                  </a:lnTo>
                  <a:lnTo>
                    <a:pt x="1132" y="1397"/>
                  </a:lnTo>
                  <a:lnTo>
                    <a:pt x="1132" y="1397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14" y="1363"/>
                  </a:lnTo>
                  <a:lnTo>
                    <a:pt x="1114" y="1363"/>
                  </a:lnTo>
                  <a:lnTo>
                    <a:pt x="1114" y="1361"/>
                  </a:lnTo>
                  <a:lnTo>
                    <a:pt x="1114" y="1361"/>
                  </a:lnTo>
                  <a:lnTo>
                    <a:pt x="1102" y="1337"/>
                  </a:lnTo>
                  <a:lnTo>
                    <a:pt x="1102" y="1337"/>
                  </a:lnTo>
                  <a:lnTo>
                    <a:pt x="1100" y="1333"/>
                  </a:lnTo>
                  <a:lnTo>
                    <a:pt x="1100" y="1333"/>
                  </a:lnTo>
                  <a:lnTo>
                    <a:pt x="1080" y="1299"/>
                  </a:lnTo>
                  <a:lnTo>
                    <a:pt x="1080" y="1299"/>
                  </a:lnTo>
                  <a:lnTo>
                    <a:pt x="1062" y="1267"/>
                  </a:lnTo>
                  <a:lnTo>
                    <a:pt x="1062" y="1267"/>
                  </a:lnTo>
                  <a:lnTo>
                    <a:pt x="1060" y="1265"/>
                  </a:lnTo>
                  <a:lnTo>
                    <a:pt x="1060" y="1265"/>
                  </a:lnTo>
                  <a:lnTo>
                    <a:pt x="1040" y="1235"/>
                  </a:lnTo>
                  <a:lnTo>
                    <a:pt x="1040" y="1233"/>
                  </a:lnTo>
                  <a:lnTo>
                    <a:pt x="1040" y="1233"/>
                  </a:lnTo>
                  <a:lnTo>
                    <a:pt x="1018" y="1201"/>
                  </a:lnTo>
                  <a:lnTo>
                    <a:pt x="1018" y="1201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72" y="1137"/>
                  </a:lnTo>
                  <a:lnTo>
                    <a:pt x="972" y="1137"/>
                  </a:lnTo>
                  <a:lnTo>
                    <a:pt x="948" y="1109"/>
                  </a:lnTo>
                  <a:lnTo>
                    <a:pt x="948" y="1107"/>
                  </a:lnTo>
                  <a:lnTo>
                    <a:pt x="948" y="1107"/>
                  </a:lnTo>
                  <a:lnTo>
                    <a:pt x="924" y="1079"/>
                  </a:lnTo>
                  <a:lnTo>
                    <a:pt x="922" y="1077"/>
                  </a:lnTo>
                  <a:lnTo>
                    <a:pt x="922" y="1077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46" y="997"/>
                  </a:lnTo>
                  <a:lnTo>
                    <a:pt x="846" y="997"/>
                  </a:lnTo>
                  <a:lnTo>
                    <a:pt x="820" y="973"/>
                  </a:lnTo>
                  <a:lnTo>
                    <a:pt x="820" y="973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64" y="927"/>
                  </a:lnTo>
                  <a:lnTo>
                    <a:pt x="764" y="927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08" y="885"/>
                  </a:lnTo>
                  <a:lnTo>
                    <a:pt x="708" y="885"/>
                  </a:lnTo>
                  <a:lnTo>
                    <a:pt x="680" y="865"/>
                  </a:lnTo>
                  <a:lnTo>
                    <a:pt x="680" y="865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7"/>
                  </a:lnTo>
                  <a:lnTo>
                    <a:pt x="650" y="847"/>
                  </a:lnTo>
                  <a:lnTo>
                    <a:pt x="620" y="831"/>
                  </a:lnTo>
                  <a:lnTo>
                    <a:pt x="620" y="831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62" y="805"/>
                  </a:lnTo>
                  <a:lnTo>
                    <a:pt x="562" y="805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06" y="785"/>
                  </a:lnTo>
                  <a:lnTo>
                    <a:pt x="506" y="783"/>
                  </a:lnTo>
                  <a:lnTo>
                    <a:pt x="506" y="783"/>
                  </a:lnTo>
                  <a:lnTo>
                    <a:pt x="478" y="777"/>
                  </a:lnTo>
                  <a:lnTo>
                    <a:pt x="476" y="775"/>
                  </a:lnTo>
                  <a:lnTo>
                    <a:pt x="476" y="775"/>
                  </a:lnTo>
                  <a:lnTo>
                    <a:pt x="450" y="769"/>
                  </a:lnTo>
                  <a:lnTo>
                    <a:pt x="448" y="769"/>
                  </a:lnTo>
                  <a:lnTo>
                    <a:pt x="448" y="769"/>
                  </a:lnTo>
                  <a:lnTo>
                    <a:pt x="424" y="765"/>
                  </a:lnTo>
                  <a:lnTo>
                    <a:pt x="422" y="765"/>
                  </a:lnTo>
                  <a:lnTo>
                    <a:pt x="1546" y="114"/>
                  </a:lnTo>
                  <a:lnTo>
                    <a:pt x="1550" y="112"/>
                  </a:lnTo>
                  <a:lnTo>
                    <a:pt x="1550" y="112"/>
                  </a:lnTo>
                  <a:lnTo>
                    <a:pt x="1566" y="104"/>
                  </a:lnTo>
                  <a:lnTo>
                    <a:pt x="1566" y="104"/>
                  </a:lnTo>
                  <a:lnTo>
                    <a:pt x="1582" y="98"/>
                  </a:lnTo>
                  <a:lnTo>
                    <a:pt x="1582" y="98"/>
                  </a:lnTo>
                  <a:lnTo>
                    <a:pt x="1588" y="96"/>
                  </a:lnTo>
                  <a:lnTo>
                    <a:pt x="1588" y="96"/>
                  </a:lnTo>
                  <a:lnTo>
                    <a:pt x="1600" y="92"/>
                  </a:lnTo>
                  <a:lnTo>
                    <a:pt x="1604" y="90"/>
                  </a:lnTo>
                  <a:lnTo>
                    <a:pt x="1604" y="90"/>
                  </a:lnTo>
                  <a:lnTo>
                    <a:pt x="1622" y="86"/>
                  </a:lnTo>
                  <a:lnTo>
                    <a:pt x="1626" y="86"/>
                  </a:lnTo>
                  <a:lnTo>
                    <a:pt x="1626" y="86"/>
                  </a:lnTo>
                  <a:lnTo>
                    <a:pt x="1640" y="84"/>
                  </a:lnTo>
                  <a:lnTo>
                    <a:pt x="1644" y="82"/>
                  </a:lnTo>
                  <a:lnTo>
                    <a:pt x="1644" y="82"/>
                  </a:lnTo>
                  <a:lnTo>
                    <a:pt x="1662" y="80"/>
                  </a:lnTo>
                  <a:lnTo>
                    <a:pt x="1666" y="80"/>
                  </a:lnTo>
                  <a:lnTo>
                    <a:pt x="1666" y="80"/>
                  </a:lnTo>
                  <a:lnTo>
                    <a:pt x="1676" y="80"/>
                  </a:lnTo>
                  <a:lnTo>
                    <a:pt x="1678" y="80"/>
                  </a:lnTo>
                  <a:lnTo>
                    <a:pt x="1678" y="80"/>
                  </a:lnTo>
                  <a:lnTo>
                    <a:pt x="1680" y="80"/>
                  </a:lnTo>
                  <a:lnTo>
                    <a:pt x="1680" y="80"/>
                  </a:lnTo>
                  <a:lnTo>
                    <a:pt x="1690" y="80"/>
                  </a:lnTo>
                  <a:lnTo>
                    <a:pt x="1690" y="80"/>
                  </a:lnTo>
                  <a:lnTo>
                    <a:pt x="1696" y="80"/>
                  </a:lnTo>
                  <a:lnTo>
                    <a:pt x="1696" y="80"/>
                  </a:lnTo>
                  <a:lnTo>
                    <a:pt x="1700" y="80"/>
                  </a:lnTo>
                  <a:lnTo>
                    <a:pt x="1712" y="82"/>
                  </a:lnTo>
                  <a:lnTo>
                    <a:pt x="1712" y="82"/>
                  </a:lnTo>
                  <a:lnTo>
                    <a:pt x="1726" y="82"/>
                  </a:lnTo>
                  <a:lnTo>
                    <a:pt x="1732" y="84"/>
                  </a:lnTo>
                  <a:lnTo>
                    <a:pt x="1732" y="84"/>
                  </a:lnTo>
                  <a:lnTo>
                    <a:pt x="1738" y="84"/>
                  </a:lnTo>
                  <a:lnTo>
                    <a:pt x="1738" y="84"/>
                  </a:lnTo>
                  <a:lnTo>
                    <a:pt x="1750" y="86"/>
                  </a:lnTo>
                  <a:lnTo>
                    <a:pt x="1760" y="88"/>
                  </a:lnTo>
                  <a:lnTo>
                    <a:pt x="1760" y="88"/>
                  </a:lnTo>
                  <a:lnTo>
                    <a:pt x="1770" y="90"/>
                  </a:lnTo>
                  <a:lnTo>
                    <a:pt x="1778" y="94"/>
                  </a:lnTo>
                  <a:lnTo>
                    <a:pt x="1778" y="94"/>
                  </a:lnTo>
                  <a:lnTo>
                    <a:pt x="1788" y="96"/>
                  </a:lnTo>
                  <a:lnTo>
                    <a:pt x="1788" y="96"/>
                  </a:lnTo>
                  <a:lnTo>
                    <a:pt x="1796" y="98"/>
                  </a:lnTo>
                  <a:lnTo>
                    <a:pt x="1806" y="100"/>
                  </a:lnTo>
                  <a:lnTo>
                    <a:pt x="1806" y="100"/>
                  </a:lnTo>
                  <a:lnTo>
                    <a:pt x="1814" y="104"/>
                  </a:lnTo>
                  <a:lnTo>
                    <a:pt x="1814" y="104"/>
                  </a:lnTo>
                  <a:lnTo>
                    <a:pt x="1822" y="106"/>
                  </a:lnTo>
                  <a:lnTo>
                    <a:pt x="1828" y="110"/>
                  </a:lnTo>
                  <a:lnTo>
                    <a:pt x="1828" y="110"/>
                  </a:lnTo>
                  <a:lnTo>
                    <a:pt x="1836" y="112"/>
                  </a:lnTo>
                  <a:lnTo>
                    <a:pt x="1836" y="112"/>
                  </a:lnTo>
                  <a:lnTo>
                    <a:pt x="1844" y="114"/>
                  </a:lnTo>
                  <a:lnTo>
                    <a:pt x="1850" y="118"/>
                  </a:lnTo>
                  <a:lnTo>
                    <a:pt x="1850" y="118"/>
                  </a:lnTo>
                  <a:lnTo>
                    <a:pt x="1858" y="120"/>
                  </a:lnTo>
                  <a:lnTo>
                    <a:pt x="1858" y="120"/>
                  </a:lnTo>
                  <a:lnTo>
                    <a:pt x="1864" y="124"/>
                  </a:lnTo>
                  <a:lnTo>
                    <a:pt x="1900" y="142"/>
                  </a:lnTo>
                  <a:lnTo>
                    <a:pt x="1948" y="168"/>
                  </a:lnTo>
                  <a:lnTo>
                    <a:pt x="1948" y="170"/>
                  </a:lnTo>
                  <a:lnTo>
                    <a:pt x="1956" y="174"/>
                  </a:lnTo>
                  <a:lnTo>
                    <a:pt x="1996" y="202"/>
                  </a:lnTo>
                  <a:lnTo>
                    <a:pt x="1996" y="202"/>
                  </a:lnTo>
                  <a:lnTo>
                    <a:pt x="2032" y="228"/>
                  </a:lnTo>
                  <a:lnTo>
                    <a:pt x="2068" y="258"/>
                  </a:lnTo>
                  <a:lnTo>
                    <a:pt x="2102" y="290"/>
                  </a:lnTo>
                  <a:lnTo>
                    <a:pt x="2136" y="322"/>
                  </a:lnTo>
                  <a:lnTo>
                    <a:pt x="2170" y="358"/>
                  </a:lnTo>
                  <a:lnTo>
                    <a:pt x="2202" y="396"/>
                  </a:lnTo>
                  <a:lnTo>
                    <a:pt x="2234" y="436"/>
                  </a:lnTo>
                  <a:lnTo>
                    <a:pt x="2264" y="476"/>
                  </a:lnTo>
                  <a:lnTo>
                    <a:pt x="2274" y="492"/>
                  </a:lnTo>
                  <a:lnTo>
                    <a:pt x="2328" y="578"/>
                  </a:lnTo>
                  <a:lnTo>
                    <a:pt x="2364" y="558"/>
                  </a:lnTo>
                  <a:lnTo>
                    <a:pt x="2330" y="580"/>
                  </a:lnTo>
                  <a:lnTo>
                    <a:pt x="2348" y="615"/>
                  </a:lnTo>
                  <a:lnTo>
                    <a:pt x="2348" y="615"/>
                  </a:lnTo>
                  <a:lnTo>
                    <a:pt x="2356" y="629"/>
                  </a:lnTo>
                  <a:lnTo>
                    <a:pt x="2356" y="629"/>
                  </a:lnTo>
                  <a:lnTo>
                    <a:pt x="2360" y="635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6" y="649"/>
                  </a:lnTo>
                  <a:lnTo>
                    <a:pt x="2366" y="649"/>
                  </a:lnTo>
                  <a:lnTo>
                    <a:pt x="2378" y="671"/>
                  </a:lnTo>
                  <a:lnTo>
                    <a:pt x="2384" y="683"/>
                  </a:lnTo>
                  <a:lnTo>
                    <a:pt x="2384" y="683"/>
                  </a:lnTo>
                  <a:lnTo>
                    <a:pt x="2390" y="697"/>
                  </a:lnTo>
                  <a:lnTo>
                    <a:pt x="2394" y="707"/>
                  </a:lnTo>
                  <a:lnTo>
                    <a:pt x="2422" y="773"/>
                  </a:lnTo>
                  <a:lnTo>
                    <a:pt x="2422" y="773"/>
                  </a:lnTo>
                  <a:lnTo>
                    <a:pt x="2444" y="833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56" y="875"/>
                  </a:lnTo>
                  <a:lnTo>
                    <a:pt x="2470" y="927"/>
                  </a:lnTo>
                  <a:lnTo>
                    <a:pt x="2470" y="927"/>
                  </a:lnTo>
                  <a:lnTo>
                    <a:pt x="2472" y="937"/>
                  </a:lnTo>
                  <a:lnTo>
                    <a:pt x="2474" y="947"/>
                  </a:lnTo>
                  <a:lnTo>
                    <a:pt x="2474" y="947"/>
                  </a:lnTo>
                  <a:lnTo>
                    <a:pt x="2476" y="957"/>
                  </a:lnTo>
                  <a:lnTo>
                    <a:pt x="2476" y="957"/>
                  </a:lnTo>
                  <a:lnTo>
                    <a:pt x="2478" y="969"/>
                  </a:lnTo>
                  <a:lnTo>
                    <a:pt x="2482" y="983"/>
                  </a:lnTo>
                  <a:lnTo>
                    <a:pt x="2482" y="983"/>
                  </a:lnTo>
                  <a:lnTo>
                    <a:pt x="2484" y="1001"/>
                  </a:lnTo>
                  <a:lnTo>
                    <a:pt x="2486" y="1007"/>
                  </a:lnTo>
                  <a:lnTo>
                    <a:pt x="2486" y="1007"/>
                  </a:lnTo>
                  <a:lnTo>
                    <a:pt x="2486" y="1015"/>
                  </a:lnTo>
                  <a:lnTo>
                    <a:pt x="2486" y="1019"/>
                  </a:lnTo>
                  <a:lnTo>
                    <a:pt x="2486" y="1019"/>
                  </a:lnTo>
                  <a:lnTo>
                    <a:pt x="2488" y="1023"/>
                  </a:lnTo>
                  <a:lnTo>
                    <a:pt x="2488" y="1023"/>
                  </a:lnTo>
                  <a:lnTo>
                    <a:pt x="2488" y="1027"/>
                  </a:lnTo>
                  <a:lnTo>
                    <a:pt x="2488" y="1031"/>
                  </a:lnTo>
                  <a:lnTo>
                    <a:pt x="2488" y="1031"/>
                  </a:lnTo>
                  <a:lnTo>
                    <a:pt x="2490" y="1049"/>
                  </a:lnTo>
                  <a:lnTo>
                    <a:pt x="2490" y="1049"/>
                  </a:lnTo>
                  <a:lnTo>
                    <a:pt x="2492" y="1055"/>
                  </a:lnTo>
                  <a:lnTo>
                    <a:pt x="2492" y="1055"/>
                  </a:lnTo>
                  <a:lnTo>
                    <a:pt x="2492" y="1057"/>
                  </a:lnTo>
                  <a:lnTo>
                    <a:pt x="2492" y="1057"/>
                  </a:lnTo>
                  <a:lnTo>
                    <a:pt x="2492" y="1067"/>
                  </a:lnTo>
                  <a:lnTo>
                    <a:pt x="2492" y="1075"/>
                  </a:lnTo>
                  <a:lnTo>
                    <a:pt x="2492" y="1075"/>
                  </a:lnTo>
                  <a:lnTo>
                    <a:pt x="2494" y="1101"/>
                  </a:lnTo>
                  <a:lnTo>
                    <a:pt x="2494" y="1107"/>
                  </a:lnTo>
                  <a:lnTo>
                    <a:pt x="2494" y="1107"/>
                  </a:lnTo>
                  <a:lnTo>
                    <a:pt x="2496" y="1135"/>
                  </a:lnTo>
                  <a:lnTo>
                    <a:pt x="2496" y="1135"/>
                  </a:lnTo>
                  <a:lnTo>
                    <a:pt x="2494" y="1161"/>
                  </a:lnTo>
                  <a:lnTo>
                    <a:pt x="2494" y="11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66" name="Rectangle 66"/>
            <p:cNvSpPr/>
            <p:nvPr/>
          </p:nvSpPr>
          <p:spPr>
            <a:xfrm>
              <a:off x="7255440" y="3531600"/>
              <a:ext cx="360" cy="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60" bIns="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367" name="타원 11"/>
          <p:cNvSpPr/>
          <p:nvPr/>
        </p:nvSpPr>
        <p:spPr>
          <a:xfrm>
            <a:off x="5034600" y="3180960"/>
            <a:ext cx="640440" cy="64044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368" name="그룹 3"/>
          <p:cNvGrpSpPr/>
          <p:nvPr/>
        </p:nvGrpSpPr>
        <p:grpSpPr>
          <a:xfrm>
            <a:off x="5122800" y="3348360"/>
            <a:ext cx="463680" cy="296280"/>
            <a:chOff x="5122800" y="3348360"/>
            <a:chExt cx="463680" cy="296280"/>
          </a:xfrm>
        </p:grpSpPr>
        <p:sp>
          <p:nvSpPr>
            <p:cNvPr id="1369" name="AutoShape 68"/>
            <p:cNvSpPr/>
            <p:nvPr/>
          </p:nvSpPr>
          <p:spPr>
            <a:xfrm>
              <a:off x="5122800" y="3348360"/>
              <a:ext cx="463680" cy="29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70" name="Freeform 70"/>
            <p:cNvSpPr/>
            <p:nvPr/>
          </p:nvSpPr>
          <p:spPr>
            <a:xfrm>
              <a:off x="5176800" y="3348360"/>
              <a:ext cx="315720" cy="156960"/>
            </a:xfrm>
            <a:custGeom>
              <a:avLst/>
              <a:gdLst>
                <a:gd name="textAreaLeft" fmla="*/ 0 w 315720"/>
                <a:gd name="textAreaRight" fmla="*/ 316800 w 315720"/>
                <a:gd name="textAreaTop" fmla="*/ 0 h 156960"/>
                <a:gd name="textAreaBottom" fmla="*/ 158040 h 15696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71" name="Freeform 71"/>
            <p:cNvSpPr/>
            <p:nvPr/>
          </p:nvSpPr>
          <p:spPr>
            <a:xfrm>
              <a:off x="5122800" y="3409560"/>
              <a:ext cx="463680" cy="234720"/>
            </a:xfrm>
            <a:custGeom>
              <a:avLst/>
              <a:gdLst>
                <a:gd name="textAreaLeft" fmla="*/ 0 w 463680"/>
                <a:gd name="textAreaRight" fmla="*/ 464760 w 463680"/>
                <a:gd name="textAreaTop" fmla="*/ 0 h 234720"/>
                <a:gd name="textAreaBottom" fmla="*/ 235800 h 23472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7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7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7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76" name="PlaceHolder 5"/>
          <p:cNvSpPr>
            <a:spLocks noGrp="1"/>
          </p:cNvSpPr>
          <p:nvPr>
            <p:ph type="sldNum" idx="10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AB1DD6-8F17-430B-A7A0-3C4EAA63BA6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377" name="PlaceHolder 6"/>
          <p:cNvSpPr>
            <a:spLocks noGrp="1"/>
          </p:cNvSpPr>
          <p:nvPr>
            <p:ph type="ftr" idx="10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378" name="모서리가 둥근 직사각형 77"/>
          <p:cNvSpPr/>
          <p:nvPr/>
        </p:nvSpPr>
        <p:spPr>
          <a:xfrm>
            <a:off x="956520" y="2706480"/>
            <a:ext cx="7991640" cy="17992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379" name="그룹 78"/>
          <p:cNvGrpSpPr/>
          <p:nvPr/>
        </p:nvGrpSpPr>
        <p:grpSpPr>
          <a:xfrm>
            <a:off x="2776320" y="3292560"/>
            <a:ext cx="4352400" cy="627120"/>
            <a:chOff x="2776320" y="3292560"/>
            <a:chExt cx="4352400" cy="627120"/>
          </a:xfrm>
        </p:grpSpPr>
        <p:sp>
          <p:nvSpPr>
            <p:cNvPr id="1380" name="타원 79"/>
            <p:cNvSpPr/>
            <p:nvPr/>
          </p:nvSpPr>
          <p:spPr>
            <a:xfrm>
              <a:off x="2776320" y="3292560"/>
              <a:ext cx="627120" cy="627120"/>
            </a:xfrm>
            <a:prstGeom prst="ellipse">
              <a:avLst/>
            </a:prstGeom>
            <a:solidFill>
              <a:schemeClr val="bg2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81" name="타원 80"/>
            <p:cNvSpPr/>
            <p:nvPr/>
          </p:nvSpPr>
          <p:spPr>
            <a:xfrm>
              <a:off x="4638960" y="3292560"/>
              <a:ext cx="627120" cy="627120"/>
            </a:xfrm>
            <a:prstGeom prst="ellipse">
              <a:avLst/>
            </a:prstGeom>
            <a:solidFill>
              <a:schemeClr val="bg2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82" name="타원 81"/>
            <p:cNvSpPr/>
            <p:nvPr/>
          </p:nvSpPr>
          <p:spPr>
            <a:xfrm>
              <a:off x="6501600" y="3292560"/>
              <a:ext cx="627120" cy="627120"/>
            </a:xfrm>
            <a:prstGeom prst="ellipse">
              <a:avLst/>
            </a:prstGeom>
            <a:solidFill>
              <a:schemeClr val="bg2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383" name="타원 82"/>
          <p:cNvSpPr/>
          <p:nvPr/>
        </p:nvSpPr>
        <p:spPr>
          <a:xfrm>
            <a:off x="1444320" y="2853000"/>
            <a:ext cx="1510920" cy="1510920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84" name="타원 83"/>
          <p:cNvSpPr/>
          <p:nvPr/>
        </p:nvSpPr>
        <p:spPr>
          <a:xfrm>
            <a:off x="3279240" y="2853000"/>
            <a:ext cx="1510920" cy="151092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400" spc="-2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1385" name="타원 84"/>
          <p:cNvSpPr/>
          <p:nvPr/>
        </p:nvSpPr>
        <p:spPr>
          <a:xfrm>
            <a:off x="5114520" y="2853000"/>
            <a:ext cx="1510920" cy="1510920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86" name="타원 85"/>
          <p:cNvSpPr/>
          <p:nvPr/>
        </p:nvSpPr>
        <p:spPr>
          <a:xfrm>
            <a:off x="6949440" y="2853000"/>
            <a:ext cx="1510920" cy="151092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387" name="직사각형 102"/>
          <p:cNvSpPr/>
          <p:nvPr/>
        </p:nvSpPr>
        <p:spPr>
          <a:xfrm>
            <a:off x="1951560" y="2284560"/>
            <a:ext cx="496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88" name="직사각형 103"/>
          <p:cNvSpPr/>
          <p:nvPr/>
        </p:nvSpPr>
        <p:spPr>
          <a:xfrm>
            <a:off x="3786480" y="2284560"/>
            <a:ext cx="496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89" name="직사각형 104"/>
          <p:cNvSpPr/>
          <p:nvPr/>
        </p:nvSpPr>
        <p:spPr>
          <a:xfrm>
            <a:off x="5621400" y="2284560"/>
            <a:ext cx="496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0" name="직사각형 105"/>
          <p:cNvSpPr/>
          <p:nvPr/>
        </p:nvSpPr>
        <p:spPr>
          <a:xfrm>
            <a:off x="7456680" y="2284560"/>
            <a:ext cx="496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1" name="직사각형 107"/>
          <p:cNvSpPr/>
          <p:nvPr/>
        </p:nvSpPr>
        <p:spPr>
          <a:xfrm>
            <a:off x="1590840" y="467784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2" name="직사각형 108"/>
          <p:cNvSpPr/>
          <p:nvPr/>
        </p:nvSpPr>
        <p:spPr>
          <a:xfrm>
            <a:off x="1445400" y="4981320"/>
            <a:ext cx="15361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3" name="직사각형 110"/>
          <p:cNvSpPr/>
          <p:nvPr/>
        </p:nvSpPr>
        <p:spPr>
          <a:xfrm>
            <a:off x="3426120" y="467784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4" name="직사각형 111"/>
          <p:cNvSpPr/>
          <p:nvPr/>
        </p:nvSpPr>
        <p:spPr>
          <a:xfrm>
            <a:off x="3280680" y="4981320"/>
            <a:ext cx="15361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5" name="직사각형 113"/>
          <p:cNvSpPr/>
          <p:nvPr/>
        </p:nvSpPr>
        <p:spPr>
          <a:xfrm>
            <a:off x="5261040" y="467784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6" name="직사각형 114"/>
          <p:cNvSpPr/>
          <p:nvPr/>
        </p:nvSpPr>
        <p:spPr>
          <a:xfrm>
            <a:off x="5115600" y="4981680"/>
            <a:ext cx="15361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7" name="직사각형 116"/>
          <p:cNvSpPr/>
          <p:nvPr/>
        </p:nvSpPr>
        <p:spPr>
          <a:xfrm>
            <a:off x="7095960" y="467820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8" name="직사각형 117"/>
          <p:cNvSpPr/>
          <p:nvPr/>
        </p:nvSpPr>
        <p:spPr>
          <a:xfrm>
            <a:off x="6936840" y="4981680"/>
            <a:ext cx="15361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399" name="그룹 2"/>
          <p:cNvGrpSpPr/>
          <p:nvPr/>
        </p:nvGrpSpPr>
        <p:grpSpPr>
          <a:xfrm>
            <a:off x="3767760" y="3345840"/>
            <a:ext cx="506880" cy="464040"/>
            <a:chOff x="3767760" y="3345840"/>
            <a:chExt cx="506880" cy="464040"/>
          </a:xfrm>
        </p:grpSpPr>
        <p:sp>
          <p:nvSpPr>
            <p:cNvPr id="1400" name="AutoShape 116"/>
            <p:cNvSpPr/>
            <p:nvPr/>
          </p:nvSpPr>
          <p:spPr>
            <a:xfrm>
              <a:off x="3767760" y="3345840"/>
              <a:ext cx="506880" cy="46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01" name="Freeform 118"/>
            <p:cNvSpPr/>
            <p:nvPr/>
          </p:nvSpPr>
          <p:spPr>
            <a:xfrm>
              <a:off x="3778920" y="3687120"/>
              <a:ext cx="32400" cy="40320"/>
            </a:xfrm>
            <a:custGeom>
              <a:avLst/>
              <a:gdLst>
                <a:gd name="textAreaLeft" fmla="*/ 0 w 32400"/>
                <a:gd name="textAreaRight" fmla="*/ 33480 w 32400"/>
                <a:gd name="textAreaTop" fmla="*/ 0 h 40320"/>
                <a:gd name="textAreaBottom" fmla="*/ 41400 h 40320"/>
              </a:gdLst>
              <a:ahLst/>
              <a:rect l="textAreaLeft" t="textAreaTop" r="textAreaRight" b="textAreaBottom"/>
              <a:pathLst>
                <a:path w="107" h="130">
                  <a:moveTo>
                    <a:pt x="41" y="19"/>
                  </a:moveTo>
                  <a:lnTo>
                    <a:pt x="41" y="112"/>
                  </a:lnTo>
                  <a:lnTo>
                    <a:pt x="107" y="112"/>
                  </a:lnTo>
                  <a:lnTo>
                    <a:pt x="107" y="19"/>
                  </a:lnTo>
                  <a:lnTo>
                    <a:pt x="41" y="19"/>
                  </a:lnTo>
                  <a:lnTo>
                    <a:pt x="41" y="19"/>
                  </a:lnTo>
                  <a:close/>
                  <a:moveTo>
                    <a:pt x="23" y="12"/>
                  </a:moveTo>
                  <a:lnTo>
                    <a:pt x="23" y="118"/>
                  </a:lnTo>
                  <a:lnTo>
                    <a:pt x="23" y="118"/>
                  </a:lnTo>
                  <a:lnTo>
                    <a:pt x="22" y="123"/>
                  </a:lnTo>
                  <a:lnTo>
                    <a:pt x="20" y="126"/>
                  </a:lnTo>
                  <a:lnTo>
                    <a:pt x="16" y="129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6" y="129"/>
                  </a:lnTo>
                  <a:lnTo>
                    <a:pt x="3" y="126"/>
                  </a:lnTo>
                  <a:lnTo>
                    <a:pt x="1" y="123"/>
                  </a:lnTo>
                  <a:lnTo>
                    <a:pt x="0" y="11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8"/>
                  </a:lnTo>
                  <a:lnTo>
                    <a:pt x="3" y="3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1"/>
                  </a:lnTo>
                  <a:lnTo>
                    <a:pt x="20" y="3"/>
                  </a:lnTo>
                  <a:lnTo>
                    <a:pt x="22" y="8"/>
                  </a:lnTo>
                  <a:lnTo>
                    <a:pt x="23" y="12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0520" bIns="205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02" name="Freeform 119"/>
            <p:cNvSpPr/>
            <p:nvPr/>
          </p:nvSpPr>
          <p:spPr>
            <a:xfrm>
              <a:off x="3790080" y="3442680"/>
              <a:ext cx="467280" cy="32400"/>
            </a:xfrm>
            <a:custGeom>
              <a:avLst/>
              <a:gdLst>
                <a:gd name="textAreaLeft" fmla="*/ 0 w 467280"/>
                <a:gd name="textAreaRight" fmla="*/ 468360 w 467280"/>
                <a:gd name="textAreaTop" fmla="*/ 0 h 32400"/>
                <a:gd name="textAreaBottom" fmla="*/ 33480 h 32400"/>
              </a:gdLst>
              <a:ahLst/>
              <a:rect l="textAreaLeft" t="textAreaTop" r="textAreaRight" b="textAreaBottom"/>
              <a:pathLst>
                <a:path w="1477" h="109">
                  <a:moveTo>
                    <a:pt x="1477" y="109"/>
                  </a:moveTo>
                  <a:lnTo>
                    <a:pt x="1477" y="0"/>
                  </a:lnTo>
                  <a:lnTo>
                    <a:pt x="0" y="0"/>
                  </a:lnTo>
                  <a:lnTo>
                    <a:pt x="0" y="109"/>
                  </a:lnTo>
                  <a:lnTo>
                    <a:pt x="1477" y="109"/>
                  </a:lnTo>
                  <a:lnTo>
                    <a:pt x="1477" y="10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03" name="Freeform 120"/>
            <p:cNvSpPr/>
            <p:nvPr/>
          </p:nvSpPr>
          <p:spPr>
            <a:xfrm>
              <a:off x="3802680" y="3488760"/>
              <a:ext cx="443520" cy="180000"/>
            </a:xfrm>
            <a:custGeom>
              <a:avLst/>
              <a:gdLst>
                <a:gd name="textAreaLeft" fmla="*/ 0 w 443520"/>
                <a:gd name="textAreaRight" fmla="*/ 444600 w 443520"/>
                <a:gd name="textAreaTop" fmla="*/ 0 h 180000"/>
                <a:gd name="textAreaBottom" fmla="*/ 181080 h 180000"/>
              </a:gdLst>
              <a:ahLst/>
              <a:rect l="textAreaLeft" t="textAreaTop" r="textAreaRight" b="textAreaBottom"/>
              <a:pathLst>
                <a:path w="1403" h="570">
                  <a:moveTo>
                    <a:pt x="1175" y="570"/>
                  </a:moveTo>
                  <a:lnTo>
                    <a:pt x="1175" y="570"/>
                  </a:lnTo>
                  <a:lnTo>
                    <a:pt x="1199" y="557"/>
                  </a:lnTo>
                  <a:lnTo>
                    <a:pt x="1223" y="541"/>
                  </a:lnTo>
                  <a:lnTo>
                    <a:pt x="1246" y="524"/>
                  </a:lnTo>
                  <a:lnTo>
                    <a:pt x="1267" y="506"/>
                  </a:lnTo>
                  <a:lnTo>
                    <a:pt x="1288" y="487"/>
                  </a:lnTo>
                  <a:lnTo>
                    <a:pt x="1305" y="469"/>
                  </a:lnTo>
                  <a:lnTo>
                    <a:pt x="1323" y="450"/>
                  </a:lnTo>
                  <a:lnTo>
                    <a:pt x="1339" y="431"/>
                  </a:lnTo>
                  <a:lnTo>
                    <a:pt x="1353" y="412"/>
                  </a:lnTo>
                  <a:lnTo>
                    <a:pt x="1366" y="394"/>
                  </a:lnTo>
                  <a:lnTo>
                    <a:pt x="1377" y="378"/>
                  </a:lnTo>
                  <a:lnTo>
                    <a:pt x="1386" y="362"/>
                  </a:lnTo>
                  <a:lnTo>
                    <a:pt x="1393" y="347"/>
                  </a:lnTo>
                  <a:lnTo>
                    <a:pt x="1398" y="335"/>
                  </a:lnTo>
                  <a:lnTo>
                    <a:pt x="1401" y="325"/>
                  </a:lnTo>
                  <a:lnTo>
                    <a:pt x="1403" y="316"/>
                  </a:lnTo>
                  <a:lnTo>
                    <a:pt x="1403" y="0"/>
                  </a:lnTo>
                  <a:lnTo>
                    <a:pt x="0" y="0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1" y="326"/>
                  </a:lnTo>
                  <a:lnTo>
                    <a:pt x="4" y="339"/>
                  </a:lnTo>
                  <a:lnTo>
                    <a:pt x="9" y="352"/>
                  </a:lnTo>
                  <a:lnTo>
                    <a:pt x="16" y="366"/>
                  </a:lnTo>
                  <a:lnTo>
                    <a:pt x="25" y="383"/>
                  </a:lnTo>
                  <a:lnTo>
                    <a:pt x="36" y="400"/>
                  </a:lnTo>
                  <a:lnTo>
                    <a:pt x="48" y="418"/>
                  </a:lnTo>
                  <a:lnTo>
                    <a:pt x="63" y="436"/>
                  </a:lnTo>
                  <a:lnTo>
                    <a:pt x="77" y="455"/>
                  </a:lnTo>
                  <a:lnTo>
                    <a:pt x="95" y="473"/>
                  </a:lnTo>
                  <a:lnTo>
                    <a:pt x="113" y="491"/>
                  </a:lnTo>
                  <a:lnTo>
                    <a:pt x="133" y="509"/>
                  </a:lnTo>
                  <a:lnTo>
                    <a:pt x="153" y="525"/>
                  </a:lnTo>
                  <a:lnTo>
                    <a:pt x="176" y="542"/>
                  </a:lnTo>
                  <a:lnTo>
                    <a:pt x="199" y="557"/>
                  </a:lnTo>
                  <a:lnTo>
                    <a:pt x="224" y="570"/>
                  </a:lnTo>
                  <a:lnTo>
                    <a:pt x="1175" y="570"/>
                  </a:lnTo>
                  <a:lnTo>
                    <a:pt x="1175" y="5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04" name="Freeform 121"/>
            <p:cNvSpPr/>
            <p:nvPr/>
          </p:nvSpPr>
          <p:spPr>
            <a:xfrm>
              <a:off x="3818520" y="3682440"/>
              <a:ext cx="81360" cy="51480"/>
            </a:xfrm>
            <a:custGeom>
              <a:avLst/>
              <a:gdLst>
                <a:gd name="textAreaLeft" fmla="*/ 0 w 81360"/>
                <a:gd name="textAreaRight" fmla="*/ 82440 w 81360"/>
                <a:gd name="textAreaTop" fmla="*/ 0 h 51480"/>
                <a:gd name="textAreaBottom" fmla="*/ 52560 h 51480"/>
              </a:gdLst>
              <a:ahLst/>
              <a:rect l="textAreaLeft" t="textAreaTop" r="textAreaRight" b="textAreaBottom"/>
              <a:pathLst>
                <a:path w="260" h="165">
                  <a:moveTo>
                    <a:pt x="166" y="153"/>
                  </a:moveTo>
                  <a:lnTo>
                    <a:pt x="166" y="153"/>
                  </a:lnTo>
                  <a:lnTo>
                    <a:pt x="167" y="141"/>
                  </a:lnTo>
                  <a:lnTo>
                    <a:pt x="168" y="129"/>
                  </a:lnTo>
                  <a:lnTo>
                    <a:pt x="171" y="117"/>
                  </a:lnTo>
                  <a:lnTo>
                    <a:pt x="173" y="105"/>
                  </a:lnTo>
                  <a:lnTo>
                    <a:pt x="177" y="94"/>
                  </a:lnTo>
                  <a:lnTo>
                    <a:pt x="181" y="83"/>
                  </a:lnTo>
                  <a:lnTo>
                    <a:pt x="186" y="73"/>
                  </a:lnTo>
                  <a:lnTo>
                    <a:pt x="192" y="63"/>
                  </a:lnTo>
                  <a:lnTo>
                    <a:pt x="199" y="53"/>
                  </a:lnTo>
                  <a:lnTo>
                    <a:pt x="205" y="44"/>
                  </a:lnTo>
                  <a:lnTo>
                    <a:pt x="213" y="35"/>
                  </a:lnTo>
                  <a:lnTo>
                    <a:pt x="222" y="27"/>
                  </a:lnTo>
                  <a:lnTo>
                    <a:pt x="231" y="19"/>
                  </a:lnTo>
                  <a:lnTo>
                    <a:pt x="240" y="13"/>
                  </a:lnTo>
                  <a:lnTo>
                    <a:pt x="250" y="6"/>
                  </a:lnTo>
                  <a:lnTo>
                    <a:pt x="26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8"/>
                  </a:lnTo>
                  <a:lnTo>
                    <a:pt x="2" y="161"/>
                  </a:lnTo>
                  <a:lnTo>
                    <a:pt x="5" y="164"/>
                  </a:lnTo>
                  <a:lnTo>
                    <a:pt x="10" y="165"/>
                  </a:lnTo>
                  <a:lnTo>
                    <a:pt x="167" y="165"/>
                  </a:lnTo>
                  <a:lnTo>
                    <a:pt x="167" y="165"/>
                  </a:lnTo>
                  <a:lnTo>
                    <a:pt x="166" y="153"/>
                  </a:lnTo>
                  <a:lnTo>
                    <a:pt x="166" y="15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05" name="Freeform 122"/>
            <p:cNvSpPr/>
            <p:nvPr/>
          </p:nvSpPr>
          <p:spPr>
            <a:xfrm>
              <a:off x="3877200" y="3682440"/>
              <a:ext cx="95760" cy="95760"/>
            </a:xfrm>
            <a:custGeom>
              <a:avLst/>
              <a:gdLst>
                <a:gd name="textAreaLeft" fmla="*/ 0 w 95760"/>
                <a:gd name="textAreaRight" fmla="*/ 96840 w 95760"/>
                <a:gd name="textAreaTop" fmla="*/ 0 h 95760"/>
                <a:gd name="textAreaBottom" fmla="*/ 96840 h 95760"/>
              </a:gdLst>
              <a:ahLst/>
              <a:rect l="textAreaLeft" t="textAreaTop" r="textAreaRight" b="textAreaBottom"/>
              <a:pathLst>
                <a:path w="305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30" y="266"/>
                  </a:lnTo>
                  <a:lnTo>
                    <a:pt x="119" y="263"/>
                  </a:lnTo>
                  <a:lnTo>
                    <a:pt x="108" y="260"/>
                  </a:lnTo>
                  <a:lnTo>
                    <a:pt x="98" y="254"/>
                  </a:lnTo>
                  <a:lnTo>
                    <a:pt x="89" y="249"/>
                  </a:lnTo>
                  <a:lnTo>
                    <a:pt x="80" y="242"/>
                  </a:lnTo>
                  <a:lnTo>
                    <a:pt x="72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2" y="208"/>
                  </a:lnTo>
                  <a:lnTo>
                    <a:pt x="46" y="198"/>
                  </a:lnTo>
                  <a:lnTo>
                    <a:pt x="43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6" y="109"/>
                  </a:lnTo>
                  <a:lnTo>
                    <a:pt x="52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0" y="64"/>
                  </a:lnTo>
                  <a:lnTo>
                    <a:pt x="89" y="57"/>
                  </a:lnTo>
                  <a:lnTo>
                    <a:pt x="98" y="52"/>
                  </a:lnTo>
                  <a:lnTo>
                    <a:pt x="108" y="47"/>
                  </a:lnTo>
                  <a:lnTo>
                    <a:pt x="119" y="43"/>
                  </a:lnTo>
                  <a:lnTo>
                    <a:pt x="130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5" y="38"/>
                  </a:lnTo>
                  <a:lnTo>
                    <a:pt x="176" y="41"/>
                  </a:lnTo>
                  <a:lnTo>
                    <a:pt x="187" y="43"/>
                  </a:lnTo>
                  <a:lnTo>
                    <a:pt x="198" y="47"/>
                  </a:lnTo>
                  <a:lnTo>
                    <a:pt x="208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4" y="72"/>
                  </a:lnTo>
                  <a:lnTo>
                    <a:pt x="242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3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3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2" y="226"/>
                  </a:lnTo>
                  <a:lnTo>
                    <a:pt x="234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8" y="254"/>
                  </a:lnTo>
                  <a:lnTo>
                    <a:pt x="198" y="260"/>
                  </a:lnTo>
                  <a:lnTo>
                    <a:pt x="187" y="263"/>
                  </a:lnTo>
                  <a:lnTo>
                    <a:pt x="176" y="266"/>
                  </a:lnTo>
                  <a:lnTo>
                    <a:pt x="165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7" y="1"/>
                  </a:lnTo>
                  <a:lnTo>
                    <a:pt x="122" y="4"/>
                  </a:lnTo>
                  <a:lnTo>
                    <a:pt x="108" y="8"/>
                  </a:lnTo>
                  <a:lnTo>
                    <a:pt x="93" y="13"/>
                  </a:lnTo>
                  <a:lnTo>
                    <a:pt x="80" y="19"/>
                  </a:lnTo>
                  <a:lnTo>
                    <a:pt x="67" y="27"/>
                  </a:lnTo>
                  <a:lnTo>
                    <a:pt x="56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9" y="81"/>
                  </a:lnTo>
                  <a:lnTo>
                    <a:pt x="13" y="94"/>
                  </a:lnTo>
                  <a:lnTo>
                    <a:pt x="7" y="108"/>
                  </a:lnTo>
                  <a:lnTo>
                    <a:pt x="4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4" y="184"/>
                  </a:lnTo>
                  <a:lnTo>
                    <a:pt x="7" y="198"/>
                  </a:lnTo>
                  <a:lnTo>
                    <a:pt x="13" y="213"/>
                  </a:lnTo>
                  <a:lnTo>
                    <a:pt x="19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6" y="271"/>
                  </a:lnTo>
                  <a:lnTo>
                    <a:pt x="67" y="280"/>
                  </a:lnTo>
                  <a:lnTo>
                    <a:pt x="80" y="287"/>
                  </a:lnTo>
                  <a:lnTo>
                    <a:pt x="93" y="293"/>
                  </a:lnTo>
                  <a:lnTo>
                    <a:pt x="108" y="299"/>
                  </a:lnTo>
                  <a:lnTo>
                    <a:pt x="122" y="302"/>
                  </a:lnTo>
                  <a:lnTo>
                    <a:pt x="137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8" y="304"/>
                  </a:lnTo>
                  <a:lnTo>
                    <a:pt x="184" y="302"/>
                  </a:lnTo>
                  <a:lnTo>
                    <a:pt x="198" y="299"/>
                  </a:lnTo>
                  <a:lnTo>
                    <a:pt x="212" y="293"/>
                  </a:lnTo>
                  <a:lnTo>
                    <a:pt x="225" y="287"/>
                  </a:lnTo>
                  <a:lnTo>
                    <a:pt x="238" y="280"/>
                  </a:lnTo>
                  <a:lnTo>
                    <a:pt x="250" y="271"/>
                  </a:lnTo>
                  <a:lnTo>
                    <a:pt x="261" y="261"/>
                  </a:lnTo>
                  <a:lnTo>
                    <a:pt x="271" y="250"/>
                  </a:lnTo>
                  <a:lnTo>
                    <a:pt x="279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8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5" y="153"/>
                  </a:lnTo>
                  <a:lnTo>
                    <a:pt x="305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8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9" y="69"/>
                  </a:lnTo>
                  <a:lnTo>
                    <a:pt x="271" y="56"/>
                  </a:lnTo>
                  <a:lnTo>
                    <a:pt x="261" y="45"/>
                  </a:lnTo>
                  <a:lnTo>
                    <a:pt x="250" y="36"/>
                  </a:lnTo>
                  <a:lnTo>
                    <a:pt x="238" y="27"/>
                  </a:lnTo>
                  <a:lnTo>
                    <a:pt x="225" y="19"/>
                  </a:lnTo>
                  <a:lnTo>
                    <a:pt x="212" y="13"/>
                  </a:lnTo>
                  <a:lnTo>
                    <a:pt x="198" y="8"/>
                  </a:lnTo>
                  <a:lnTo>
                    <a:pt x="184" y="4"/>
                  </a:lnTo>
                  <a:lnTo>
                    <a:pt x="168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06" name="Freeform 123"/>
            <p:cNvSpPr/>
            <p:nvPr/>
          </p:nvSpPr>
          <p:spPr>
            <a:xfrm>
              <a:off x="3904200" y="3709440"/>
              <a:ext cx="41760" cy="41760"/>
            </a:xfrm>
            <a:custGeom>
              <a:avLst/>
              <a:gdLst>
                <a:gd name="textAreaLeft" fmla="*/ 0 w 41760"/>
                <a:gd name="textAreaRight" fmla="*/ 42840 w 41760"/>
                <a:gd name="textAreaTop" fmla="*/ 0 h 41760"/>
                <a:gd name="textAreaBottom" fmla="*/ 42840 h 41760"/>
              </a:gdLst>
              <a:ahLst/>
              <a:rect l="textAreaLeft" t="textAreaTop" r="textAreaRight" b="textAreaBottom"/>
              <a:pathLst>
                <a:path w="133" h="133">
                  <a:moveTo>
                    <a:pt x="66" y="95"/>
                  </a:moveTo>
                  <a:lnTo>
                    <a:pt x="66" y="95"/>
                  </a:lnTo>
                  <a:lnTo>
                    <a:pt x="61" y="95"/>
                  </a:lnTo>
                  <a:lnTo>
                    <a:pt x="55" y="93"/>
                  </a:lnTo>
                  <a:lnTo>
                    <a:pt x="51" y="91"/>
                  </a:lnTo>
                  <a:lnTo>
                    <a:pt x="46" y="88"/>
                  </a:lnTo>
                  <a:lnTo>
                    <a:pt x="43" y="83"/>
                  </a:lnTo>
                  <a:lnTo>
                    <a:pt x="41" y="79"/>
                  </a:lnTo>
                  <a:lnTo>
                    <a:pt x="38" y="73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2"/>
                  </a:lnTo>
                  <a:lnTo>
                    <a:pt x="41" y="56"/>
                  </a:lnTo>
                  <a:lnTo>
                    <a:pt x="43" y="51"/>
                  </a:lnTo>
                  <a:lnTo>
                    <a:pt x="46" y="47"/>
                  </a:lnTo>
                  <a:lnTo>
                    <a:pt x="51" y="43"/>
                  </a:lnTo>
                  <a:lnTo>
                    <a:pt x="55" y="41"/>
                  </a:lnTo>
                  <a:lnTo>
                    <a:pt x="61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3" y="40"/>
                  </a:lnTo>
                  <a:lnTo>
                    <a:pt x="77" y="41"/>
                  </a:lnTo>
                  <a:lnTo>
                    <a:pt x="83" y="43"/>
                  </a:lnTo>
                  <a:lnTo>
                    <a:pt x="88" y="47"/>
                  </a:lnTo>
                  <a:lnTo>
                    <a:pt x="91" y="51"/>
                  </a:lnTo>
                  <a:lnTo>
                    <a:pt x="93" y="56"/>
                  </a:lnTo>
                  <a:lnTo>
                    <a:pt x="95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5" y="73"/>
                  </a:lnTo>
                  <a:lnTo>
                    <a:pt x="93" y="79"/>
                  </a:lnTo>
                  <a:lnTo>
                    <a:pt x="91" y="83"/>
                  </a:lnTo>
                  <a:lnTo>
                    <a:pt x="88" y="88"/>
                  </a:lnTo>
                  <a:lnTo>
                    <a:pt x="83" y="91"/>
                  </a:lnTo>
                  <a:lnTo>
                    <a:pt x="77" y="93"/>
                  </a:lnTo>
                  <a:lnTo>
                    <a:pt x="73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1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2" y="29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" y="81"/>
                  </a:lnTo>
                  <a:lnTo>
                    <a:pt x="6" y="93"/>
                  </a:lnTo>
                  <a:lnTo>
                    <a:pt x="12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1" y="128"/>
                  </a:lnTo>
                  <a:lnTo>
                    <a:pt x="53" y="132"/>
                  </a:lnTo>
                  <a:lnTo>
                    <a:pt x="60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80" y="132"/>
                  </a:lnTo>
                  <a:lnTo>
                    <a:pt x="93" y="128"/>
                  </a:lnTo>
                  <a:lnTo>
                    <a:pt x="104" y="122"/>
                  </a:lnTo>
                  <a:lnTo>
                    <a:pt x="113" y="114"/>
                  </a:lnTo>
                  <a:lnTo>
                    <a:pt x="122" y="104"/>
                  </a:lnTo>
                  <a:lnTo>
                    <a:pt x="128" y="93"/>
                  </a:lnTo>
                  <a:lnTo>
                    <a:pt x="132" y="81"/>
                  </a:lnTo>
                  <a:lnTo>
                    <a:pt x="132" y="74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2" y="61"/>
                  </a:lnTo>
                  <a:lnTo>
                    <a:pt x="132" y="54"/>
                  </a:lnTo>
                  <a:lnTo>
                    <a:pt x="128" y="42"/>
                  </a:lnTo>
                  <a:lnTo>
                    <a:pt x="122" y="29"/>
                  </a:lnTo>
                  <a:lnTo>
                    <a:pt x="113" y="21"/>
                  </a:lnTo>
                  <a:lnTo>
                    <a:pt x="104" y="12"/>
                  </a:lnTo>
                  <a:lnTo>
                    <a:pt x="93" y="6"/>
                  </a:lnTo>
                  <a:lnTo>
                    <a:pt x="80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1240" bIns="21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07" name="Freeform 124"/>
            <p:cNvSpPr/>
            <p:nvPr/>
          </p:nvSpPr>
          <p:spPr>
            <a:xfrm>
              <a:off x="3951720" y="3682440"/>
              <a:ext cx="137160" cy="51480"/>
            </a:xfrm>
            <a:custGeom>
              <a:avLst/>
              <a:gdLst>
                <a:gd name="textAreaLeft" fmla="*/ 0 w 137160"/>
                <a:gd name="textAreaRight" fmla="*/ 138240 w 137160"/>
                <a:gd name="textAreaTop" fmla="*/ 0 h 51480"/>
                <a:gd name="textAreaBottom" fmla="*/ 52560 h 51480"/>
              </a:gdLst>
              <a:ahLst/>
              <a:rect l="textAreaLeft" t="textAreaTop" r="textAreaRight" b="textAreaBottom"/>
              <a:pathLst>
                <a:path w="437" h="165">
                  <a:moveTo>
                    <a:pt x="344" y="165"/>
                  </a:moveTo>
                  <a:lnTo>
                    <a:pt x="344" y="165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4" y="141"/>
                  </a:lnTo>
                  <a:lnTo>
                    <a:pt x="345" y="129"/>
                  </a:lnTo>
                  <a:lnTo>
                    <a:pt x="347" y="117"/>
                  </a:lnTo>
                  <a:lnTo>
                    <a:pt x="350" y="105"/>
                  </a:lnTo>
                  <a:lnTo>
                    <a:pt x="354" y="94"/>
                  </a:lnTo>
                  <a:lnTo>
                    <a:pt x="358" y="83"/>
                  </a:lnTo>
                  <a:lnTo>
                    <a:pt x="364" y="73"/>
                  </a:lnTo>
                  <a:lnTo>
                    <a:pt x="369" y="63"/>
                  </a:lnTo>
                  <a:lnTo>
                    <a:pt x="376" y="53"/>
                  </a:lnTo>
                  <a:lnTo>
                    <a:pt x="383" y="44"/>
                  </a:lnTo>
                  <a:lnTo>
                    <a:pt x="391" y="35"/>
                  </a:lnTo>
                  <a:lnTo>
                    <a:pt x="399" y="27"/>
                  </a:lnTo>
                  <a:lnTo>
                    <a:pt x="407" y="19"/>
                  </a:lnTo>
                  <a:lnTo>
                    <a:pt x="416" y="13"/>
                  </a:lnTo>
                  <a:lnTo>
                    <a:pt x="426" y="6"/>
                  </a:lnTo>
                  <a:lnTo>
                    <a:pt x="43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7" y="35"/>
                  </a:lnTo>
                  <a:lnTo>
                    <a:pt x="53" y="44"/>
                  </a:lnTo>
                  <a:lnTo>
                    <a:pt x="61" y="53"/>
                  </a:lnTo>
                  <a:lnTo>
                    <a:pt x="68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2" y="94"/>
                  </a:lnTo>
                  <a:lnTo>
                    <a:pt x="87" y="105"/>
                  </a:lnTo>
                  <a:lnTo>
                    <a:pt x="89" y="117"/>
                  </a:lnTo>
                  <a:lnTo>
                    <a:pt x="91" y="129"/>
                  </a:lnTo>
                  <a:lnTo>
                    <a:pt x="92" y="141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2" y="165"/>
                  </a:lnTo>
                  <a:lnTo>
                    <a:pt x="344" y="165"/>
                  </a:lnTo>
                  <a:lnTo>
                    <a:pt x="344" y="16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08" name="Freeform 125"/>
            <p:cNvSpPr/>
            <p:nvPr/>
          </p:nvSpPr>
          <p:spPr>
            <a:xfrm>
              <a:off x="4140720" y="3682440"/>
              <a:ext cx="94320" cy="5148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51480"/>
                <a:gd name="textAreaBottom" fmla="*/ 52560 h 51480"/>
              </a:gdLst>
              <a:ahLst/>
              <a:rect l="textAreaLeft" t="textAreaTop" r="textAreaRight" b="textAreaBottom"/>
              <a:pathLst>
                <a:path w="302" h="165">
                  <a:moveTo>
                    <a:pt x="29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6" y="35"/>
                  </a:lnTo>
                  <a:lnTo>
                    <a:pt x="54" y="44"/>
                  </a:lnTo>
                  <a:lnTo>
                    <a:pt x="61" y="53"/>
                  </a:lnTo>
                  <a:lnTo>
                    <a:pt x="67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3" y="94"/>
                  </a:lnTo>
                  <a:lnTo>
                    <a:pt x="86" y="105"/>
                  </a:lnTo>
                  <a:lnTo>
                    <a:pt x="90" y="117"/>
                  </a:lnTo>
                  <a:lnTo>
                    <a:pt x="92" y="129"/>
                  </a:lnTo>
                  <a:lnTo>
                    <a:pt x="93" y="141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65"/>
                  </a:lnTo>
                  <a:lnTo>
                    <a:pt x="292" y="165"/>
                  </a:lnTo>
                  <a:lnTo>
                    <a:pt x="292" y="165"/>
                  </a:lnTo>
                  <a:lnTo>
                    <a:pt x="295" y="164"/>
                  </a:lnTo>
                  <a:lnTo>
                    <a:pt x="299" y="161"/>
                  </a:lnTo>
                  <a:lnTo>
                    <a:pt x="301" y="158"/>
                  </a:lnTo>
                  <a:lnTo>
                    <a:pt x="302" y="155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1" y="6"/>
                  </a:lnTo>
                  <a:lnTo>
                    <a:pt x="299" y="3"/>
                  </a:lnTo>
                  <a:lnTo>
                    <a:pt x="295" y="0"/>
                  </a:lnTo>
                  <a:lnTo>
                    <a:pt x="292" y="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09" name="Freeform 126"/>
            <p:cNvSpPr/>
            <p:nvPr/>
          </p:nvSpPr>
          <p:spPr>
            <a:xfrm>
              <a:off x="4066200" y="3682440"/>
              <a:ext cx="95760" cy="95760"/>
            </a:xfrm>
            <a:custGeom>
              <a:avLst/>
              <a:gdLst>
                <a:gd name="textAreaLeft" fmla="*/ 0 w 95760"/>
                <a:gd name="textAreaRight" fmla="*/ 96840 w 95760"/>
                <a:gd name="textAreaTop" fmla="*/ 0 h 95760"/>
                <a:gd name="textAreaBottom" fmla="*/ 96840 h 95760"/>
              </a:gdLst>
              <a:ahLst/>
              <a:rect l="textAreaLeft" t="textAreaTop" r="textAreaRight" b="textAreaBottom"/>
              <a:pathLst>
                <a:path w="304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28" y="266"/>
                  </a:lnTo>
                  <a:lnTo>
                    <a:pt x="117" y="263"/>
                  </a:lnTo>
                  <a:lnTo>
                    <a:pt x="107" y="260"/>
                  </a:lnTo>
                  <a:lnTo>
                    <a:pt x="97" y="254"/>
                  </a:lnTo>
                  <a:lnTo>
                    <a:pt x="87" y="249"/>
                  </a:lnTo>
                  <a:lnTo>
                    <a:pt x="79" y="242"/>
                  </a:lnTo>
                  <a:lnTo>
                    <a:pt x="70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0" y="208"/>
                  </a:lnTo>
                  <a:lnTo>
                    <a:pt x="46" y="198"/>
                  </a:lnTo>
                  <a:lnTo>
                    <a:pt x="42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2" y="119"/>
                  </a:lnTo>
                  <a:lnTo>
                    <a:pt x="46" y="109"/>
                  </a:lnTo>
                  <a:lnTo>
                    <a:pt x="50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0" y="72"/>
                  </a:lnTo>
                  <a:lnTo>
                    <a:pt x="79" y="64"/>
                  </a:lnTo>
                  <a:lnTo>
                    <a:pt x="87" y="57"/>
                  </a:lnTo>
                  <a:lnTo>
                    <a:pt x="97" y="52"/>
                  </a:lnTo>
                  <a:lnTo>
                    <a:pt x="107" y="47"/>
                  </a:lnTo>
                  <a:lnTo>
                    <a:pt x="117" y="43"/>
                  </a:lnTo>
                  <a:lnTo>
                    <a:pt x="128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4" y="38"/>
                  </a:lnTo>
                  <a:lnTo>
                    <a:pt x="175" y="41"/>
                  </a:lnTo>
                  <a:lnTo>
                    <a:pt x="186" y="43"/>
                  </a:lnTo>
                  <a:lnTo>
                    <a:pt x="197" y="47"/>
                  </a:lnTo>
                  <a:lnTo>
                    <a:pt x="207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3" y="72"/>
                  </a:lnTo>
                  <a:lnTo>
                    <a:pt x="241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2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2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1" y="226"/>
                  </a:lnTo>
                  <a:lnTo>
                    <a:pt x="233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7" y="254"/>
                  </a:lnTo>
                  <a:lnTo>
                    <a:pt x="197" y="260"/>
                  </a:lnTo>
                  <a:lnTo>
                    <a:pt x="186" y="263"/>
                  </a:lnTo>
                  <a:lnTo>
                    <a:pt x="175" y="266"/>
                  </a:lnTo>
                  <a:lnTo>
                    <a:pt x="164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6" y="1"/>
                  </a:lnTo>
                  <a:lnTo>
                    <a:pt x="122" y="4"/>
                  </a:lnTo>
                  <a:lnTo>
                    <a:pt x="107" y="8"/>
                  </a:lnTo>
                  <a:lnTo>
                    <a:pt x="93" y="13"/>
                  </a:lnTo>
                  <a:lnTo>
                    <a:pt x="79" y="19"/>
                  </a:lnTo>
                  <a:lnTo>
                    <a:pt x="67" y="27"/>
                  </a:lnTo>
                  <a:lnTo>
                    <a:pt x="55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8" y="81"/>
                  </a:lnTo>
                  <a:lnTo>
                    <a:pt x="12" y="94"/>
                  </a:lnTo>
                  <a:lnTo>
                    <a:pt x="7" y="108"/>
                  </a:lnTo>
                  <a:lnTo>
                    <a:pt x="3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3" y="184"/>
                  </a:lnTo>
                  <a:lnTo>
                    <a:pt x="7" y="198"/>
                  </a:lnTo>
                  <a:lnTo>
                    <a:pt x="12" y="213"/>
                  </a:lnTo>
                  <a:lnTo>
                    <a:pt x="18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5" y="271"/>
                  </a:lnTo>
                  <a:lnTo>
                    <a:pt x="67" y="280"/>
                  </a:lnTo>
                  <a:lnTo>
                    <a:pt x="79" y="287"/>
                  </a:lnTo>
                  <a:lnTo>
                    <a:pt x="93" y="293"/>
                  </a:lnTo>
                  <a:lnTo>
                    <a:pt x="107" y="299"/>
                  </a:lnTo>
                  <a:lnTo>
                    <a:pt x="122" y="302"/>
                  </a:lnTo>
                  <a:lnTo>
                    <a:pt x="136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7" y="304"/>
                  </a:lnTo>
                  <a:lnTo>
                    <a:pt x="183" y="302"/>
                  </a:lnTo>
                  <a:lnTo>
                    <a:pt x="198" y="299"/>
                  </a:lnTo>
                  <a:lnTo>
                    <a:pt x="211" y="293"/>
                  </a:lnTo>
                  <a:lnTo>
                    <a:pt x="224" y="287"/>
                  </a:lnTo>
                  <a:lnTo>
                    <a:pt x="237" y="280"/>
                  </a:lnTo>
                  <a:lnTo>
                    <a:pt x="249" y="271"/>
                  </a:lnTo>
                  <a:lnTo>
                    <a:pt x="259" y="261"/>
                  </a:lnTo>
                  <a:lnTo>
                    <a:pt x="269" y="250"/>
                  </a:lnTo>
                  <a:lnTo>
                    <a:pt x="278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7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4" y="153"/>
                  </a:lnTo>
                  <a:lnTo>
                    <a:pt x="304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7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8" y="69"/>
                  </a:lnTo>
                  <a:lnTo>
                    <a:pt x="269" y="56"/>
                  </a:lnTo>
                  <a:lnTo>
                    <a:pt x="259" y="45"/>
                  </a:lnTo>
                  <a:lnTo>
                    <a:pt x="249" y="36"/>
                  </a:lnTo>
                  <a:lnTo>
                    <a:pt x="237" y="27"/>
                  </a:lnTo>
                  <a:lnTo>
                    <a:pt x="224" y="19"/>
                  </a:lnTo>
                  <a:lnTo>
                    <a:pt x="211" y="13"/>
                  </a:lnTo>
                  <a:lnTo>
                    <a:pt x="198" y="8"/>
                  </a:lnTo>
                  <a:lnTo>
                    <a:pt x="183" y="4"/>
                  </a:lnTo>
                  <a:lnTo>
                    <a:pt x="167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10" name="Freeform 127"/>
            <p:cNvSpPr/>
            <p:nvPr/>
          </p:nvSpPr>
          <p:spPr>
            <a:xfrm>
              <a:off x="4094640" y="3709440"/>
              <a:ext cx="40320" cy="41760"/>
            </a:xfrm>
            <a:custGeom>
              <a:avLst/>
              <a:gdLst>
                <a:gd name="textAreaLeft" fmla="*/ 0 w 40320"/>
                <a:gd name="textAreaRight" fmla="*/ 41400 w 40320"/>
                <a:gd name="textAreaTop" fmla="*/ 0 h 41760"/>
                <a:gd name="textAreaBottom" fmla="*/ 42840 h 41760"/>
              </a:gdLst>
              <a:ahLst/>
              <a:rect l="textAreaLeft" t="textAreaTop" r="textAreaRight" b="textAreaBottom"/>
              <a:pathLst>
                <a:path w="132" h="133">
                  <a:moveTo>
                    <a:pt x="66" y="95"/>
                  </a:moveTo>
                  <a:lnTo>
                    <a:pt x="66" y="95"/>
                  </a:lnTo>
                  <a:lnTo>
                    <a:pt x="60" y="95"/>
                  </a:lnTo>
                  <a:lnTo>
                    <a:pt x="55" y="93"/>
                  </a:lnTo>
                  <a:lnTo>
                    <a:pt x="50" y="91"/>
                  </a:lnTo>
                  <a:lnTo>
                    <a:pt x="46" y="88"/>
                  </a:lnTo>
                  <a:lnTo>
                    <a:pt x="42" y="83"/>
                  </a:lnTo>
                  <a:lnTo>
                    <a:pt x="39" y="79"/>
                  </a:lnTo>
                  <a:lnTo>
                    <a:pt x="38" y="7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8" y="62"/>
                  </a:lnTo>
                  <a:lnTo>
                    <a:pt x="39" y="56"/>
                  </a:lnTo>
                  <a:lnTo>
                    <a:pt x="42" y="51"/>
                  </a:lnTo>
                  <a:lnTo>
                    <a:pt x="46" y="47"/>
                  </a:lnTo>
                  <a:lnTo>
                    <a:pt x="50" y="43"/>
                  </a:lnTo>
                  <a:lnTo>
                    <a:pt x="55" y="41"/>
                  </a:lnTo>
                  <a:lnTo>
                    <a:pt x="60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1" y="40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6" y="47"/>
                  </a:lnTo>
                  <a:lnTo>
                    <a:pt x="89" y="51"/>
                  </a:lnTo>
                  <a:lnTo>
                    <a:pt x="93" y="56"/>
                  </a:lnTo>
                  <a:lnTo>
                    <a:pt x="94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4" y="73"/>
                  </a:lnTo>
                  <a:lnTo>
                    <a:pt x="93" y="79"/>
                  </a:lnTo>
                  <a:lnTo>
                    <a:pt x="89" y="83"/>
                  </a:lnTo>
                  <a:lnTo>
                    <a:pt x="86" y="88"/>
                  </a:lnTo>
                  <a:lnTo>
                    <a:pt x="81" y="91"/>
                  </a:lnTo>
                  <a:lnTo>
                    <a:pt x="77" y="93"/>
                  </a:lnTo>
                  <a:lnTo>
                    <a:pt x="71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59" y="2"/>
                  </a:lnTo>
                  <a:lnTo>
                    <a:pt x="52" y="3"/>
                  </a:lnTo>
                  <a:lnTo>
                    <a:pt x="40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1" y="29"/>
                  </a:lnTo>
                  <a:lnTo>
                    <a:pt x="4" y="42"/>
                  </a:lnTo>
                  <a:lnTo>
                    <a:pt x="1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4" y="93"/>
                  </a:lnTo>
                  <a:lnTo>
                    <a:pt x="11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0" y="128"/>
                  </a:lnTo>
                  <a:lnTo>
                    <a:pt x="52" y="132"/>
                  </a:lnTo>
                  <a:lnTo>
                    <a:pt x="59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79" y="132"/>
                  </a:lnTo>
                  <a:lnTo>
                    <a:pt x="92" y="128"/>
                  </a:lnTo>
                  <a:lnTo>
                    <a:pt x="103" y="122"/>
                  </a:lnTo>
                  <a:lnTo>
                    <a:pt x="113" y="114"/>
                  </a:lnTo>
                  <a:lnTo>
                    <a:pt x="121" y="104"/>
                  </a:lnTo>
                  <a:lnTo>
                    <a:pt x="127" y="93"/>
                  </a:lnTo>
                  <a:lnTo>
                    <a:pt x="131" y="81"/>
                  </a:lnTo>
                  <a:lnTo>
                    <a:pt x="132" y="74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61"/>
                  </a:lnTo>
                  <a:lnTo>
                    <a:pt x="131" y="54"/>
                  </a:lnTo>
                  <a:lnTo>
                    <a:pt x="127" y="42"/>
                  </a:lnTo>
                  <a:lnTo>
                    <a:pt x="121" y="29"/>
                  </a:lnTo>
                  <a:lnTo>
                    <a:pt x="113" y="21"/>
                  </a:lnTo>
                  <a:lnTo>
                    <a:pt x="103" y="12"/>
                  </a:lnTo>
                  <a:lnTo>
                    <a:pt x="92" y="6"/>
                  </a:lnTo>
                  <a:lnTo>
                    <a:pt x="79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1240" bIns="21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11" name="Freeform 128"/>
            <p:cNvSpPr/>
            <p:nvPr/>
          </p:nvSpPr>
          <p:spPr>
            <a:xfrm>
              <a:off x="3980520" y="3742560"/>
              <a:ext cx="79920" cy="27360"/>
            </a:xfrm>
            <a:custGeom>
              <a:avLst/>
              <a:gdLst>
                <a:gd name="textAreaLeft" fmla="*/ 0 w 79920"/>
                <a:gd name="textAreaRight" fmla="*/ 81000 w 79920"/>
                <a:gd name="textAreaTop" fmla="*/ 0 h 27360"/>
                <a:gd name="textAreaBottom" fmla="*/ 28440 h 27360"/>
              </a:gdLst>
              <a:ahLst/>
              <a:rect l="textAreaLeft" t="textAreaTop" r="textAreaRight" b="textAreaBottom"/>
              <a:pathLst>
                <a:path w="256" h="92">
                  <a:moveTo>
                    <a:pt x="0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1" y="27"/>
                  </a:lnTo>
                  <a:lnTo>
                    <a:pt x="4" y="35"/>
                  </a:lnTo>
                  <a:lnTo>
                    <a:pt x="6" y="43"/>
                  </a:lnTo>
                  <a:lnTo>
                    <a:pt x="9" y="49"/>
                  </a:lnTo>
                  <a:lnTo>
                    <a:pt x="14" y="56"/>
                  </a:lnTo>
                  <a:lnTo>
                    <a:pt x="18" y="63"/>
                  </a:lnTo>
                  <a:lnTo>
                    <a:pt x="24" y="69"/>
                  </a:lnTo>
                  <a:lnTo>
                    <a:pt x="29" y="73"/>
                  </a:lnTo>
                  <a:lnTo>
                    <a:pt x="36" y="79"/>
                  </a:lnTo>
                  <a:lnTo>
                    <a:pt x="43" y="82"/>
                  </a:lnTo>
                  <a:lnTo>
                    <a:pt x="49" y="85"/>
                  </a:lnTo>
                  <a:lnTo>
                    <a:pt x="57" y="89"/>
                  </a:lnTo>
                  <a:lnTo>
                    <a:pt x="65" y="91"/>
                  </a:lnTo>
                  <a:lnTo>
                    <a:pt x="73" y="92"/>
                  </a:lnTo>
                  <a:lnTo>
                    <a:pt x="81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83" y="92"/>
                  </a:lnTo>
                  <a:lnTo>
                    <a:pt x="191" y="91"/>
                  </a:lnTo>
                  <a:lnTo>
                    <a:pt x="199" y="89"/>
                  </a:lnTo>
                  <a:lnTo>
                    <a:pt x="207" y="85"/>
                  </a:lnTo>
                  <a:lnTo>
                    <a:pt x="214" y="82"/>
                  </a:lnTo>
                  <a:lnTo>
                    <a:pt x="220" y="79"/>
                  </a:lnTo>
                  <a:lnTo>
                    <a:pt x="227" y="73"/>
                  </a:lnTo>
                  <a:lnTo>
                    <a:pt x="233" y="69"/>
                  </a:lnTo>
                  <a:lnTo>
                    <a:pt x="238" y="63"/>
                  </a:lnTo>
                  <a:lnTo>
                    <a:pt x="243" y="56"/>
                  </a:lnTo>
                  <a:lnTo>
                    <a:pt x="246" y="49"/>
                  </a:lnTo>
                  <a:lnTo>
                    <a:pt x="249" y="43"/>
                  </a:lnTo>
                  <a:lnTo>
                    <a:pt x="253" y="35"/>
                  </a:lnTo>
                  <a:lnTo>
                    <a:pt x="255" y="27"/>
                  </a:lnTo>
                  <a:lnTo>
                    <a:pt x="256" y="19"/>
                  </a:lnTo>
                  <a:lnTo>
                    <a:pt x="256" y="11"/>
                  </a:lnTo>
                  <a:lnTo>
                    <a:pt x="2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4040" bIns="140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12" name="Freeform 129"/>
            <p:cNvSpPr/>
            <p:nvPr/>
          </p:nvSpPr>
          <p:spPr>
            <a:xfrm>
              <a:off x="3767760" y="3779280"/>
              <a:ext cx="506880" cy="10080"/>
            </a:xfrm>
            <a:custGeom>
              <a:avLst/>
              <a:gdLst>
                <a:gd name="textAreaLeft" fmla="*/ 0 w 506880"/>
                <a:gd name="textAreaRight" fmla="*/ 507960 w 506880"/>
                <a:gd name="textAreaTop" fmla="*/ 0 h 10080"/>
                <a:gd name="textAreaBottom" fmla="*/ 11160 h 10080"/>
              </a:gdLst>
              <a:ahLst/>
              <a:rect l="textAreaLeft" t="textAreaTop" r="textAreaRight" b="textAreaBottom"/>
              <a:pathLst>
                <a:path w="1600" h="32">
                  <a:moveTo>
                    <a:pt x="1600" y="15"/>
                  </a:moveTo>
                  <a:lnTo>
                    <a:pt x="1600" y="15"/>
                  </a:lnTo>
                  <a:lnTo>
                    <a:pt x="1600" y="19"/>
                  </a:lnTo>
                  <a:lnTo>
                    <a:pt x="1599" y="22"/>
                  </a:lnTo>
                  <a:lnTo>
                    <a:pt x="1596" y="28"/>
                  </a:lnTo>
                  <a:lnTo>
                    <a:pt x="1590" y="31"/>
                  </a:lnTo>
                  <a:lnTo>
                    <a:pt x="1587" y="32"/>
                  </a:lnTo>
                  <a:lnTo>
                    <a:pt x="1583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4" y="28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4" y="4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583" y="0"/>
                  </a:lnTo>
                  <a:lnTo>
                    <a:pt x="1583" y="0"/>
                  </a:lnTo>
                  <a:lnTo>
                    <a:pt x="1587" y="0"/>
                  </a:lnTo>
                  <a:lnTo>
                    <a:pt x="1590" y="1"/>
                  </a:lnTo>
                  <a:lnTo>
                    <a:pt x="1596" y="4"/>
                  </a:lnTo>
                  <a:lnTo>
                    <a:pt x="1599" y="10"/>
                  </a:lnTo>
                  <a:lnTo>
                    <a:pt x="1600" y="12"/>
                  </a:lnTo>
                  <a:lnTo>
                    <a:pt x="1600" y="15"/>
                  </a:lnTo>
                  <a:lnTo>
                    <a:pt x="1600" y="15"/>
                  </a:lnTo>
                  <a:lnTo>
                    <a:pt x="1600" y="1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5400" bIns="5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13" name="Freeform 130"/>
            <p:cNvSpPr/>
            <p:nvPr/>
          </p:nvSpPr>
          <p:spPr>
            <a:xfrm>
              <a:off x="4240800" y="3687120"/>
              <a:ext cx="33840" cy="40320"/>
            </a:xfrm>
            <a:custGeom>
              <a:avLst/>
              <a:gdLst>
                <a:gd name="textAreaLeft" fmla="*/ 0 w 33840"/>
                <a:gd name="textAreaRight" fmla="*/ 34920 w 33840"/>
                <a:gd name="textAreaTop" fmla="*/ 0 h 40320"/>
                <a:gd name="textAreaBottom" fmla="*/ 41400 h 40320"/>
              </a:gdLst>
              <a:ahLst/>
              <a:rect l="textAreaLeft" t="textAreaTop" r="textAreaRight" b="textAreaBottom"/>
              <a:pathLst>
                <a:path w="107" h="130">
                  <a:moveTo>
                    <a:pt x="0" y="19"/>
                  </a:moveTo>
                  <a:lnTo>
                    <a:pt x="0" y="112"/>
                  </a:lnTo>
                  <a:lnTo>
                    <a:pt x="66" y="112"/>
                  </a:lnTo>
                  <a:lnTo>
                    <a:pt x="66" y="19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95" y="0"/>
                  </a:moveTo>
                  <a:lnTo>
                    <a:pt x="95" y="0"/>
                  </a:lnTo>
                  <a:lnTo>
                    <a:pt x="99" y="1"/>
                  </a:lnTo>
                  <a:lnTo>
                    <a:pt x="104" y="3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6" y="123"/>
                  </a:lnTo>
                  <a:lnTo>
                    <a:pt x="104" y="126"/>
                  </a:lnTo>
                  <a:lnTo>
                    <a:pt x="99" y="129"/>
                  </a:lnTo>
                  <a:lnTo>
                    <a:pt x="95" y="130"/>
                  </a:lnTo>
                  <a:lnTo>
                    <a:pt x="95" y="130"/>
                  </a:lnTo>
                  <a:lnTo>
                    <a:pt x="90" y="129"/>
                  </a:lnTo>
                  <a:lnTo>
                    <a:pt x="86" y="126"/>
                  </a:lnTo>
                  <a:lnTo>
                    <a:pt x="83" y="123"/>
                  </a:lnTo>
                  <a:lnTo>
                    <a:pt x="82" y="118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3" y="8"/>
                  </a:lnTo>
                  <a:lnTo>
                    <a:pt x="86" y="3"/>
                  </a:lnTo>
                  <a:lnTo>
                    <a:pt x="90" y="1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0520" bIns="205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14" name="Freeform 131"/>
            <p:cNvSpPr/>
            <p:nvPr/>
          </p:nvSpPr>
          <p:spPr>
            <a:xfrm>
              <a:off x="3773880" y="3793320"/>
              <a:ext cx="495720" cy="16560"/>
            </a:xfrm>
            <a:custGeom>
              <a:avLst/>
              <a:gdLst>
                <a:gd name="textAreaLeft" fmla="*/ 0 w 495720"/>
                <a:gd name="textAreaRight" fmla="*/ 496800 w 495720"/>
                <a:gd name="textAreaTop" fmla="*/ 0 h 16560"/>
                <a:gd name="textAreaBottom" fmla="*/ 17640 h 16560"/>
              </a:gdLst>
              <a:ahLst/>
              <a:rect l="textAreaLeft" t="textAreaTop" r="textAreaRight" b="textAreaBottom"/>
              <a:pathLst>
                <a:path w="1565" h="55">
                  <a:moveTo>
                    <a:pt x="1565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565" y="0"/>
                  </a:lnTo>
                  <a:lnTo>
                    <a:pt x="1565" y="55"/>
                  </a:lnTo>
                  <a:lnTo>
                    <a:pt x="1565" y="5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8640" bIns="86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15" name="Freeform 132"/>
            <p:cNvSpPr/>
            <p:nvPr/>
          </p:nvSpPr>
          <p:spPr>
            <a:xfrm>
              <a:off x="3943800" y="3345840"/>
              <a:ext cx="271800" cy="84600"/>
            </a:xfrm>
            <a:custGeom>
              <a:avLst/>
              <a:gdLst>
                <a:gd name="textAreaLeft" fmla="*/ 0 w 271800"/>
                <a:gd name="textAreaRight" fmla="*/ 272880 w 271800"/>
                <a:gd name="textAreaTop" fmla="*/ 0 h 84600"/>
                <a:gd name="textAreaBottom" fmla="*/ 85680 h 84600"/>
              </a:gdLst>
              <a:ahLst/>
              <a:rect l="textAreaLeft" t="textAreaTop" r="textAreaRight" b="textAreaBottom"/>
              <a:pathLst>
                <a:path w="864" h="270">
                  <a:moveTo>
                    <a:pt x="338" y="270"/>
                  </a:moveTo>
                  <a:lnTo>
                    <a:pt x="864" y="270"/>
                  </a:lnTo>
                  <a:lnTo>
                    <a:pt x="320" y="13"/>
                  </a:lnTo>
                  <a:lnTo>
                    <a:pt x="320" y="13"/>
                  </a:lnTo>
                  <a:lnTo>
                    <a:pt x="305" y="8"/>
                  </a:lnTo>
                  <a:lnTo>
                    <a:pt x="288" y="3"/>
                  </a:lnTo>
                  <a:lnTo>
                    <a:pt x="270" y="1"/>
                  </a:lnTo>
                  <a:lnTo>
                    <a:pt x="251" y="0"/>
                  </a:lnTo>
                  <a:lnTo>
                    <a:pt x="234" y="1"/>
                  </a:lnTo>
                  <a:lnTo>
                    <a:pt x="216" y="3"/>
                  </a:lnTo>
                  <a:lnTo>
                    <a:pt x="199" y="8"/>
                  </a:lnTo>
                  <a:lnTo>
                    <a:pt x="184" y="13"/>
                  </a:lnTo>
                  <a:lnTo>
                    <a:pt x="0" y="101"/>
                  </a:lnTo>
                  <a:lnTo>
                    <a:pt x="338" y="270"/>
                  </a:lnTo>
                  <a:lnTo>
                    <a:pt x="338" y="2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2840" bIns="428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16" name="Freeform 133"/>
            <p:cNvSpPr/>
            <p:nvPr/>
          </p:nvSpPr>
          <p:spPr>
            <a:xfrm>
              <a:off x="3810600" y="3379320"/>
              <a:ext cx="224280" cy="51480"/>
            </a:xfrm>
            <a:custGeom>
              <a:avLst/>
              <a:gdLst>
                <a:gd name="textAreaLeft" fmla="*/ 0 w 224280"/>
                <a:gd name="textAreaRight" fmla="*/ 225360 w 224280"/>
                <a:gd name="textAreaTop" fmla="*/ 0 h 51480"/>
                <a:gd name="textAreaBottom" fmla="*/ 52560 h 51480"/>
              </a:gdLst>
              <a:ahLst/>
              <a:rect l="textAreaLeft" t="textAreaTop" r="textAreaRight" b="textAreaBottom"/>
              <a:pathLst>
                <a:path w="712" h="167">
                  <a:moveTo>
                    <a:pt x="712" y="167"/>
                  </a:moveTo>
                  <a:lnTo>
                    <a:pt x="395" y="8"/>
                  </a:lnTo>
                  <a:lnTo>
                    <a:pt x="395" y="8"/>
                  </a:lnTo>
                  <a:lnTo>
                    <a:pt x="387" y="4"/>
                  </a:lnTo>
                  <a:lnTo>
                    <a:pt x="376" y="2"/>
                  </a:lnTo>
                  <a:lnTo>
                    <a:pt x="366" y="0"/>
                  </a:lnTo>
                  <a:lnTo>
                    <a:pt x="356" y="0"/>
                  </a:lnTo>
                  <a:lnTo>
                    <a:pt x="345" y="0"/>
                  </a:lnTo>
                  <a:lnTo>
                    <a:pt x="335" y="2"/>
                  </a:lnTo>
                  <a:lnTo>
                    <a:pt x="325" y="4"/>
                  </a:lnTo>
                  <a:lnTo>
                    <a:pt x="316" y="8"/>
                  </a:lnTo>
                  <a:lnTo>
                    <a:pt x="0" y="167"/>
                  </a:lnTo>
                  <a:lnTo>
                    <a:pt x="712" y="167"/>
                  </a:lnTo>
                  <a:lnTo>
                    <a:pt x="712" y="16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2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21" name="PlaceHolder 5"/>
          <p:cNvSpPr>
            <a:spLocks noGrp="1"/>
          </p:cNvSpPr>
          <p:nvPr>
            <p:ph type="sldNum" idx="10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EE5D46-3DA5-4984-893C-4FCCF842A25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22" name="PlaceHolder 6"/>
          <p:cNvSpPr>
            <a:spLocks noGrp="1"/>
          </p:cNvSpPr>
          <p:nvPr>
            <p:ph type="ftr" idx="10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23" name="TextBox 59"/>
          <p:cNvSpPr/>
          <p:nvPr/>
        </p:nvSpPr>
        <p:spPr>
          <a:xfrm>
            <a:off x="1377360" y="3502080"/>
            <a:ext cx="152604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424" name="Straight Connector 3"/>
          <p:cNvCxnSpPr/>
          <p:nvPr/>
        </p:nvCxnSpPr>
        <p:spPr>
          <a:xfrm>
            <a:off x="2003040" y="3102480"/>
            <a:ext cx="6314400" cy="9360"/>
          </a:xfrm>
          <a:prstGeom prst="straightConnector1">
            <a:avLst/>
          </a:prstGeom>
          <a:ln w="25400">
            <a:solidFill>
              <a:srgbClr val="757575"/>
            </a:solidFill>
            <a:miter/>
          </a:ln>
        </p:spPr>
      </p:cxnSp>
      <p:sp>
        <p:nvSpPr>
          <p:cNvPr id="1425" name="Oval 5"/>
          <p:cNvSpPr/>
          <p:nvPr/>
        </p:nvSpPr>
        <p:spPr>
          <a:xfrm>
            <a:off x="7664400" y="2625120"/>
            <a:ext cx="970560" cy="970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b65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426" name="Oval 6"/>
          <p:cNvSpPr/>
          <p:nvPr/>
        </p:nvSpPr>
        <p:spPr>
          <a:xfrm>
            <a:off x="7773480" y="2734200"/>
            <a:ext cx="751680" cy="75168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9050">
            <a:solidFill>
              <a:srgbClr val="4b65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427" name="그룹 5"/>
          <p:cNvGrpSpPr/>
          <p:nvPr/>
        </p:nvGrpSpPr>
        <p:grpSpPr>
          <a:xfrm>
            <a:off x="6550920" y="2962800"/>
            <a:ext cx="286920" cy="286920"/>
            <a:chOff x="6550920" y="2962800"/>
            <a:chExt cx="286920" cy="286920"/>
          </a:xfrm>
        </p:grpSpPr>
        <p:sp>
          <p:nvSpPr>
            <p:cNvPr id="1428" name="Oval 17"/>
            <p:cNvSpPr/>
            <p:nvPr/>
          </p:nvSpPr>
          <p:spPr>
            <a:xfrm>
              <a:off x="6550920" y="2962800"/>
              <a:ext cx="286920" cy="28692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9" name="Oval 18"/>
            <p:cNvSpPr/>
            <p:nvPr/>
          </p:nvSpPr>
          <p:spPr>
            <a:xfrm>
              <a:off x="6622920" y="3034800"/>
              <a:ext cx="142920" cy="14292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430" name="TextBox 52"/>
          <p:cNvSpPr/>
          <p:nvPr/>
        </p:nvSpPr>
        <p:spPr>
          <a:xfrm>
            <a:off x="6183360" y="2409840"/>
            <a:ext cx="10220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d55633"/>
                </a:solidFill>
                <a:latin typeface="본고딕 Medium"/>
                <a:ea typeface="본고딕 Medium"/>
              </a:rPr>
              <a:t>2019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1" name="TextBox 53"/>
          <p:cNvSpPr/>
          <p:nvPr/>
        </p:nvSpPr>
        <p:spPr>
          <a:xfrm>
            <a:off x="4751280" y="2440800"/>
            <a:ext cx="816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2018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2" name="TextBox 54"/>
          <p:cNvSpPr/>
          <p:nvPr/>
        </p:nvSpPr>
        <p:spPr>
          <a:xfrm>
            <a:off x="3181320" y="2440800"/>
            <a:ext cx="816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2017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3" name="TextBox 55"/>
          <p:cNvSpPr/>
          <p:nvPr/>
        </p:nvSpPr>
        <p:spPr>
          <a:xfrm>
            <a:off x="1611720" y="2440800"/>
            <a:ext cx="816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434" name="그룹 6"/>
          <p:cNvGrpSpPr/>
          <p:nvPr/>
        </p:nvGrpSpPr>
        <p:grpSpPr>
          <a:xfrm>
            <a:off x="5015880" y="2962800"/>
            <a:ext cx="286920" cy="286920"/>
            <a:chOff x="5015880" y="2962800"/>
            <a:chExt cx="286920" cy="286920"/>
          </a:xfrm>
        </p:grpSpPr>
        <p:sp>
          <p:nvSpPr>
            <p:cNvPr id="1435" name="Oval 17"/>
            <p:cNvSpPr/>
            <p:nvPr/>
          </p:nvSpPr>
          <p:spPr>
            <a:xfrm>
              <a:off x="5015880" y="2962800"/>
              <a:ext cx="286920" cy="28692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6" name="Oval 18"/>
            <p:cNvSpPr/>
            <p:nvPr/>
          </p:nvSpPr>
          <p:spPr>
            <a:xfrm>
              <a:off x="5087880" y="3034800"/>
              <a:ext cx="142920" cy="14292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437" name="그룹 7"/>
          <p:cNvGrpSpPr/>
          <p:nvPr/>
        </p:nvGrpSpPr>
        <p:grpSpPr>
          <a:xfrm>
            <a:off x="3445920" y="2962800"/>
            <a:ext cx="286920" cy="286920"/>
            <a:chOff x="3445920" y="2962800"/>
            <a:chExt cx="286920" cy="286920"/>
          </a:xfrm>
        </p:grpSpPr>
        <p:sp>
          <p:nvSpPr>
            <p:cNvPr id="1438" name="Oval 17"/>
            <p:cNvSpPr/>
            <p:nvPr/>
          </p:nvSpPr>
          <p:spPr>
            <a:xfrm>
              <a:off x="3445920" y="2962800"/>
              <a:ext cx="286920" cy="28692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9" name="Oval 18"/>
            <p:cNvSpPr/>
            <p:nvPr/>
          </p:nvSpPr>
          <p:spPr>
            <a:xfrm>
              <a:off x="3517920" y="3034800"/>
              <a:ext cx="142920" cy="14292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440" name="그룹 2"/>
          <p:cNvGrpSpPr/>
          <p:nvPr/>
        </p:nvGrpSpPr>
        <p:grpSpPr>
          <a:xfrm>
            <a:off x="1876320" y="2962800"/>
            <a:ext cx="286920" cy="286920"/>
            <a:chOff x="1876320" y="2962800"/>
            <a:chExt cx="286920" cy="286920"/>
          </a:xfrm>
        </p:grpSpPr>
        <p:sp>
          <p:nvSpPr>
            <p:cNvPr id="1441" name="Oval 17"/>
            <p:cNvSpPr/>
            <p:nvPr/>
          </p:nvSpPr>
          <p:spPr>
            <a:xfrm>
              <a:off x="1876320" y="2962800"/>
              <a:ext cx="286920" cy="28692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42" name="Oval 18"/>
            <p:cNvSpPr/>
            <p:nvPr/>
          </p:nvSpPr>
          <p:spPr>
            <a:xfrm>
              <a:off x="1948320" y="3034800"/>
              <a:ext cx="142920" cy="14292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443" name="TextBox 45"/>
          <p:cNvSpPr/>
          <p:nvPr/>
        </p:nvSpPr>
        <p:spPr>
          <a:xfrm>
            <a:off x="2919240" y="3502080"/>
            <a:ext cx="152604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4" name="TextBox 46"/>
          <p:cNvSpPr/>
          <p:nvPr/>
        </p:nvSpPr>
        <p:spPr>
          <a:xfrm>
            <a:off x="4461480" y="3502080"/>
            <a:ext cx="152604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5" name="TextBox 47"/>
          <p:cNvSpPr/>
          <p:nvPr/>
        </p:nvSpPr>
        <p:spPr>
          <a:xfrm>
            <a:off x="6003360" y="3502080"/>
            <a:ext cx="152604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50" name="PlaceHolder 5"/>
          <p:cNvSpPr>
            <a:spLocks noGrp="1"/>
          </p:cNvSpPr>
          <p:nvPr>
            <p:ph type="sldNum" idx="10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04713C-598A-4102-A9FF-47D6D598602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51" name="PlaceHolder 6"/>
          <p:cNvSpPr>
            <a:spLocks noGrp="1"/>
          </p:cNvSpPr>
          <p:nvPr>
            <p:ph type="ftr" idx="10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cxnSp>
        <p:nvCxnSpPr>
          <p:cNvPr id="1452" name="직선 연결선 8"/>
          <p:cNvCxnSpPr/>
          <p:nvPr/>
        </p:nvCxnSpPr>
        <p:spPr>
          <a:xfrm>
            <a:off x="0" y="4143600"/>
            <a:ext cx="9906840" cy="1080"/>
          </a:xfrm>
          <a:prstGeom prst="straightConnector1">
            <a:avLst/>
          </a:prstGeom>
          <a:ln cap="rnd" w="47625">
            <a:solidFill>
              <a:srgbClr val="002452"/>
            </a:solidFill>
            <a:prstDash val="sysDot"/>
            <a:round/>
          </a:ln>
        </p:spPr>
      </p:cxnSp>
      <p:sp>
        <p:nvSpPr>
          <p:cNvPr id="1453" name="타원 10"/>
          <p:cNvSpPr/>
          <p:nvPr/>
        </p:nvSpPr>
        <p:spPr>
          <a:xfrm>
            <a:off x="3066480" y="3937320"/>
            <a:ext cx="411840" cy="41184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54" name="타원 11"/>
          <p:cNvSpPr/>
          <p:nvPr/>
        </p:nvSpPr>
        <p:spPr>
          <a:xfrm>
            <a:off x="4408200" y="3670920"/>
            <a:ext cx="938880" cy="938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2019</a:t>
            </a:r>
            <a:endParaRPr b="0" lang="en-US" sz="16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455" name="타원 15"/>
          <p:cNvSpPr/>
          <p:nvPr/>
        </p:nvSpPr>
        <p:spPr>
          <a:xfrm>
            <a:off x="7618680" y="3670920"/>
            <a:ext cx="938520" cy="938520"/>
          </a:xfrm>
          <a:prstGeom prst="ellipse">
            <a:avLst/>
          </a:prstGeom>
          <a:solidFill>
            <a:srgbClr val="003760"/>
          </a:solidFill>
          <a:ln>
            <a:solidFill>
              <a:srgbClr val="0024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56" name="타원 20"/>
          <p:cNvSpPr/>
          <p:nvPr/>
        </p:nvSpPr>
        <p:spPr>
          <a:xfrm>
            <a:off x="6276960" y="3937320"/>
            <a:ext cx="411840" cy="41184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57" name="타원 21"/>
          <p:cNvSpPr/>
          <p:nvPr/>
        </p:nvSpPr>
        <p:spPr>
          <a:xfrm>
            <a:off x="1197720" y="3670920"/>
            <a:ext cx="938880" cy="938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ffffff"/>
              </a:solidFill>
              <a:latin typeface="Noto Sans CJK KR"/>
            </a:endParaRPr>
          </a:p>
        </p:txBody>
      </p:sp>
      <p:cxnSp>
        <p:nvCxnSpPr>
          <p:cNvPr id="1458" name="직선 연결선 27"/>
          <p:cNvCxnSpPr>
            <a:stCxn id="1456" idx="0"/>
          </p:cNvCxnSpPr>
          <p:nvPr/>
        </p:nvCxnSpPr>
        <p:spPr>
          <a:xfrm flipV="1">
            <a:off x="6482880" y="3101760"/>
            <a:ext cx="1440" cy="835920"/>
          </a:xfrm>
          <a:prstGeom prst="straightConnector1">
            <a:avLst/>
          </a:prstGeom>
          <a:ln w="0">
            <a:solidFill>
              <a:srgbClr val="002452"/>
            </a:solidFill>
            <a:tailEnd len="med" type="triangle" w="med"/>
          </a:ln>
        </p:spPr>
      </p:cxnSp>
      <p:sp>
        <p:nvSpPr>
          <p:cNvPr id="1459" name="타원 29"/>
          <p:cNvSpPr/>
          <p:nvPr/>
        </p:nvSpPr>
        <p:spPr>
          <a:xfrm>
            <a:off x="7686720" y="3739320"/>
            <a:ext cx="802080" cy="8020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60" name="TextBox 26"/>
          <p:cNvSpPr/>
          <p:nvPr/>
        </p:nvSpPr>
        <p:spPr>
          <a:xfrm>
            <a:off x="6327360" y="1805760"/>
            <a:ext cx="152604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61" name="TextBox 34"/>
          <p:cNvSpPr/>
          <p:nvPr/>
        </p:nvSpPr>
        <p:spPr>
          <a:xfrm>
            <a:off x="7894440" y="4692960"/>
            <a:ext cx="152604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6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6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6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66" name="PlaceHolder 5"/>
          <p:cNvSpPr>
            <a:spLocks noGrp="1"/>
          </p:cNvSpPr>
          <p:nvPr>
            <p:ph type="sldNum" idx="10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31C7B1F-077B-490B-877A-E4BC4A6BEB0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67" name="PlaceHolder 6"/>
          <p:cNvSpPr>
            <a:spLocks noGrp="1"/>
          </p:cNvSpPr>
          <p:nvPr>
            <p:ph type="ftr" idx="11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468" name="Chevron 2"/>
          <p:cNvSpPr/>
          <p:nvPr/>
        </p:nvSpPr>
        <p:spPr>
          <a:xfrm>
            <a:off x="596160" y="2574360"/>
            <a:ext cx="1762920" cy="23508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469" name="직사각형 113"/>
          <p:cNvSpPr/>
          <p:nvPr/>
        </p:nvSpPr>
        <p:spPr>
          <a:xfrm>
            <a:off x="177480" y="2239200"/>
            <a:ext cx="14281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2015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0" name="Oval 4"/>
          <p:cNvSpPr/>
          <p:nvPr/>
        </p:nvSpPr>
        <p:spPr>
          <a:xfrm>
            <a:off x="1048320" y="3362400"/>
            <a:ext cx="862920" cy="8629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471" name="Straight Connector 5"/>
          <p:cNvCxnSpPr/>
          <p:nvPr/>
        </p:nvCxnSpPr>
        <p:spPr>
          <a:xfrm>
            <a:off x="1466640" y="2890440"/>
            <a:ext cx="4680" cy="47268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1472" name="Chevron 11"/>
          <p:cNvSpPr/>
          <p:nvPr/>
        </p:nvSpPr>
        <p:spPr>
          <a:xfrm>
            <a:off x="2320200" y="2574360"/>
            <a:ext cx="1762920" cy="23508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473" name="직사각형 113"/>
          <p:cNvSpPr/>
          <p:nvPr/>
        </p:nvSpPr>
        <p:spPr>
          <a:xfrm>
            <a:off x="1840320" y="2244240"/>
            <a:ext cx="14281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4" name="Oval 13"/>
          <p:cNvSpPr/>
          <p:nvPr/>
        </p:nvSpPr>
        <p:spPr>
          <a:xfrm>
            <a:off x="2772000" y="3362400"/>
            <a:ext cx="862920" cy="8629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475" name="Straight Connector 14"/>
          <p:cNvCxnSpPr/>
          <p:nvPr/>
        </p:nvCxnSpPr>
        <p:spPr>
          <a:xfrm>
            <a:off x="3201840" y="2890440"/>
            <a:ext cx="1080" cy="47268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1476" name="Chevron 19"/>
          <p:cNvSpPr/>
          <p:nvPr/>
        </p:nvSpPr>
        <p:spPr>
          <a:xfrm>
            <a:off x="4039920" y="2574360"/>
            <a:ext cx="1762920" cy="23508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477" name="직사각형 113"/>
          <p:cNvSpPr/>
          <p:nvPr/>
        </p:nvSpPr>
        <p:spPr>
          <a:xfrm>
            <a:off x="3560040" y="2246040"/>
            <a:ext cx="14281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2017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8" name="Oval 21"/>
          <p:cNvSpPr/>
          <p:nvPr/>
        </p:nvSpPr>
        <p:spPr>
          <a:xfrm>
            <a:off x="4491720" y="3362400"/>
            <a:ext cx="862920" cy="8629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479" name="Straight Connector 22"/>
          <p:cNvCxnSpPr/>
          <p:nvPr/>
        </p:nvCxnSpPr>
        <p:spPr>
          <a:xfrm>
            <a:off x="4921560" y="2890440"/>
            <a:ext cx="1080" cy="47268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1480" name="Chevron 27"/>
          <p:cNvSpPr/>
          <p:nvPr/>
        </p:nvSpPr>
        <p:spPr>
          <a:xfrm>
            <a:off x="5763600" y="2574360"/>
            <a:ext cx="1762920" cy="23508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481" name="직사각형 113"/>
          <p:cNvSpPr/>
          <p:nvPr/>
        </p:nvSpPr>
        <p:spPr>
          <a:xfrm>
            <a:off x="5262480" y="2246040"/>
            <a:ext cx="14281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2018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2" name="Oval 29"/>
          <p:cNvSpPr/>
          <p:nvPr/>
        </p:nvSpPr>
        <p:spPr>
          <a:xfrm>
            <a:off x="6215760" y="3362400"/>
            <a:ext cx="862920" cy="8629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483" name="Straight Connector 30"/>
          <p:cNvCxnSpPr/>
          <p:nvPr/>
        </p:nvCxnSpPr>
        <p:spPr>
          <a:xfrm>
            <a:off x="6642360" y="2892960"/>
            <a:ext cx="7560" cy="47016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1484" name="Chevron 35"/>
          <p:cNvSpPr/>
          <p:nvPr/>
        </p:nvSpPr>
        <p:spPr>
          <a:xfrm>
            <a:off x="7483320" y="2574360"/>
            <a:ext cx="1762920" cy="235080"/>
          </a:xfrm>
          <a:prstGeom prst="chevron">
            <a:avLst>
              <a:gd name="adj" fmla="val 3992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485" name="직사각형 113"/>
          <p:cNvSpPr/>
          <p:nvPr/>
        </p:nvSpPr>
        <p:spPr>
          <a:xfrm>
            <a:off x="7064280" y="2239200"/>
            <a:ext cx="142812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d55633"/>
                </a:solidFill>
                <a:latin typeface="본고딕 Medium"/>
                <a:ea typeface="본고딕 Medium"/>
              </a:rPr>
              <a:t>2019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6" name="Oval 37"/>
          <p:cNvSpPr/>
          <p:nvPr/>
        </p:nvSpPr>
        <p:spPr>
          <a:xfrm>
            <a:off x="7935480" y="3362400"/>
            <a:ext cx="862920" cy="8629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487" name="Straight Connector 38"/>
          <p:cNvCxnSpPr/>
          <p:nvPr/>
        </p:nvCxnSpPr>
        <p:spPr>
          <a:xfrm>
            <a:off x="8365320" y="2890440"/>
            <a:ext cx="1080" cy="472680"/>
          </a:xfrm>
          <a:prstGeom prst="straightConnector1">
            <a:avLst/>
          </a:prstGeom>
          <a:ln w="9525">
            <a:solidFill>
              <a:srgbClr val="c51f2a"/>
            </a:solidFill>
            <a:round/>
            <a:headEnd len="med" type="oval" w="med"/>
          </a:ln>
        </p:spPr>
      </p:cxnSp>
      <p:sp>
        <p:nvSpPr>
          <p:cNvPr id="1488" name="Trapezoid 13"/>
          <p:cNvSpPr/>
          <p:nvPr/>
        </p:nvSpPr>
        <p:spPr>
          <a:xfrm>
            <a:off x="1275480" y="3618720"/>
            <a:ext cx="404640" cy="342000"/>
          </a:xfrm>
          <a:custGeom>
            <a:avLst/>
            <a:gdLst>
              <a:gd name="textAreaLeft" fmla="*/ 0 w 404640"/>
              <a:gd name="textAreaRight" fmla="*/ 405720 w 404640"/>
              <a:gd name="textAreaTop" fmla="*/ 0 h 342000"/>
              <a:gd name="textAreaBottom" fmla="*/ 343080 h 342000"/>
            </a:gdLst>
            <a:ahLst/>
            <a:rect l="textAreaLeft" t="textAreaTop" r="textAreaRight" b="textAreaBottom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89" name="Rectangle 16"/>
          <p:cNvSpPr/>
          <p:nvPr/>
        </p:nvSpPr>
        <p:spPr>
          <a:xfrm rot="2700000">
            <a:off x="3028320" y="3522600"/>
            <a:ext cx="297000" cy="533160"/>
          </a:xfrm>
          <a:custGeom>
            <a:avLst/>
            <a:gdLst>
              <a:gd name="textAreaLeft" fmla="*/ 0 w 297000"/>
              <a:gd name="textAreaRight" fmla="*/ 298080 w 297000"/>
              <a:gd name="textAreaTop" fmla="*/ 0 h 533160"/>
              <a:gd name="textAreaBottom" fmla="*/ 534240 h 53316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90" name="Teardrop 1"/>
          <p:cNvSpPr/>
          <p:nvPr/>
        </p:nvSpPr>
        <p:spPr>
          <a:xfrm rot="18805800">
            <a:off x="4709880" y="3578760"/>
            <a:ext cx="421200" cy="416880"/>
          </a:xfrm>
          <a:custGeom>
            <a:avLst/>
            <a:gdLst>
              <a:gd name="textAreaLeft" fmla="*/ 0 w 421200"/>
              <a:gd name="textAreaRight" fmla="*/ 422280 w 421200"/>
              <a:gd name="textAreaTop" fmla="*/ 0 h 416880"/>
              <a:gd name="textAreaBottom" fmla="*/ 417960 h 416880"/>
            </a:gdLst>
            <a:ahLst/>
            <a:rect l="textAreaLeft" t="textAreaTop" r="textAreaRight" b="textAreaBottom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491" name="Oval 7"/>
          <p:cNvSpPr/>
          <p:nvPr/>
        </p:nvSpPr>
        <p:spPr>
          <a:xfrm>
            <a:off x="6440040" y="3593880"/>
            <a:ext cx="403920" cy="403920"/>
          </a:xfrm>
          <a:custGeom>
            <a:avLst/>
            <a:gdLst>
              <a:gd name="textAreaLeft" fmla="*/ 0 w 403920"/>
              <a:gd name="textAreaRight" fmla="*/ 405000 w 403920"/>
              <a:gd name="textAreaTop" fmla="*/ 0 h 403920"/>
              <a:gd name="textAreaBottom" fmla="*/ 405000 h 403920"/>
            </a:gdLst>
            <a:ahLst/>
            <a:rect l="textAreaLeft" t="textAreaTop" r="textAreaRight" b="textAreaBottom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92" name="TextBox 50"/>
          <p:cNvSpPr/>
          <p:nvPr/>
        </p:nvSpPr>
        <p:spPr>
          <a:xfrm>
            <a:off x="722160" y="4398480"/>
            <a:ext cx="1526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93" name="TextBox 51"/>
          <p:cNvSpPr/>
          <p:nvPr/>
        </p:nvSpPr>
        <p:spPr>
          <a:xfrm>
            <a:off x="2413800" y="4398480"/>
            <a:ext cx="1526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94" name="TextBox 52"/>
          <p:cNvSpPr/>
          <p:nvPr/>
        </p:nvSpPr>
        <p:spPr>
          <a:xfrm>
            <a:off x="4158360" y="4398480"/>
            <a:ext cx="1526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95" name="TextBox 53"/>
          <p:cNvSpPr/>
          <p:nvPr/>
        </p:nvSpPr>
        <p:spPr>
          <a:xfrm>
            <a:off x="5885280" y="4398480"/>
            <a:ext cx="1526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96" name="TextBox 54"/>
          <p:cNvSpPr/>
          <p:nvPr/>
        </p:nvSpPr>
        <p:spPr>
          <a:xfrm>
            <a:off x="7577280" y="4398480"/>
            <a:ext cx="1526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97" name="AutoShape 112"/>
          <p:cNvSpPr/>
          <p:nvPr/>
        </p:nvSpPr>
        <p:spPr>
          <a:xfrm>
            <a:off x="8129520" y="3576960"/>
            <a:ext cx="4708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498" name="Freeform 114"/>
          <p:cNvSpPr/>
          <p:nvPr/>
        </p:nvSpPr>
        <p:spPr>
          <a:xfrm>
            <a:off x="8129520" y="3576960"/>
            <a:ext cx="470880" cy="397080"/>
          </a:xfrm>
          <a:custGeom>
            <a:avLst/>
            <a:gdLst>
              <a:gd name="textAreaLeft" fmla="*/ 0 w 470880"/>
              <a:gd name="textAreaRight" fmla="*/ 471960 w 470880"/>
              <a:gd name="textAreaTop" fmla="*/ 0 h 397080"/>
              <a:gd name="textAreaBottom" fmla="*/ 398160 h 397080"/>
            </a:gdLst>
            <a:ahLst/>
            <a:rect l="textAreaLeft" t="textAreaTop" r="textAreaRight" b="textAreaBottom"/>
            <a:pathLst>
              <a:path w="1985" h="1675">
                <a:moveTo>
                  <a:pt x="1794" y="1222"/>
                </a:moveTo>
                <a:lnTo>
                  <a:pt x="1794" y="1002"/>
                </a:lnTo>
                <a:lnTo>
                  <a:pt x="1794" y="1002"/>
                </a:lnTo>
                <a:lnTo>
                  <a:pt x="1794" y="991"/>
                </a:lnTo>
                <a:lnTo>
                  <a:pt x="1792" y="980"/>
                </a:lnTo>
                <a:lnTo>
                  <a:pt x="1790" y="969"/>
                </a:lnTo>
                <a:lnTo>
                  <a:pt x="1785" y="958"/>
                </a:lnTo>
                <a:lnTo>
                  <a:pt x="1781" y="948"/>
                </a:lnTo>
                <a:lnTo>
                  <a:pt x="1775" y="939"/>
                </a:lnTo>
                <a:lnTo>
                  <a:pt x="1768" y="930"/>
                </a:lnTo>
                <a:lnTo>
                  <a:pt x="1761" y="922"/>
                </a:lnTo>
                <a:lnTo>
                  <a:pt x="1753" y="914"/>
                </a:lnTo>
                <a:lnTo>
                  <a:pt x="1744" y="908"/>
                </a:lnTo>
                <a:lnTo>
                  <a:pt x="1734" y="902"/>
                </a:lnTo>
                <a:lnTo>
                  <a:pt x="1725" y="898"/>
                </a:lnTo>
                <a:lnTo>
                  <a:pt x="1714" y="893"/>
                </a:lnTo>
                <a:lnTo>
                  <a:pt x="1703" y="891"/>
                </a:lnTo>
                <a:lnTo>
                  <a:pt x="1691" y="889"/>
                </a:lnTo>
                <a:lnTo>
                  <a:pt x="1680" y="889"/>
                </a:lnTo>
                <a:lnTo>
                  <a:pt x="305" y="889"/>
                </a:lnTo>
                <a:lnTo>
                  <a:pt x="305" y="889"/>
                </a:lnTo>
                <a:lnTo>
                  <a:pt x="294" y="889"/>
                </a:lnTo>
                <a:lnTo>
                  <a:pt x="282" y="891"/>
                </a:lnTo>
                <a:lnTo>
                  <a:pt x="271" y="893"/>
                </a:lnTo>
                <a:lnTo>
                  <a:pt x="260" y="898"/>
                </a:lnTo>
                <a:lnTo>
                  <a:pt x="251" y="902"/>
                </a:lnTo>
                <a:lnTo>
                  <a:pt x="241" y="908"/>
                </a:lnTo>
                <a:lnTo>
                  <a:pt x="232" y="914"/>
                </a:lnTo>
                <a:lnTo>
                  <a:pt x="224" y="922"/>
                </a:lnTo>
                <a:lnTo>
                  <a:pt x="217" y="930"/>
                </a:lnTo>
                <a:lnTo>
                  <a:pt x="210" y="939"/>
                </a:lnTo>
                <a:lnTo>
                  <a:pt x="204" y="948"/>
                </a:lnTo>
                <a:lnTo>
                  <a:pt x="200" y="958"/>
                </a:lnTo>
                <a:lnTo>
                  <a:pt x="195" y="969"/>
                </a:lnTo>
                <a:lnTo>
                  <a:pt x="193" y="980"/>
                </a:lnTo>
                <a:lnTo>
                  <a:pt x="191" y="991"/>
                </a:lnTo>
                <a:lnTo>
                  <a:pt x="191" y="1002"/>
                </a:lnTo>
                <a:lnTo>
                  <a:pt x="191" y="1222"/>
                </a:lnTo>
                <a:lnTo>
                  <a:pt x="191" y="1222"/>
                </a:lnTo>
                <a:lnTo>
                  <a:pt x="171" y="1226"/>
                </a:lnTo>
                <a:lnTo>
                  <a:pt x="152" y="1232"/>
                </a:lnTo>
                <a:lnTo>
                  <a:pt x="133" y="1240"/>
                </a:lnTo>
                <a:lnTo>
                  <a:pt x="115" y="1248"/>
                </a:lnTo>
                <a:lnTo>
                  <a:pt x="98" y="1260"/>
                </a:lnTo>
                <a:lnTo>
                  <a:pt x="83" y="1271"/>
                </a:lnTo>
                <a:lnTo>
                  <a:pt x="68" y="1284"/>
                </a:lnTo>
                <a:lnTo>
                  <a:pt x="55" y="1299"/>
                </a:lnTo>
                <a:lnTo>
                  <a:pt x="42" y="1314"/>
                </a:lnTo>
                <a:lnTo>
                  <a:pt x="31" y="1331"/>
                </a:lnTo>
                <a:lnTo>
                  <a:pt x="22" y="1349"/>
                </a:lnTo>
                <a:lnTo>
                  <a:pt x="15" y="1367"/>
                </a:lnTo>
                <a:lnTo>
                  <a:pt x="8" y="1385"/>
                </a:lnTo>
                <a:lnTo>
                  <a:pt x="3" y="1405"/>
                </a:lnTo>
                <a:lnTo>
                  <a:pt x="1" y="1426"/>
                </a:lnTo>
                <a:lnTo>
                  <a:pt x="0" y="1447"/>
                </a:lnTo>
                <a:lnTo>
                  <a:pt x="0" y="1447"/>
                </a:lnTo>
                <a:lnTo>
                  <a:pt x="1" y="1470"/>
                </a:lnTo>
                <a:lnTo>
                  <a:pt x="4" y="1493"/>
                </a:lnTo>
                <a:lnTo>
                  <a:pt x="10" y="1515"/>
                </a:lnTo>
                <a:lnTo>
                  <a:pt x="18" y="1536"/>
                </a:lnTo>
                <a:lnTo>
                  <a:pt x="28" y="1556"/>
                </a:lnTo>
                <a:lnTo>
                  <a:pt x="39" y="1575"/>
                </a:lnTo>
                <a:lnTo>
                  <a:pt x="52" y="1593"/>
                </a:lnTo>
                <a:lnTo>
                  <a:pt x="67" y="1608"/>
                </a:lnTo>
                <a:lnTo>
                  <a:pt x="83" y="1624"/>
                </a:lnTo>
                <a:lnTo>
                  <a:pt x="100" y="1636"/>
                </a:lnTo>
                <a:lnTo>
                  <a:pt x="119" y="1648"/>
                </a:lnTo>
                <a:lnTo>
                  <a:pt x="140" y="1657"/>
                </a:lnTo>
                <a:lnTo>
                  <a:pt x="161" y="1665"/>
                </a:lnTo>
                <a:lnTo>
                  <a:pt x="183" y="1671"/>
                </a:lnTo>
                <a:lnTo>
                  <a:pt x="205" y="1674"/>
                </a:lnTo>
                <a:lnTo>
                  <a:pt x="229" y="1675"/>
                </a:lnTo>
                <a:lnTo>
                  <a:pt x="229" y="1675"/>
                </a:lnTo>
                <a:lnTo>
                  <a:pt x="252" y="1674"/>
                </a:lnTo>
                <a:lnTo>
                  <a:pt x="275" y="1671"/>
                </a:lnTo>
                <a:lnTo>
                  <a:pt x="297" y="1665"/>
                </a:lnTo>
                <a:lnTo>
                  <a:pt x="318" y="1657"/>
                </a:lnTo>
                <a:lnTo>
                  <a:pt x="338" y="1648"/>
                </a:lnTo>
                <a:lnTo>
                  <a:pt x="357" y="1636"/>
                </a:lnTo>
                <a:lnTo>
                  <a:pt x="375" y="1624"/>
                </a:lnTo>
                <a:lnTo>
                  <a:pt x="391" y="1608"/>
                </a:lnTo>
                <a:lnTo>
                  <a:pt x="405" y="1593"/>
                </a:lnTo>
                <a:lnTo>
                  <a:pt x="419" y="1575"/>
                </a:lnTo>
                <a:lnTo>
                  <a:pt x="430" y="1556"/>
                </a:lnTo>
                <a:lnTo>
                  <a:pt x="440" y="1536"/>
                </a:lnTo>
                <a:lnTo>
                  <a:pt x="448" y="1515"/>
                </a:lnTo>
                <a:lnTo>
                  <a:pt x="453" y="1493"/>
                </a:lnTo>
                <a:lnTo>
                  <a:pt x="457" y="1470"/>
                </a:lnTo>
                <a:lnTo>
                  <a:pt x="458" y="1447"/>
                </a:lnTo>
                <a:lnTo>
                  <a:pt x="458" y="1447"/>
                </a:lnTo>
                <a:lnTo>
                  <a:pt x="457" y="1426"/>
                </a:lnTo>
                <a:lnTo>
                  <a:pt x="454" y="1405"/>
                </a:lnTo>
                <a:lnTo>
                  <a:pt x="450" y="1385"/>
                </a:lnTo>
                <a:lnTo>
                  <a:pt x="443" y="1367"/>
                </a:lnTo>
                <a:lnTo>
                  <a:pt x="435" y="1349"/>
                </a:lnTo>
                <a:lnTo>
                  <a:pt x="426" y="1331"/>
                </a:lnTo>
                <a:lnTo>
                  <a:pt x="415" y="1314"/>
                </a:lnTo>
                <a:lnTo>
                  <a:pt x="403" y="1299"/>
                </a:lnTo>
                <a:lnTo>
                  <a:pt x="390" y="1284"/>
                </a:lnTo>
                <a:lnTo>
                  <a:pt x="375" y="1271"/>
                </a:lnTo>
                <a:lnTo>
                  <a:pt x="359" y="1260"/>
                </a:lnTo>
                <a:lnTo>
                  <a:pt x="343" y="1248"/>
                </a:lnTo>
                <a:lnTo>
                  <a:pt x="325" y="1240"/>
                </a:lnTo>
                <a:lnTo>
                  <a:pt x="306" y="1232"/>
                </a:lnTo>
                <a:lnTo>
                  <a:pt x="287" y="1226"/>
                </a:lnTo>
                <a:lnTo>
                  <a:pt x="267" y="1222"/>
                </a:lnTo>
                <a:lnTo>
                  <a:pt x="267" y="1002"/>
                </a:lnTo>
                <a:lnTo>
                  <a:pt x="267" y="1002"/>
                </a:lnTo>
                <a:lnTo>
                  <a:pt x="268" y="995"/>
                </a:lnTo>
                <a:lnTo>
                  <a:pt x="270" y="988"/>
                </a:lnTo>
                <a:lnTo>
                  <a:pt x="274" y="981"/>
                </a:lnTo>
                <a:lnTo>
                  <a:pt x="278" y="976"/>
                </a:lnTo>
                <a:lnTo>
                  <a:pt x="284" y="971"/>
                </a:lnTo>
                <a:lnTo>
                  <a:pt x="290" y="968"/>
                </a:lnTo>
                <a:lnTo>
                  <a:pt x="297" y="966"/>
                </a:lnTo>
                <a:lnTo>
                  <a:pt x="305" y="964"/>
                </a:lnTo>
                <a:lnTo>
                  <a:pt x="955" y="964"/>
                </a:lnTo>
                <a:lnTo>
                  <a:pt x="955" y="1222"/>
                </a:lnTo>
                <a:lnTo>
                  <a:pt x="955" y="1222"/>
                </a:lnTo>
                <a:lnTo>
                  <a:pt x="934" y="1226"/>
                </a:lnTo>
                <a:lnTo>
                  <a:pt x="915" y="1232"/>
                </a:lnTo>
                <a:lnTo>
                  <a:pt x="896" y="1240"/>
                </a:lnTo>
                <a:lnTo>
                  <a:pt x="879" y="1248"/>
                </a:lnTo>
                <a:lnTo>
                  <a:pt x="862" y="1260"/>
                </a:lnTo>
                <a:lnTo>
                  <a:pt x="846" y="1271"/>
                </a:lnTo>
                <a:lnTo>
                  <a:pt x="832" y="1284"/>
                </a:lnTo>
                <a:lnTo>
                  <a:pt x="818" y="1299"/>
                </a:lnTo>
                <a:lnTo>
                  <a:pt x="806" y="1314"/>
                </a:lnTo>
                <a:lnTo>
                  <a:pt x="795" y="1331"/>
                </a:lnTo>
                <a:lnTo>
                  <a:pt x="786" y="1349"/>
                </a:lnTo>
                <a:lnTo>
                  <a:pt x="778" y="1367"/>
                </a:lnTo>
                <a:lnTo>
                  <a:pt x="771" y="1385"/>
                </a:lnTo>
                <a:lnTo>
                  <a:pt x="767" y="1405"/>
                </a:lnTo>
                <a:lnTo>
                  <a:pt x="765" y="1426"/>
                </a:lnTo>
                <a:lnTo>
                  <a:pt x="764" y="1447"/>
                </a:lnTo>
                <a:lnTo>
                  <a:pt x="764" y="1447"/>
                </a:lnTo>
                <a:lnTo>
                  <a:pt x="765" y="1470"/>
                </a:lnTo>
                <a:lnTo>
                  <a:pt x="768" y="1493"/>
                </a:lnTo>
                <a:lnTo>
                  <a:pt x="774" y="1515"/>
                </a:lnTo>
                <a:lnTo>
                  <a:pt x="781" y="1536"/>
                </a:lnTo>
                <a:lnTo>
                  <a:pt x="792" y="1556"/>
                </a:lnTo>
                <a:lnTo>
                  <a:pt x="803" y="1575"/>
                </a:lnTo>
                <a:lnTo>
                  <a:pt x="816" y="1593"/>
                </a:lnTo>
                <a:lnTo>
                  <a:pt x="831" y="1608"/>
                </a:lnTo>
                <a:lnTo>
                  <a:pt x="846" y="1624"/>
                </a:lnTo>
                <a:lnTo>
                  <a:pt x="864" y="1636"/>
                </a:lnTo>
                <a:lnTo>
                  <a:pt x="883" y="1648"/>
                </a:lnTo>
                <a:lnTo>
                  <a:pt x="903" y="1657"/>
                </a:lnTo>
                <a:lnTo>
                  <a:pt x="924" y="1665"/>
                </a:lnTo>
                <a:lnTo>
                  <a:pt x="947" y="1671"/>
                </a:lnTo>
                <a:lnTo>
                  <a:pt x="969" y="1674"/>
                </a:lnTo>
                <a:lnTo>
                  <a:pt x="993" y="1675"/>
                </a:lnTo>
                <a:lnTo>
                  <a:pt x="993" y="1675"/>
                </a:lnTo>
                <a:lnTo>
                  <a:pt x="1016" y="1674"/>
                </a:lnTo>
                <a:lnTo>
                  <a:pt x="1038" y="1671"/>
                </a:lnTo>
                <a:lnTo>
                  <a:pt x="1061" y="1665"/>
                </a:lnTo>
                <a:lnTo>
                  <a:pt x="1082" y="1657"/>
                </a:lnTo>
                <a:lnTo>
                  <a:pt x="1102" y="1648"/>
                </a:lnTo>
                <a:lnTo>
                  <a:pt x="1121" y="1636"/>
                </a:lnTo>
                <a:lnTo>
                  <a:pt x="1139" y="1624"/>
                </a:lnTo>
                <a:lnTo>
                  <a:pt x="1154" y="1608"/>
                </a:lnTo>
                <a:lnTo>
                  <a:pt x="1169" y="1593"/>
                </a:lnTo>
                <a:lnTo>
                  <a:pt x="1182" y="1575"/>
                </a:lnTo>
                <a:lnTo>
                  <a:pt x="1193" y="1556"/>
                </a:lnTo>
                <a:lnTo>
                  <a:pt x="1204" y="1536"/>
                </a:lnTo>
                <a:lnTo>
                  <a:pt x="1211" y="1515"/>
                </a:lnTo>
                <a:lnTo>
                  <a:pt x="1217" y="1493"/>
                </a:lnTo>
                <a:lnTo>
                  <a:pt x="1220" y="1470"/>
                </a:lnTo>
                <a:lnTo>
                  <a:pt x="1221" y="1447"/>
                </a:lnTo>
                <a:lnTo>
                  <a:pt x="1221" y="1447"/>
                </a:lnTo>
                <a:lnTo>
                  <a:pt x="1220" y="1426"/>
                </a:lnTo>
                <a:lnTo>
                  <a:pt x="1218" y="1405"/>
                </a:lnTo>
                <a:lnTo>
                  <a:pt x="1214" y="1385"/>
                </a:lnTo>
                <a:lnTo>
                  <a:pt x="1207" y="1367"/>
                </a:lnTo>
                <a:lnTo>
                  <a:pt x="1199" y="1349"/>
                </a:lnTo>
                <a:lnTo>
                  <a:pt x="1190" y="1331"/>
                </a:lnTo>
                <a:lnTo>
                  <a:pt x="1179" y="1314"/>
                </a:lnTo>
                <a:lnTo>
                  <a:pt x="1167" y="1299"/>
                </a:lnTo>
                <a:lnTo>
                  <a:pt x="1153" y="1284"/>
                </a:lnTo>
                <a:lnTo>
                  <a:pt x="1139" y="1271"/>
                </a:lnTo>
                <a:lnTo>
                  <a:pt x="1123" y="1260"/>
                </a:lnTo>
                <a:lnTo>
                  <a:pt x="1106" y="1248"/>
                </a:lnTo>
                <a:lnTo>
                  <a:pt x="1089" y="1240"/>
                </a:lnTo>
                <a:lnTo>
                  <a:pt x="1070" y="1232"/>
                </a:lnTo>
                <a:lnTo>
                  <a:pt x="1051" y="1226"/>
                </a:lnTo>
                <a:lnTo>
                  <a:pt x="1030" y="1222"/>
                </a:lnTo>
                <a:lnTo>
                  <a:pt x="1030" y="964"/>
                </a:lnTo>
                <a:lnTo>
                  <a:pt x="1680" y="964"/>
                </a:lnTo>
                <a:lnTo>
                  <a:pt x="1680" y="964"/>
                </a:lnTo>
                <a:lnTo>
                  <a:pt x="1688" y="966"/>
                </a:lnTo>
                <a:lnTo>
                  <a:pt x="1695" y="968"/>
                </a:lnTo>
                <a:lnTo>
                  <a:pt x="1701" y="971"/>
                </a:lnTo>
                <a:lnTo>
                  <a:pt x="1707" y="976"/>
                </a:lnTo>
                <a:lnTo>
                  <a:pt x="1711" y="981"/>
                </a:lnTo>
                <a:lnTo>
                  <a:pt x="1715" y="988"/>
                </a:lnTo>
                <a:lnTo>
                  <a:pt x="1717" y="995"/>
                </a:lnTo>
                <a:lnTo>
                  <a:pt x="1718" y="1002"/>
                </a:lnTo>
                <a:lnTo>
                  <a:pt x="1718" y="1222"/>
                </a:lnTo>
                <a:lnTo>
                  <a:pt x="1718" y="1222"/>
                </a:lnTo>
                <a:lnTo>
                  <a:pt x="1698" y="1226"/>
                </a:lnTo>
                <a:lnTo>
                  <a:pt x="1679" y="1232"/>
                </a:lnTo>
                <a:lnTo>
                  <a:pt x="1660" y="1240"/>
                </a:lnTo>
                <a:lnTo>
                  <a:pt x="1642" y="1248"/>
                </a:lnTo>
                <a:lnTo>
                  <a:pt x="1626" y="1260"/>
                </a:lnTo>
                <a:lnTo>
                  <a:pt x="1610" y="1271"/>
                </a:lnTo>
                <a:lnTo>
                  <a:pt x="1595" y="1284"/>
                </a:lnTo>
                <a:lnTo>
                  <a:pt x="1582" y="1299"/>
                </a:lnTo>
                <a:lnTo>
                  <a:pt x="1570" y="1314"/>
                </a:lnTo>
                <a:lnTo>
                  <a:pt x="1559" y="1331"/>
                </a:lnTo>
                <a:lnTo>
                  <a:pt x="1550" y="1349"/>
                </a:lnTo>
                <a:lnTo>
                  <a:pt x="1542" y="1367"/>
                </a:lnTo>
                <a:lnTo>
                  <a:pt x="1535" y="1385"/>
                </a:lnTo>
                <a:lnTo>
                  <a:pt x="1531" y="1405"/>
                </a:lnTo>
                <a:lnTo>
                  <a:pt x="1528" y="1426"/>
                </a:lnTo>
                <a:lnTo>
                  <a:pt x="1527" y="1447"/>
                </a:lnTo>
                <a:lnTo>
                  <a:pt x="1527" y="1447"/>
                </a:lnTo>
                <a:lnTo>
                  <a:pt x="1528" y="1470"/>
                </a:lnTo>
                <a:lnTo>
                  <a:pt x="1532" y="1493"/>
                </a:lnTo>
                <a:lnTo>
                  <a:pt x="1537" y="1515"/>
                </a:lnTo>
                <a:lnTo>
                  <a:pt x="1545" y="1536"/>
                </a:lnTo>
                <a:lnTo>
                  <a:pt x="1555" y="1556"/>
                </a:lnTo>
                <a:lnTo>
                  <a:pt x="1566" y="1575"/>
                </a:lnTo>
                <a:lnTo>
                  <a:pt x="1580" y="1593"/>
                </a:lnTo>
                <a:lnTo>
                  <a:pt x="1594" y="1608"/>
                </a:lnTo>
                <a:lnTo>
                  <a:pt x="1610" y="1624"/>
                </a:lnTo>
                <a:lnTo>
                  <a:pt x="1628" y="1636"/>
                </a:lnTo>
                <a:lnTo>
                  <a:pt x="1647" y="1648"/>
                </a:lnTo>
                <a:lnTo>
                  <a:pt x="1667" y="1657"/>
                </a:lnTo>
                <a:lnTo>
                  <a:pt x="1688" y="1665"/>
                </a:lnTo>
                <a:lnTo>
                  <a:pt x="1710" y="1671"/>
                </a:lnTo>
                <a:lnTo>
                  <a:pt x="1733" y="1674"/>
                </a:lnTo>
                <a:lnTo>
                  <a:pt x="1756" y="1675"/>
                </a:lnTo>
                <a:lnTo>
                  <a:pt x="1756" y="1675"/>
                </a:lnTo>
                <a:lnTo>
                  <a:pt x="1780" y="1674"/>
                </a:lnTo>
                <a:lnTo>
                  <a:pt x="1802" y="1671"/>
                </a:lnTo>
                <a:lnTo>
                  <a:pt x="1824" y="1665"/>
                </a:lnTo>
                <a:lnTo>
                  <a:pt x="1845" y="1657"/>
                </a:lnTo>
                <a:lnTo>
                  <a:pt x="1866" y="1648"/>
                </a:lnTo>
                <a:lnTo>
                  <a:pt x="1885" y="1636"/>
                </a:lnTo>
                <a:lnTo>
                  <a:pt x="1902" y="1624"/>
                </a:lnTo>
                <a:lnTo>
                  <a:pt x="1918" y="1608"/>
                </a:lnTo>
                <a:lnTo>
                  <a:pt x="1933" y="1593"/>
                </a:lnTo>
                <a:lnTo>
                  <a:pt x="1946" y="1575"/>
                </a:lnTo>
                <a:lnTo>
                  <a:pt x="1957" y="1556"/>
                </a:lnTo>
                <a:lnTo>
                  <a:pt x="1967" y="1536"/>
                </a:lnTo>
                <a:lnTo>
                  <a:pt x="1975" y="1515"/>
                </a:lnTo>
                <a:lnTo>
                  <a:pt x="1981" y="1493"/>
                </a:lnTo>
                <a:lnTo>
                  <a:pt x="1984" y="1470"/>
                </a:lnTo>
                <a:lnTo>
                  <a:pt x="1985" y="1447"/>
                </a:lnTo>
                <a:lnTo>
                  <a:pt x="1985" y="1447"/>
                </a:lnTo>
                <a:lnTo>
                  <a:pt x="1984" y="1426"/>
                </a:lnTo>
                <a:lnTo>
                  <a:pt x="1982" y="1405"/>
                </a:lnTo>
                <a:lnTo>
                  <a:pt x="1977" y="1385"/>
                </a:lnTo>
                <a:lnTo>
                  <a:pt x="1970" y="1367"/>
                </a:lnTo>
                <a:lnTo>
                  <a:pt x="1963" y="1349"/>
                </a:lnTo>
                <a:lnTo>
                  <a:pt x="1954" y="1331"/>
                </a:lnTo>
                <a:lnTo>
                  <a:pt x="1943" y="1314"/>
                </a:lnTo>
                <a:lnTo>
                  <a:pt x="1930" y="1299"/>
                </a:lnTo>
                <a:lnTo>
                  <a:pt x="1917" y="1284"/>
                </a:lnTo>
                <a:lnTo>
                  <a:pt x="1902" y="1271"/>
                </a:lnTo>
                <a:lnTo>
                  <a:pt x="1887" y="1260"/>
                </a:lnTo>
                <a:lnTo>
                  <a:pt x="1870" y="1248"/>
                </a:lnTo>
                <a:lnTo>
                  <a:pt x="1852" y="1240"/>
                </a:lnTo>
                <a:lnTo>
                  <a:pt x="1833" y="1232"/>
                </a:lnTo>
                <a:lnTo>
                  <a:pt x="1814" y="1226"/>
                </a:lnTo>
                <a:lnTo>
                  <a:pt x="1794" y="1222"/>
                </a:lnTo>
                <a:lnTo>
                  <a:pt x="1794" y="1222"/>
                </a:lnTo>
                <a:close/>
                <a:moveTo>
                  <a:pt x="559" y="609"/>
                </a:moveTo>
                <a:lnTo>
                  <a:pt x="955" y="609"/>
                </a:lnTo>
                <a:lnTo>
                  <a:pt x="955" y="813"/>
                </a:lnTo>
                <a:lnTo>
                  <a:pt x="1030" y="813"/>
                </a:lnTo>
                <a:lnTo>
                  <a:pt x="1030" y="609"/>
                </a:lnTo>
                <a:lnTo>
                  <a:pt x="1426" y="609"/>
                </a:lnTo>
                <a:lnTo>
                  <a:pt x="1426" y="609"/>
                </a:lnTo>
                <a:lnTo>
                  <a:pt x="1433" y="608"/>
                </a:lnTo>
                <a:lnTo>
                  <a:pt x="1440" y="607"/>
                </a:lnTo>
                <a:lnTo>
                  <a:pt x="1448" y="606"/>
                </a:lnTo>
                <a:lnTo>
                  <a:pt x="1455" y="603"/>
                </a:lnTo>
                <a:lnTo>
                  <a:pt x="1461" y="600"/>
                </a:lnTo>
                <a:lnTo>
                  <a:pt x="1468" y="596"/>
                </a:lnTo>
                <a:lnTo>
                  <a:pt x="1474" y="591"/>
                </a:lnTo>
                <a:lnTo>
                  <a:pt x="1479" y="587"/>
                </a:lnTo>
                <a:lnTo>
                  <a:pt x="1484" y="581"/>
                </a:lnTo>
                <a:lnTo>
                  <a:pt x="1488" y="576"/>
                </a:lnTo>
                <a:lnTo>
                  <a:pt x="1493" y="569"/>
                </a:lnTo>
                <a:lnTo>
                  <a:pt x="1496" y="562"/>
                </a:lnTo>
                <a:lnTo>
                  <a:pt x="1498" y="556"/>
                </a:lnTo>
                <a:lnTo>
                  <a:pt x="1500" y="548"/>
                </a:lnTo>
                <a:lnTo>
                  <a:pt x="1502" y="540"/>
                </a:lnTo>
                <a:lnTo>
                  <a:pt x="1502" y="532"/>
                </a:lnTo>
                <a:lnTo>
                  <a:pt x="1502" y="76"/>
                </a:lnTo>
                <a:lnTo>
                  <a:pt x="1502" y="76"/>
                </a:lnTo>
                <a:lnTo>
                  <a:pt x="1502" y="68"/>
                </a:lnTo>
                <a:lnTo>
                  <a:pt x="1500" y="60"/>
                </a:lnTo>
                <a:lnTo>
                  <a:pt x="1498" y="53"/>
                </a:lnTo>
                <a:lnTo>
                  <a:pt x="1496" y="46"/>
                </a:lnTo>
                <a:lnTo>
                  <a:pt x="1493" y="39"/>
                </a:lnTo>
                <a:lnTo>
                  <a:pt x="1488" y="33"/>
                </a:lnTo>
                <a:lnTo>
                  <a:pt x="1484" y="28"/>
                </a:lnTo>
                <a:lnTo>
                  <a:pt x="1479" y="22"/>
                </a:lnTo>
                <a:lnTo>
                  <a:pt x="1474" y="17"/>
                </a:lnTo>
                <a:lnTo>
                  <a:pt x="1468" y="12"/>
                </a:lnTo>
                <a:lnTo>
                  <a:pt x="1461" y="9"/>
                </a:lnTo>
                <a:lnTo>
                  <a:pt x="1455" y="6"/>
                </a:lnTo>
                <a:lnTo>
                  <a:pt x="1448" y="3"/>
                </a:lnTo>
                <a:lnTo>
                  <a:pt x="1440" y="1"/>
                </a:lnTo>
                <a:lnTo>
                  <a:pt x="1433" y="0"/>
                </a:lnTo>
                <a:lnTo>
                  <a:pt x="1426" y="0"/>
                </a:lnTo>
                <a:lnTo>
                  <a:pt x="559" y="0"/>
                </a:lnTo>
                <a:lnTo>
                  <a:pt x="559" y="0"/>
                </a:lnTo>
                <a:lnTo>
                  <a:pt x="552" y="0"/>
                </a:lnTo>
                <a:lnTo>
                  <a:pt x="545" y="1"/>
                </a:lnTo>
                <a:lnTo>
                  <a:pt x="537" y="3"/>
                </a:lnTo>
                <a:lnTo>
                  <a:pt x="530" y="6"/>
                </a:lnTo>
                <a:lnTo>
                  <a:pt x="524" y="9"/>
                </a:lnTo>
                <a:lnTo>
                  <a:pt x="517" y="12"/>
                </a:lnTo>
                <a:lnTo>
                  <a:pt x="511" y="17"/>
                </a:lnTo>
                <a:lnTo>
                  <a:pt x="506" y="22"/>
                </a:lnTo>
                <a:lnTo>
                  <a:pt x="501" y="28"/>
                </a:lnTo>
                <a:lnTo>
                  <a:pt x="497" y="33"/>
                </a:lnTo>
                <a:lnTo>
                  <a:pt x="492" y="39"/>
                </a:lnTo>
                <a:lnTo>
                  <a:pt x="489" y="46"/>
                </a:lnTo>
                <a:lnTo>
                  <a:pt x="487" y="53"/>
                </a:lnTo>
                <a:lnTo>
                  <a:pt x="485" y="60"/>
                </a:lnTo>
                <a:lnTo>
                  <a:pt x="483" y="68"/>
                </a:lnTo>
                <a:lnTo>
                  <a:pt x="483" y="76"/>
                </a:lnTo>
                <a:lnTo>
                  <a:pt x="483" y="532"/>
                </a:lnTo>
                <a:lnTo>
                  <a:pt x="483" y="532"/>
                </a:lnTo>
                <a:lnTo>
                  <a:pt x="483" y="540"/>
                </a:lnTo>
                <a:lnTo>
                  <a:pt x="485" y="548"/>
                </a:lnTo>
                <a:lnTo>
                  <a:pt x="487" y="556"/>
                </a:lnTo>
                <a:lnTo>
                  <a:pt x="489" y="562"/>
                </a:lnTo>
                <a:lnTo>
                  <a:pt x="492" y="569"/>
                </a:lnTo>
                <a:lnTo>
                  <a:pt x="497" y="576"/>
                </a:lnTo>
                <a:lnTo>
                  <a:pt x="501" y="581"/>
                </a:lnTo>
                <a:lnTo>
                  <a:pt x="506" y="587"/>
                </a:lnTo>
                <a:lnTo>
                  <a:pt x="511" y="591"/>
                </a:lnTo>
                <a:lnTo>
                  <a:pt x="517" y="596"/>
                </a:lnTo>
                <a:lnTo>
                  <a:pt x="524" y="600"/>
                </a:lnTo>
                <a:lnTo>
                  <a:pt x="530" y="603"/>
                </a:lnTo>
                <a:lnTo>
                  <a:pt x="537" y="606"/>
                </a:lnTo>
                <a:lnTo>
                  <a:pt x="545" y="607"/>
                </a:lnTo>
                <a:lnTo>
                  <a:pt x="552" y="608"/>
                </a:lnTo>
                <a:lnTo>
                  <a:pt x="559" y="609"/>
                </a:lnTo>
                <a:lnTo>
                  <a:pt x="559" y="609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3" name="PlaceHolder 5"/>
          <p:cNvSpPr>
            <a:spLocks noGrp="1"/>
          </p:cNvSpPr>
          <p:nvPr>
            <p:ph type="sldNum" idx="11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E143B76-DFD1-4839-B512-07E6266A69F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04" name="PlaceHolder 6"/>
          <p:cNvSpPr>
            <a:spLocks noGrp="1"/>
          </p:cNvSpPr>
          <p:nvPr>
            <p:ph type="ftr" idx="11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05" name="Rounded Rectangle 2"/>
          <p:cNvSpPr/>
          <p:nvPr/>
        </p:nvSpPr>
        <p:spPr>
          <a:xfrm>
            <a:off x="567360" y="5126400"/>
            <a:ext cx="8844480" cy="30060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06" name="Rounded Rectangle 60"/>
          <p:cNvSpPr/>
          <p:nvPr/>
        </p:nvSpPr>
        <p:spPr>
          <a:xfrm>
            <a:off x="541800" y="5126400"/>
            <a:ext cx="3164400" cy="3006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507" name="그룹 10"/>
          <p:cNvGrpSpPr/>
          <p:nvPr/>
        </p:nvGrpSpPr>
        <p:grpSpPr>
          <a:xfrm>
            <a:off x="1016640" y="2792160"/>
            <a:ext cx="1571400" cy="1274040"/>
            <a:chOff x="1016640" y="2792160"/>
            <a:chExt cx="1571400" cy="1274040"/>
          </a:xfrm>
        </p:grpSpPr>
        <p:sp>
          <p:nvSpPr>
            <p:cNvPr id="1508" name="Rectangle 61"/>
            <p:cNvSpPr/>
            <p:nvPr/>
          </p:nvSpPr>
          <p:spPr>
            <a:xfrm>
              <a:off x="1016640" y="3099600"/>
              <a:ext cx="157140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509" name="TextBox 46"/>
            <p:cNvSpPr/>
            <p:nvPr/>
          </p:nvSpPr>
          <p:spPr>
            <a:xfrm>
              <a:off x="1018440" y="2792160"/>
              <a:ext cx="5796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2018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1510" name="Straight Connector 64"/>
          <p:cNvCxnSpPr/>
          <p:nvPr/>
        </p:nvCxnSpPr>
        <p:spPr>
          <a:xfrm>
            <a:off x="824760" y="2867040"/>
            <a:ext cx="1080" cy="225288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sp>
        <p:nvSpPr>
          <p:cNvPr id="1511" name="Oval 65"/>
          <p:cNvSpPr/>
          <p:nvPr/>
        </p:nvSpPr>
        <p:spPr>
          <a:xfrm>
            <a:off x="768600" y="5132520"/>
            <a:ext cx="109080" cy="294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12" name="AutoShape 35"/>
          <p:cNvSpPr/>
          <p:nvPr/>
        </p:nvSpPr>
        <p:spPr>
          <a:xfrm rot="5400000">
            <a:off x="466200" y="2183760"/>
            <a:ext cx="718200" cy="646560"/>
          </a:xfrm>
          <a:custGeom>
            <a:avLst/>
            <a:gdLst>
              <a:gd name="textAreaLeft" fmla="*/ 0 w 718200"/>
              <a:gd name="textAreaRight" fmla="*/ 719280 w 718200"/>
              <a:gd name="textAreaTop" fmla="*/ 0 h 646560"/>
              <a:gd name="textAreaBottom" fmla="*/ 647640 h 64656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5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13" name="Oval 69"/>
          <p:cNvSpPr/>
          <p:nvPr/>
        </p:nvSpPr>
        <p:spPr>
          <a:xfrm>
            <a:off x="2971440" y="5136480"/>
            <a:ext cx="108000" cy="294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14" name="AutoShape 35"/>
          <p:cNvSpPr/>
          <p:nvPr/>
        </p:nvSpPr>
        <p:spPr>
          <a:xfrm rot="5400000">
            <a:off x="2657520" y="2184120"/>
            <a:ext cx="718920" cy="646920"/>
          </a:xfrm>
          <a:custGeom>
            <a:avLst/>
            <a:gdLst>
              <a:gd name="textAreaLeft" fmla="*/ 0 w 718920"/>
              <a:gd name="textAreaRight" fmla="*/ 720000 w 718920"/>
              <a:gd name="textAreaTop" fmla="*/ 0 h 646920"/>
              <a:gd name="textAreaBottom" fmla="*/ 648000 h 64692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15" name="AutoShape 35"/>
          <p:cNvSpPr/>
          <p:nvPr/>
        </p:nvSpPr>
        <p:spPr>
          <a:xfrm rot="5400000">
            <a:off x="4849200" y="2184120"/>
            <a:ext cx="718920" cy="646920"/>
          </a:xfrm>
          <a:custGeom>
            <a:avLst/>
            <a:gdLst>
              <a:gd name="textAreaLeft" fmla="*/ 0 w 718920"/>
              <a:gd name="textAreaRight" fmla="*/ 720000 w 718920"/>
              <a:gd name="textAreaTop" fmla="*/ 0 h 646920"/>
              <a:gd name="textAreaBottom" fmla="*/ 648000 h 64692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16" name="AutoShape 35"/>
          <p:cNvSpPr/>
          <p:nvPr/>
        </p:nvSpPr>
        <p:spPr>
          <a:xfrm rot="5400000">
            <a:off x="7040520" y="2184120"/>
            <a:ext cx="718920" cy="646920"/>
          </a:xfrm>
          <a:custGeom>
            <a:avLst/>
            <a:gdLst>
              <a:gd name="textAreaLeft" fmla="*/ 0 w 718920"/>
              <a:gd name="textAreaRight" fmla="*/ 720000 w 718920"/>
              <a:gd name="textAreaTop" fmla="*/ 0 h 646920"/>
              <a:gd name="textAreaBottom" fmla="*/ 648000 h 64692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517" name="그룹 25"/>
          <p:cNvGrpSpPr/>
          <p:nvPr/>
        </p:nvGrpSpPr>
        <p:grpSpPr>
          <a:xfrm>
            <a:off x="541800" y="5427720"/>
            <a:ext cx="1531800" cy="777240"/>
            <a:chOff x="541800" y="5427720"/>
            <a:chExt cx="1531800" cy="777240"/>
          </a:xfrm>
        </p:grpSpPr>
        <p:cxnSp>
          <p:nvCxnSpPr>
            <p:cNvPr id="1518" name="Straight Connector 68"/>
            <p:cNvCxnSpPr/>
            <p:nvPr/>
          </p:nvCxnSpPr>
          <p:spPr>
            <a:xfrm>
              <a:off x="824760" y="5427720"/>
              <a:ext cx="1080" cy="505080"/>
            </a:xfrm>
            <a:prstGeom prst="straightConnector1">
              <a:avLst/>
            </a:prstGeom>
            <a:ln w="12700">
              <a:solidFill>
                <a:srgbClr val="757575"/>
              </a:solidFill>
              <a:prstDash val="dash"/>
              <a:miter/>
            </a:ln>
          </p:spPr>
        </p:cxnSp>
        <p:sp>
          <p:nvSpPr>
            <p:cNvPr id="1519" name="Rounded Rectangle 2"/>
            <p:cNvSpPr/>
            <p:nvPr/>
          </p:nvSpPr>
          <p:spPr>
            <a:xfrm>
              <a:off x="541800" y="5883840"/>
              <a:ext cx="1531800" cy="3006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20" name="Oval 65"/>
            <p:cNvSpPr/>
            <p:nvPr/>
          </p:nvSpPr>
          <p:spPr>
            <a:xfrm>
              <a:off x="768600" y="5889960"/>
              <a:ext cx="109080" cy="2944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21" name="TextBox 46"/>
            <p:cNvSpPr/>
            <p:nvPr/>
          </p:nvSpPr>
          <p:spPr>
            <a:xfrm>
              <a:off x="866880" y="5859360"/>
              <a:ext cx="10540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522" name="그룹 26"/>
          <p:cNvGrpSpPr/>
          <p:nvPr/>
        </p:nvGrpSpPr>
        <p:grpSpPr>
          <a:xfrm>
            <a:off x="3215160" y="2792160"/>
            <a:ext cx="1571400" cy="1274040"/>
            <a:chOff x="3215160" y="2792160"/>
            <a:chExt cx="1571400" cy="1274040"/>
          </a:xfrm>
        </p:grpSpPr>
        <p:sp>
          <p:nvSpPr>
            <p:cNvPr id="1523" name="Rectangle 61"/>
            <p:cNvSpPr/>
            <p:nvPr/>
          </p:nvSpPr>
          <p:spPr>
            <a:xfrm>
              <a:off x="3215160" y="3099600"/>
              <a:ext cx="157140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524" name="TextBox 46"/>
            <p:cNvSpPr/>
            <p:nvPr/>
          </p:nvSpPr>
          <p:spPr>
            <a:xfrm>
              <a:off x="3216960" y="2792160"/>
              <a:ext cx="5796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2019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1525" name="Straight Connector 64"/>
          <p:cNvCxnSpPr/>
          <p:nvPr/>
        </p:nvCxnSpPr>
        <p:spPr>
          <a:xfrm>
            <a:off x="3013200" y="2867040"/>
            <a:ext cx="1080" cy="225288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grpSp>
        <p:nvGrpSpPr>
          <p:cNvPr id="1526" name="그룹 28"/>
          <p:cNvGrpSpPr/>
          <p:nvPr/>
        </p:nvGrpSpPr>
        <p:grpSpPr>
          <a:xfrm>
            <a:off x="5397480" y="2792160"/>
            <a:ext cx="1571400" cy="1274040"/>
            <a:chOff x="5397480" y="2792160"/>
            <a:chExt cx="1571400" cy="1274040"/>
          </a:xfrm>
        </p:grpSpPr>
        <p:sp>
          <p:nvSpPr>
            <p:cNvPr id="1527" name="Rectangle 61"/>
            <p:cNvSpPr/>
            <p:nvPr/>
          </p:nvSpPr>
          <p:spPr>
            <a:xfrm>
              <a:off x="5397480" y="3099600"/>
              <a:ext cx="157140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528" name="TextBox 46"/>
            <p:cNvSpPr/>
            <p:nvPr/>
          </p:nvSpPr>
          <p:spPr>
            <a:xfrm>
              <a:off x="5399280" y="2792160"/>
              <a:ext cx="5796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2020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1529" name="Straight Connector 64"/>
          <p:cNvCxnSpPr/>
          <p:nvPr/>
        </p:nvCxnSpPr>
        <p:spPr>
          <a:xfrm>
            <a:off x="5205600" y="2867040"/>
            <a:ext cx="1080" cy="225288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grpSp>
        <p:nvGrpSpPr>
          <p:cNvPr id="1530" name="그룹 30"/>
          <p:cNvGrpSpPr/>
          <p:nvPr/>
        </p:nvGrpSpPr>
        <p:grpSpPr>
          <a:xfrm>
            <a:off x="7593120" y="2792160"/>
            <a:ext cx="1571400" cy="1274040"/>
            <a:chOff x="7593120" y="2792160"/>
            <a:chExt cx="1571400" cy="1274040"/>
          </a:xfrm>
        </p:grpSpPr>
        <p:sp>
          <p:nvSpPr>
            <p:cNvPr id="1531" name="Rectangle 61"/>
            <p:cNvSpPr/>
            <p:nvPr/>
          </p:nvSpPr>
          <p:spPr>
            <a:xfrm>
              <a:off x="7593120" y="3099600"/>
              <a:ext cx="157140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532" name="TextBox 46"/>
            <p:cNvSpPr/>
            <p:nvPr/>
          </p:nvSpPr>
          <p:spPr>
            <a:xfrm>
              <a:off x="7594920" y="2792160"/>
              <a:ext cx="5796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2021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1533" name="Straight Connector 64"/>
          <p:cNvCxnSpPr/>
          <p:nvPr/>
        </p:nvCxnSpPr>
        <p:spPr>
          <a:xfrm>
            <a:off x="7401240" y="2867040"/>
            <a:ext cx="1080" cy="225288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sp>
        <p:nvSpPr>
          <p:cNvPr id="1534" name="Oval 69"/>
          <p:cNvSpPr/>
          <p:nvPr/>
        </p:nvSpPr>
        <p:spPr>
          <a:xfrm>
            <a:off x="5151240" y="5136480"/>
            <a:ext cx="108000" cy="294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35" name="Oval 69"/>
          <p:cNvSpPr/>
          <p:nvPr/>
        </p:nvSpPr>
        <p:spPr>
          <a:xfrm>
            <a:off x="7351560" y="5136480"/>
            <a:ext cx="108000" cy="294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536" name="그룹 34"/>
          <p:cNvGrpSpPr/>
          <p:nvPr/>
        </p:nvGrpSpPr>
        <p:grpSpPr>
          <a:xfrm>
            <a:off x="2739960" y="5427720"/>
            <a:ext cx="1531800" cy="756720"/>
            <a:chOff x="2739960" y="5427720"/>
            <a:chExt cx="1531800" cy="756720"/>
          </a:xfrm>
        </p:grpSpPr>
        <p:cxnSp>
          <p:nvCxnSpPr>
            <p:cNvPr id="1537" name="Straight Connector 68"/>
            <p:cNvCxnSpPr/>
            <p:nvPr/>
          </p:nvCxnSpPr>
          <p:spPr>
            <a:xfrm>
              <a:off x="3010320" y="5427720"/>
              <a:ext cx="1080" cy="505080"/>
            </a:xfrm>
            <a:prstGeom prst="straightConnector1">
              <a:avLst/>
            </a:prstGeom>
            <a:ln w="12700">
              <a:solidFill>
                <a:srgbClr val="b6b6b6"/>
              </a:solidFill>
              <a:prstDash val="dash"/>
              <a:miter/>
            </a:ln>
          </p:spPr>
        </p:cxnSp>
        <p:sp>
          <p:nvSpPr>
            <p:cNvPr id="1538" name="Rounded Rectangle 2"/>
            <p:cNvSpPr/>
            <p:nvPr/>
          </p:nvSpPr>
          <p:spPr>
            <a:xfrm>
              <a:off x="2739960" y="5883840"/>
              <a:ext cx="1531800" cy="3006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39" name="Oval 65"/>
            <p:cNvSpPr/>
            <p:nvPr/>
          </p:nvSpPr>
          <p:spPr>
            <a:xfrm>
              <a:off x="2966760" y="5889960"/>
              <a:ext cx="109080" cy="2944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540" name="TextBox 46"/>
          <p:cNvSpPr/>
          <p:nvPr/>
        </p:nvSpPr>
        <p:spPr>
          <a:xfrm>
            <a:off x="3204360" y="5859360"/>
            <a:ext cx="7754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541" name="그룹 36"/>
          <p:cNvGrpSpPr/>
          <p:nvPr/>
        </p:nvGrpSpPr>
        <p:grpSpPr>
          <a:xfrm>
            <a:off x="4925160" y="5427720"/>
            <a:ext cx="1531800" cy="777240"/>
            <a:chOff x="4925160" y="5427720"/>
            <a:chExt cx="1531800" cy="777240"/>
          </a:xfrm>
        </p:grpSpPr>
        <p:cxnSp>
          <p:nvCxnSpPr>
            <p:cNvPr id="1542" name="Straight Connector 68"/>
            <p:cNvCxnSpPr/>
            <p:nvPr/>
          </p:nvCxnSpPr>
          <p:spPr>
            <a:xfrm>
              <a:off x="5208480" y="5427720"/>
              <a:ext cx="1080" cy="505080"/>
            </a:xfrm>
            <a:prstGeom prst="straightConnector1">
              <a:avLst/>
            </a:prstGeom>
            <a:ln w="12700">
              <a:solidFill>
                <a:srgbClr val="757575"/>
              </a:solidFill>
              <a:prstDash val="dash"/>
              <a:miter/>
            </a:ln>
          </p:spPr>
        </p:cxnSp>
        <p:sp>
          <p:nvSpPr>
            <p:cNvPr id="1543" name="Rounded Rectangle 2"/>
            <p:cNvSpPr/>
            <p:nvPr/>
          </p:nvSpPr>
          <p:spPr>
            <a:xfrm>
              <a:off x="4925160" y="5883840"/>
              <a:ext cx="1531800" cy="3006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44" name="Oval 65"/>
            <p:cNvSpPr/>
            <p:nvPr/>
          </p:nvSpPr>
          <p:spPr>
            <a:xfrm>
              <a:off x="5151960" y="5889960"/>
              <a:ext cx="109080" cy="2944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45" name="TextBox 46"/>
            <p:cNvSpPr/>
            <p:nvPr/>
          </p:nvSpPr>
          <p:spPr>
            <a:xfrm>
              <a:off x="5253480" y="5859360"/>
              <a:ext cx="10540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546" name="그룹 37"/>
          <p:cNvGrpSpPr/>
          <p:nvPr/>
        </p:nvGrpSpPr>
        <p:grpSpPr>
          <a:xfrm>
            <a:off x="7121880" y="5427720"/>
            <a:ext cx="1531800" cy="756720"/>
            <a:chOff x="7121880" y="5427720"/>
            <a:chExt cx="1531800" cy="756720"/>
          </a:xfrm>
        </p:grpSpPr>
        <p:cxnSp>
          <p:nvCxnSpPr>
            <p:cNvPr id="1547" name="Straight Connector 68"/>
            <p:cNvCxnSpPr/>
            <p:nvPr/>
          </p:nvCxnSpPr>
          <p:spPr>
            <a:xfrm>
              <a:off x="7404840" y="5427720"/>
              <a:ext cx="1080" cy="505080"/>
            </a:xfrm>
            <a:prstGeom prst="straightConnector1">
              <a:avLst/>
            </a:prstGeom>
            <a:ln w="12700">
              <a:solidFill>
                <a:srgbClr val="757575"/>
              </a:solidFill>
              <a:prstDash val="dash"/>
              <a:miter/>
            </a:ln>
          </p:spPr>
        </p:cxnSp>
        <p:sp>
          <p:nvSpPr>
            <p:cNvPr id="1548" name="Rounded Rectangle 2"/>
            <p:cNvSpPr/>
            <p:nvPr/>
          </p:nvSpPr>
          <p:spPr>
            <a:xfrm>
              <a:off x="7121880" y="5883840"/>
              <a:ext cx="1531800" cy="3006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49" name="Oval 65"/>
            <p:cNvSpPr/>
            <p:nvPr/>
          </p:nvSpPr>
          <p:spPr>
            <a:xfrm>
              <a:off x="7348680" y="5889960"/>
              <a:ext cx="109080" cy="2944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550" name="TextBox 46"/>
          <p:cNvSpPr/>
          <p:nvPr/>
        </p:nvSpPr>
        <p:spPr>
          <a:xfrm>
            <a:off x="7589160" y="5859360"/>
            <a:ext cx="7754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1" name="텍스트 개체 틀 5"/>
          <p:cNvSpPr/>
          <p:nvPr/>
        </p:nvSpPr>
        <p:spPr>
          <a:xfrm>
            <a:off x="270000" y="1535040"/>
            <a:ext cx="93596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6" name="PlaceHolder 5"/>
          <p:cNvSpPr>
            <a:spLocks noGrp="1"/>
          </p:cNvSpPr>
          <p:nvPr>
            <p:ph type="sldNum" idx="11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ABBDC96-44D6-41D6-A3EF-B364B8AC4B9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57" name="PlaceHolder 6"/>
          <p:cNvSpPr>
            <a:spLocks noGrp="1"/>
          </p:cNvSpPr>
          <p:nvPr>
            <p:ph type="ftr" idx="11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cxnSp>
        <p:nvCxnSpPr>
          <p:cNvPr id="1558" name="Straight Connector 37"/>
          <p:cNvCxnSpPr/>
          <p:nvPr/>
        </p:nvCxnSpPr>
        <p:spPr>
          <a:xfrm flipH="1">
            <a:off x="497880" y="4237560"/>
            <a:ext cx="9011160" cy="1080"/>
          </a:xfrm>
          <a:prstGeom prst="straightConnector1">
            <a:avLst/>
          </a:prstGeom>
          <a:ln w="63500">
            <a:solidFill>
              <a:srgbClr val="b6b6b6"/>
            </a:solidFill>
            <a:miter/>
            <a:headEnd len="med" type="triangle" w="med"/>
            <a:tailEnd len="med" type="oval" w="med"/>
          </a:ln>
        </p:spPr>
      </p:cxnSp>
      <p:cxnSp>
        <p:nvCxnSpPr>
          <p:cNvPr id="1559" name="Straight Connector 39"/>
          <p:cNvCxnSpPr/>
          <p:nvPr/>
        </p:nvCxnSpPr>
        <p:spPr>
          <a:xfrm>
            <a:off x="2826000" y="4242600"/>
            <a:ext cx="1080" cy="134532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cxnSp>
        <p:nvCxnSpPr>
          <p:cNvPr id="1560" name="Straight Connector 40"/>
          <p:cNvCxnSpPr/>
          <p:nvPr/>
        </p:nvCxnSpPr>
        <p:spPr>
          <a:xfrm>
            <a:off x="6087600" y="4242600"/>
            <a:ext cx="1080" cy="134532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cxnSp>
        <p:nvCxnSpPr>
          <p:cNvPr id="1561" name="Straight Connector 50"/>
          <p:cNvCxnSpPr/>
          <p:nvPr/>
        </p:nvCxnSpPr>
        <p:spPr>
          <a:xfrm>
            <a:off x="1283760" y="2888280"/>
            <a:ext cx="1080" cy="134532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1562" name="Straight Connector 51"/>
          <p:cNvCxnSpPr/>
          <p:nvPr/>
        </p:nvCxnSpPr>
        <p:spPr>
          <a:xfrm>
            <a:off x="4461840" y="2888280"/>
            <a:ext cx="1080" cy="134532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1563" name="Straight Connector 52"/>
          <p:cNvCxnSpPr/>
          <p:nvPr/>
        </p:nvCxnSpPr>
        <p:spPr>
          <a:xfrm>
            <a:off x="7639920" y="2888280"/>
            <a:ext cx="1080" cy="134532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sp>
        <p:nvSpPr>
          <p:cNvPr id="1564" name="TextBox 44"/>
          <p:cNvSpPr/>
          <p:nvPr/>
        </p:nvSpPr>
        <p:spPr>
          <a:xfrm>
            <a:off x="851760" y="2323800"/>
            <a:ext cx="86292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2015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5" name="TextBox 47"/>
          <p:cNvSpPr/>
          <p:nvPr/>
        </p:nvSpPr>
        <p:spPr>
          <a:xfrm>
            <a:off x="1308960" y="2954160"/>
            <a:ext cx="168012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6" name="TextBox 48"/>
          <p:cNvSpPr/>
          <p:nvPr/>
        </p:nvSpPr>
        <p:spPr>
          <a:xfrm>
            <a:off x="4431240" y="2323800"/>
            <a:ext cx="86292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2017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7" name="TextBox 52"/>
          <p:cNvSpPr/>
          <p:nvPr/>
        </p:nvSpPr>
        <p:spPr>
          <a:xfrm>
            <a:off x="7744320" y="2323800"/>
            <a:ext cx="862920" cy="394200"/>
          </a:xfrm>
          <a:prstGeom prst="rect">
            <a:avLst/>
          </a:prstGeom>
          <a:solidFill>
            <a:schemeClr val="accent5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2019</a:t>
            </a:r>
            <a:endParaRPr b="0" lang="en-US" sz="2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568" name="TextBox 60"/>
          <p:cNvSpPr/>
          <p:nvPr/>
        </p:nvSpPr>
        <p:spPr>
          <a:xfrm>
            <a:off x="2394000" y="5659920"/>
            <a:ext cx="86292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2016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9" name="TextBox 64"/>
          <p:cNvSpPr/>
          <p:nvPr/>
        </p:nvSpPr>
        <p:spPr>
          <a:xfrm>
            <a:off x="5655600" y="5659920"/>
            <a:ext cx="86292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2018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0" name="TextBox 32"/>
          <p:cNvSpPr/>
          <p:nvPr/>
        </p:nvSpPr>
        <p:spPr>
          <a:xfrm>
            <a:off x="4488480" y="2954160"/>
            <a:ext cx="168012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1" name="TextBox 33"/>
          <p:cNvSpPr/>
          <p:nvPr/>
        </p:nvSpPr>
        <p:spPr>
          <a:xfrm>
            <a:off x="7665120" y="2954160"/>
            <a:ext cx="168012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2" name="TextBox 34"/>
          <p:cNvSpPr/>
          <p:nvPr/>
        </p:nvSpPr>
        <p:spPr>
          <a:xfrm>
            <a:off x="6116760" y="4331160"/>
            <a:ext cx="168012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3" name="TextBox 35"/>
          <p:cNvSpPr/>
          <p:nvPr/>
        </p:nvSpPr>
        <p:spPr>
          <a:xfrm>
            <a:off x="2854800" y="4331160"/>
            <a:ext cx="168012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8" name="PlaceHolder 5"/>
          <p:cNvSpPr>
            <a:spLocks noGrp="1"/>
          </p:cNvSpPr>
          <p:nvPr>
            <p:ph type="sldNum" idx="11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074DD1-8D65-44F6-9CB3-DE9C957729F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79" name="PlaceHolder 6"/>
          <p:cNvSpPr>
            <a:spLocks noGrp="1"/>
          </p:cNvSpPr>
          <p:nvPr>
            <p:ph type="ftr" idx="11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80" name="Rectangle 2"/>
          <p:cNvSpPr/>
          <p:nvPr/>
        </p:nvSpPr>
        <p:spPr>
          <a:xfrm>
            <a:off x="1131120" y="4770720"/>
            <a:ext cx="1874520" cy="13572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581" name="TextBox 7"/>
          <p:cNvSpPr/>
          <p:nvPr/>
        </p:nvSpPr>
        <p:spPr>
          <a:xfrm>
            <a:off x="1103400" y="4972680"/>
            <a:ext cx="1207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2" name="TextBox 10"/>
          <p:cNvSpPr/>
          <p:nvPr/>
        </p:nvSpPr>
        <p:spPr>
          <a:xfrm>
            <a:off x="1103400" y="5283360"/>
            <a:ext cx="1585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3" name="Oval 7"/>
          <p:cNvSpPr/>
          <p:nvPr/>
        </p:nvSpPr>
        <p:spPr>
          <a:xfrm>
            <a:off x="1172880" y="4204080"/>
            <a:ext cx="470880" cy="470880"/>
          </a:xfrm>
          <a:prstGeom prst="ellipse">
            <a:avLst/>
          </a:prstGeom>
          <a:solidFill>
            <a:schemeClr val="accent2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84" name="Rectangle 8"/>
          <p:cNvSpPr/>
          <p:nvPr/>
        </p:nvSpPr>
        <p:spPr>
          <a:xfrm>
            <a:off x="3096360" y="4188600"/>
            <a:ext cx="1874520" cy="13572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585" name="TextBox 13"/>
          <p:cNvSpPr/>
          <p:nvPr/>
        </p:nvSpPr>
        <p:spPr>
          <a:xfrm>
            <a:off x="3111120" y="4393440"/>
            <a:ext cx="1174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6" name="Oval 13"/>
          <p:cNvSpPr/>
          <p:nvPr/>
        </p:nvSpPr>
        <p:spPr>
          <a:xfrm>
            <a:off x="3180600" y="3635640"/>
            <a:ext cx="470880" cy="470880"/>
          </a:xfrm>
          <a:prstGeom prst="ellipse">
            <a:avLst/>
          </a:prstGeom>
          <a:solidFill>
            <a:schemeClr val="bg2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87" name="Rectangle 14"/>
          <p:cNvSpPr/>
          <p:nvPr/>
        </p:nvSpPr>
        <p:spPr>
          <a:xfrm>
            <a:off x="5016240" y="3578760"/>
            <a:ext cx="1874520" cy="1357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588" name="TextBox 19"/>
          <p:cNvSpPr/>
          <p:nvPr/>
        </p:nvSpPr>
        <p:spPr>
          <a:xfrm>
            <a:off x="5041800" y="3786120"/>
            <a:ext cx="1107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9" name="Oval 19"/>
          <p:cNvSpPr/>
          <p:nvPr/>
        </p:nvSpPr>
        <p:spPr>
          <a:xfrm flipV="1">
            <a:off x="5090760" y="3010680"/>
            <a:ext cx="470880" cy="4708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90" name="Rectangle 20"/>
          <p:cNvSpPr/>
          <p:nvPr/>
        </p:nvSpPr>
        <p:spPr>
          <a:xfrm>
            <a:off x="6938640" y="2963520"/>
            <a:ext cx="1874520" cy="1357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591" name="TextBox 25"/>
          <p:cNvSpPr/>
          <p:nvPr/>
        </p:nvSpPr>
        <p:spPr>
          <a:xfrm>
            <a:off x="6907320" y="3159000"/>
            <a:ext cx="1202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2" name="Oval 25"/>
          <p:cNvSpPr/>
          <p:nvPr/>
        </p:nvSpPr>
        <p:spPr>
          <a:xfrm>
            <a:off x="7005240" y="2438280"/>
            <a:ext cx="470880" cy="434160"/>
          </a:xfrm>
          <a:prstGeom prst="ellipse">
            <a:avLst/>
          </a:prstGeom>
          <a:solidFill>
            <a:schemeClr val="accent3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93" name="TextBox 34"/>
          <p:cNvSpPr/>
          <p:nvPr/>
        </p:nvSpPr>
        <p:spPr>
          <a:xfrm>
            <a:off x="3099240" y="4699440"/>
            <a:ext cx="1585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4" name="TextBox 35"/>
          <p:cNvSpPr/>
          <p:nvPr/>
        </p:nvSpPr>
        <p:spPr>
          <a:xfrm>
            <a:off x="5046840" y="4107600"/>
            <a:ext cx="1585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5" name="TextBox 36"/>
          <p:cNvSpPr/>
          <p:nvPr/>
        </p:nvSpPr>
        <p:spPr>
          <a:xfrm>
            <a:off x="6938640" y="3483360"/>
            <a:ext cx="15854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596" name="그룹 38"/>
          <p:cNvGrpSpPr/>
          <p:nvPr/>
        </p:nvGrpSpPr>
        <p:grpSpPr>
          <a:xfrm>
            <a:off x="3241080" y="3738600"/>
            <a:ext cx="463680" cy="296280"/>
            <a:chOff x="3241080" y="3738600"/>
            <a:chExt cx="463680" cy="296280"/>
          </a:xfrm>
        </p:grpSpPr>
        <p:sp>
          <p:nvSpPr>
            <p:cNvPr id="1597" name="AutoShape 68"/>
            <p:cNvSpPr/>
            <p:nvPr/>
          </p:nvSpPr>
          <p:spPr>
            <a:xfrm>
              <a:off x="3241080" y="3738600"/>
              <a:ext cx="463680" cy="29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98" name="Freeform 70"/>
            <p:cNvSpPr/>
            <p:nvPr/>
          </p:nvSpPr>
          <p:spPr>
            <a:xfrm>
              <a:off x="3295080" y="3738600"/>
              <a:ext cx="315720" cy="156960"/>
            </a:xfrm>
            <a:custGeom>
              <a:avLst/>
              <a:gdLst>
                <a:gd name="textAreaLeft" fmla="*/ 0 w 315720"/>
                <a:gd name="textAreaRight" fmla="*/ 316800 w 315720"/>
                <a:gd name="textAreaTop" fmla="*/ 0 h 156960"/>
                <a:gd name="textAreaBottom" fmla="*/ 158040 h 15696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99" name="Freeform 71"/>
            <p:cNvSpPr/>
            <p:nvPr/>
          </p:nvSpPr>
          <p:spPr>
            <a:xfrm>
              <a:off x="3241080" y="3799800"/>
              <a:ext cx="463680" cy="234720"/>
            </a:xfrm>
            <a:custGeom>
              <a:avLst/>
              <a:gdLst>
                <a:gd name="textAreaLeft" fmla="*/ 0 w 463680"/>
                <a:gd name="textAreaRight" fmla="*/ 464760 w 463680"/>
                <a:gd name="textAreaTop" fmla="*/ 0 h 234720"/>
                <a:gd name="textAreaBottom" fmla="*/ 235800 h 23472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600" name="그룹 44"/>
          <p:cNvGrpSpPr/>
          <p:nvPr/>
        </p:nvGrpSpPr>
        <p:grpSpPr>
          <a:xfrm>
            <a:off x="7126920" y="2536920"/>
            <a:ext cx="318600" cy="291960"/>
            <a:chOff x="7126920" y="2536920"/>
            <a:chExt cx="318600" cy="291960"/>
          </a:xfrm>
        </p:grpSpPr>
        <p:sp>
          <p:nvSpPr>
            <p:cNvPr id="1601" name="AutoShape 116"/>
            <p:cNvSpPr/>
            <p:nvPr/>
          </p:nvSpPr>
          <p:spPr>
            <a:xfrm>
              <a:off x="7126920" y="2536920"/>
              <a:ext cx="318600" cy="29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2" name="Freeform 118"/>
            <p:cNvSpPr/>
            <p:nvPr/>
          </p:nvSpPr>
          <p:spPr>
            <a:xfrm>
              <a:off x="7134120" y="2751840"/>
              <a:ext cx="19800" cy="24840"/>
            </a:xfrm>
            <a:custGeom>
              <a:avLst/>
              <a:gdLst>
                <a:gd name="textAreaLeft" fmla="*/ 0 w 19800"/>
                <a:gd name="textAreaRight" fmla="*/ 20880 w 19800"/>
                <a:gd name="textAreaTop" fmla="*/ 0 h 24840"/>
                <a:gd name="textAreaBottom" fmla="*/ 25920 h 24840"/>
              </a:gdLst>
              <a:ahLst/>
              <a:rect l="textAreaLeft" t="textAreaTop" r="textAreaRight" b="textAreaBottom"/>
              <a:pathLst>
                <a:path w="107" h="130">
                  <a:moveTo>
                    <a:pt x="41" y="19"/>
                  </a:moveTo>
                  <a:lnTo>
                    <a:pt x="41" y="112"/>
                  </a:lnTo>
                  <a:lnTo>
                    <a:pt x="107" y="112"/>
                  </a:lnTo>
                  <a:lnTo>
                    <a:pt x="107" y="19"/>
                  </a:lnTo>
                  <a:lnTo>
                    <a:pt x="41" y="19"/>
                  </a:lnTo>
                  <a:lnTo>
                    <a:pt x="41" y="19"/>
                  </a:lnTo>
                  <a:close/>
                  <a:moveTo>
                    <a:pt x="23" y="12"/>
                  </a:moveTo>
                  <a:lnTo>
                    <a:pt x="23" y="118"/>
                  </a:lnTo>
                  <a:lnTo>
                    <a:pt x="23" y="118"/>
                  </a:lnTo>
                  <a:lnTo>
                    <a:pt x="22" y="123"/>
                  </a:lnTo>
                  <a:lnTo>
                    <a:pt x="20" y="126"/>
                  </a:lnTo>
                  <a:lnTo>
                    <a:pt x="16" y="129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6" y="129"/>
                  </a:lnTo>
                  <a:lnTo>
                    <a:pt x="3" y="126"/>
                  </a:lnTo>
                  <a:lnTo>
                    <a:pt x="1" y="123"/>
                  </a:lnTo>
                  <a:lnTo>
                    <a:pt x="0" y="11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8"/>
                  </a:lnTo>
                  <a:lnTo>
                    <a:pt x="3" y="3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1"/>
                  </a:lnTo>
                  <a:lnTo>
                    <a:pt x="20" y="3"/>
                  </a:lnTo>
                  <a:lnTo>
                    <a:pt x="22" y="8"/>
                  </a:lnTo>
                  <a:lnTo>
                    <a:pt x="23" y="12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2960" bIns="129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3" name="Freeform 119"/>
            <p:cNvSpPr/>
            <p:nvPr/>
          </p:nvSpPr>
          <p:spPr>
            <a:xfrm>
              <a:off x="7140960" y="2598120"/>
              <a:ext cx="293760" cy="19800"/>
            </a:xfrm>
            <a:custGeom>
              <a:avLst/>
              <a:gdLst>
                <a:gd name="textAreaLeft" fmla="*/ 0 w 293760"/>
                <a:gd name="textAreaRight" fmla="*/ 294840 w 293760"/>
                <a:gd name="textAreaTop" fmla="*/ 0 h 19800"/>
                <a:gd name="textAreaBottom" fmla="*/ 20880 h 19800"/>
              </a:gdLst>
              <a:ahLst/>
              <a:rect l="textAreaLeft" t="textAreaTop" r="textAreaRight" b="textAreaBottom"/>
              <a:pathLst>
                <a:path w="1477" h="109">
                  <a:moveTo>
                    <a:pt x="1477" y="109"/>
                  </a:moveTo>
                  <a:lnTo>
                    <a:pt x="1477" y="0"/>
                  </a:lnTo>
                  <a:lnTo>
                    <a:pt x="0" y="0"/>
                  </a:lnTo>
                  <a:lnTo>
                    <a:pt x="0" y="109"/>
                  </a:lnTo>
                  <a:lnTo>
                    <a:pt x="1477" y="109"/>
                  </a:lnTo>
                  <a:lnTo>
                    <a:pt x="1477" y="10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0440" bIns="104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4" name="Freeform 120"/>
            <p:cNvSpPr/>
            <p:nvPr/>
          </p:nvSpPr>
          <p:spPr>
            <a:xfrm>
              <a:off x="7148880" y="2626920"/>
              <a:ext cx="278640" cy="112680"/>
            </a:xfrm>
            <a:custGeom>
              <a:avLst/>
              <a:gdLst>
                <a:gd name="textAreaLeft" fmla="*/ 0 w 278640"/>
                <a:gd name="textAreaRight" fmla="*/ 279720 w 278640"/>
                <a:gd name="textAreaTop" fmla="*/ 0 h 112680"/>
                <a:gd name="textAreaBottom" fmla="*/ 113760 h 112680"/>
              </a:gdLst>
              <a:ahLst/>
              <a:rect l="textAreaLeft" t="textAreaTop" r="textAreaRight" b="textAreaBottom"/>
              <a:pathLst>
                <a:path w="1403" h="570">
                  <a:moveTo>
                    <a:pt x="1175" y="570"/>
                  </a:moveTo>
                  <a:lnTo>
                    <a:pt x="1175" y="570"/>
                  </a:lnTo>
                  <a:lnTo>
                    <a:pt x="1199" y="557"/>
                  </a:lnTo>
                  <a:lnTo>
                    <a:pt x="1223" y="541"/>
                  </a:lnTo>
                  <a:lnTo>
                    <a:pt x="1246" y="524"/>
                  </a:lnTo>
                  <a:lnTo>
                    <a:pt x="1267" y="506"/>
                  </a:lnTo>
                  <a:lnTo>
                    <a:pt x="1288" y="487"/>
                  </a:lnTo>
                  <a:lnTo>
                    <a:pt x="1305" y="469"/>
                  </a:lnTo>
                  <a:lnTo>
                    <a:pt x="1323" y="450"/>
                  </a:lnTo>
                  <a:lnTo>
                    <a:pt x="1339" y="431"/>
                  </a:lnTo>
                  <a:lnTo>
                    <a:pt x="1353" y="412"/>
                  </a:lnTo>
                  <a:lnTo>
                    <a:pt x="1366" y="394"/>
                  </a:lnTo>
                  <a:lnTo>
                    <a:pt x="1377" y="378"/>
                  </a:lnTo>
                  <a:lnTo>
                    <a:pt x="1386" y="362"/>
                  </a:lnTo>
                  <a:lnTo>
                    <a:pt x="1393" y="347"/>
                  </a:lnTo>
                  <a:lnTo>
                    <a:pt x="1398" y="335"/>
                  </a:lnTo>
                  <a:lnTo>
                    <a:pt x="1401" y="325"/>
                  </a:lnTo>
                  <a:lnTo>
                    <a:pt x="1403" y="316"/>
                  </a:lnTo>
                  <a:lnTo>
                    <a:pt x="1403" y="0"/>
                  </a:lnTo>
                  <a:lnTo>
                    <a:pt x="0" y="0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1" y="326"/>
                  </a:lnTo>
                  <a:lnTo>
                    <a:pt x="4" y="339"/>
                  </a:lnTo>
                  <a:lnTo>
                    <a:pt x="9" y="352"/>
                  </a:lnTo>
                  <a:lnTo>
                    <a:pt x="16" y="366"/>
                  </a:lnTo>
                  <a:lnTo>
                    <a:pt x="25" y="383"/>
                  </a:lnTo>
                  <a:lnTo>
                    <a:pt x="36" y="400"/>
                  </a:lnTo>
                  <a:lnTo>
                    <a:pt x="48" y="418"/>
                  </a:lnTo>
                  <a:lnTo>
                    <a:pt x="63" y="436"/>
                  </a:lnTo>
                  <a:lnTo>
                    <a:pt x="77" y="455"/>
                  </a:lnTo>
                  <a:lnTo>
                    <a:pt x="95" y="473"/>
                  </a:lnTo>
                  <a:lnTo>
                    <a:pt x="113" y="491"/>
                  </a:lnTo>
                  <a:lnTo>
                    <a:pt x="133" y="509"/>
                  </a:lnTo>
                  <a:lnTo>
                    <a:pt x="153" y="525"/>
                  </a:lnTo>
                  <a:lnTo>
                    <a:pt x="176" y="542"/>
                  </a:lnTo>
                  <a:lnTo>
                    <a:pt x="199" y="557"/>
                  </a:lnTo>
                  <a:lnTo>
                    <a:pt x="224" y="570"/>
                  </a:lnTo>
                  <a:lnTo>
                    <a:pt x="1175" y="570"/>
                  </a:lnTo>
                  <a:lnTo>
                    <a:pt x="1175" y="5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5" name="Freeform 121"/>
            <p:cNvSpPr/>
            <p:nvPr/>
          </p:nvSpPr>
          <p:spPr>
            <a:xfrm>
              <a:off x="7158960" y="2748960"/>
              <a:ext cx="50760" cy="32040"/>
            </a:xfrm>
            <a:custGeom>
              <a:avLst/>
              <a:gdLst>
                <a:gd name="textAreaLeft" fmla="*/ 0 w 50760"/>
                <a:gd name="textAreaRight" fmla="*/ 51840 w 50760"/>
                <a:gd name="textAreaTop" fmla="*/ 0 h 32040"/>
                <a:gd name="textAreaBottom" fmla="*/ 33120 h 32040"/>
              </a:gdLst>
              <a:ahLst/>
              <a:rect l="textAreaLeft" t="textAreaTop" r="textAreaRight" b="textAreaBottom"/>
              <a:pathLst>
                <a:path w="260" h="165">
                  <a:moveTo>
                    <a:pt x="166" y="153"/>
                  </a:moveTo>
                  <a:lnTo>
                    <a:pt x="166" y="153"/>
                  </a:lnTo>
                  <a:lnTo>
                    <a:pt x="167" y="141"/>
                  </a:lnTo>
                  <a:lnTo>
                    <a:pt x="168" y="129"/>
                  </a:lnTo>
                  <a:lnTo>
                    <a:pt x="171" y="117"/>
                  </a:lnTo>
                  <a:lnTo>
                    <a:pt x="173" y="105"/>
                  </a:lnTo>
                  <a:lnTo>
                    <a:pt x="177" y="94"/>
                  </a:lnTo>
                  <a:lnTo>
                    <a:pt x="181" y="83"/>
                  </a:lnTo>
                  <a:lnTo>
                    <a:pt x="186" y="73"/>
                  </a:lnTo>
                  <a:lnTo>
                    <a:pt x="192" y="63"/>
                  </a:lnTo>
                  <a:lnTo>
                    <a:pt x="199" y="53"/>
                  </a:lnTo>
                  <a:lnTo>
                    <a:pt x="205" y="44"/>
                  </a:lnTo>
                  <a:lnTo>
                    <a:pt x="213" y="35"/>
                  </a:lnTo>
                  <a:lnTo>
                    <a:pt x="222" y="27"/>
                  </a:lnTo>
                  <a:lnTo>
                    <a:pt x="231" y="19"/>
                  </a:lnTo>
                  <a:lnTo>
                    <a:pt x="240" y="13"/>
                  </a:lnTo>
                  <a:lnTo>
                    <a:pt x="250" y="6"/>
                  </a:lnTo>
                  <a:lnTo>
                    <a:pt x="26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8"/>
                  </a:lnTo>
                  <a:lnTo>
                    <a:pt x="2" y="161"/>
                  </a:lnTo>
                  <a:lnTo>
                    <a:pt x="5" y="164"/>
                  </a:lnTo>
                  <a:lnTo>
                    <a:pt x="10" y="165"/>
                  </a:lnTo>
                  <a:lnTo>
                    <a:pt x="167" y="165"/>
                  </a:lnTo>
                  <a:lnTo>
                    <a:pt x="167" y="165"/>
                  </a:lnTo>
                  <a:lnTo>
                    <a:pt x="166" y="153"/>
                  </a:lnTo>
                  <a:lnTo>
                    <a:pt x="166" y="15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6" name="Freeform 122"/>
            <p:cNvSpPr/>
            <p:nvPr/>
          </p:nvSpPr>
          <p:spPr>
            <a:xfrm>
              <a:off x="7196040" y="2748960"/>
              <a:ext cx="59760" cy="59760"/>
            </a:xfrm>
            <a:custGeom>
              <a:avLst/>
              <a:gdLst>
                <a:gd name="textAreaLeft" fmla="*/ 0 w 59760"/>
                <a:gd name="textAreaRight" fmla="*/ 60840 w 59760"/>
                <a:gd name="textAreaTop" fmla="*/ 0 h 59760"/>
                <a:gd name="textAreaBottom" fmla="*/ 60840 h 59760"/>
              </a:gdLst>
              <a:ahLst/>
              <a:rect l="textAreaLeft" t="textAreaTop" r="textAreaRight" b="textAreaBottom"/>
              <a:pathLst>
                <a:path w="305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30" y="266"/>
                  </a:lnTo>
                  <a:lnTo>
                    <a:pt x="119" y="263"/>
                  </a:lnTo>
                  <a:lnTo>
                    <a:pt x="108" y="260"/>
                  </a:lnTo>
                  <a:lnTo>
                    <a:pt x="98" y="254"/>
                  </a:lnTo>
                  <a:lnTo>
                    <a:pt x="89" y="249"/>
                  </a:lnTo>
                  <a:lnTo>
                    <a:pt x="80" y="242"/>
                  </a:lnTo>
                  <a:lnTo>
                    <a:pt x="72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2" y="208"/>
                  </a:lnTo>
                  <a:lnTo>
                    <a:pt x="46" y="198"/>
                  </a:lnTo>
                  <a:lnTo>
                    <a:pt x="43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6" y="109"/>
                  </a:lnTo>
                  <a:lnTo>
                    <a:pt x="52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0" y="64"/>
                  </a:lnTo>
                  <a:lnTo>
                    <a:pt x="89" y="57"/>
                  </a:lnTo>
                  <a:lnTo>
                    <a:pt x="98" y="52"/>
                  </a:lnTo>
                  <a:lnTo>
                    <a:pt x="108" y="47"/>
                  </a:lnTo>
                  <a:lnTo>
                    <a:pt x="119" y="43"/>
                  </a:lnTo>
                  <a:lnTo>
                    <a:pt x="130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5" y="38"/>
                  </a:lnTo>
                  <a:lnTo>
                    <a:pt x="176" y="41"/>
                  </a:lnTo>
                  <a:lnTo>
                    <a:pt x="187" y="43"/>
                  </a:lnTo>
                  <a:lnTo>
                    <a:pt x="198" y="47"/>
                  </a:lnTo>
                  <a:lnTo>
                    <a:pt x="208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4" y="72"/>
                  </a:lnTo>
                  <a:lnTo>
                    <a:pt x="242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3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3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2" y="226"/>
                  </a:lnTo>
                  <a:lnTo>
                    <a:pt x="234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8" y="254"/>
                  </a:lnTo>
                  <a:lnTo>
                    <a:pt x="198" y="260"/>
                  </a:lnTo>
                  <a:lnTo>
                    <a:pt x="187" y="263"/>
                  </a:lnTo>
                  <a:lnTo>
                    <a:pt x="176" y="266"/>
                  </a:lnTo>
                  <a:lnTo>
                    <a:pt x="165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7" y="1"/>
                  </a:lnTo>
                  <a:lnTo>
                    <a:pt x="122" y="4"/>
                  </a:lnTo>
                  <a:lnTo>
                    <a:pt x="108" y="8"/>
                  </a:lnTo>
                  <a:lnTo>
                    <a:pt x="93" y="13"/>
                  </a:lnTo>
                  <a:lnTo>
                    <a:pt x="80" y="19"/>
                  </a:lnTo>
                  <a:lnTo>
                    <a:pt x="67" y="27"/>
                  </a:lnTo>
                  <a:lnTo>
                    <a:pt x="56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9" y="81"/>
                  </a:lnTo>
                  <a:lnTo>
                    <a:pt x="13" y="94"/>
                  </a:lnTo>
                  <a:lnTo>
                    <a:pt x="7" y="108"/>
                  </a:lnTo>
                  <a:lnTo>
                    <a:pt x="4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4" y="184"/>
                  </a:lnTo>
                  <a:lnTo>
                    <a:pt x="7" y="198"/>
                  </a:lnTo>
                  <a:lnTo>
                    <a:pt x="13" y="213"/>
                  </a:lnTo>
                  <a:lnTo>
                    <a:pt x="19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6" y="271"/>
                  </a:lnTo>
                  <a:lnTo>
                    <a:pt x="67" y="280"/>
                  </a:lnTo>
                  <a:lnTo>
                    <a:pt x="80" y="287"/>
                  </a:lnTo>
                  <a:lnTo>
                    <a:pt x="93" y="293"/>
                  </a:lnTo>
                  <a:lnTo>
                    <a:pt x="108" y="299"/>
                  </a:lnTo>
                  <a:lnTo>
                    <a:pt x="122" y="302"/>
                  </a:lnTo>
                  <a:lnTo>
                    <a:pt x="137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8" y="304"/>
                  </a:lnTo>
                  <a:lnTo>
                    <a:pt x="184" y="302"/>
                  </a:lnTo>
                  <a:lnTo>
                    <a:pt x="198" y="299"/>
                  </a:lnTo>
                  <a:lnTo>
                    <a:pt x="212" y="293"/>
                  </a:lnTo>
                  <a:lnTo>
                    <a:pt x="225" y="287"/>
                  </a:lnTo>
                  <a:lnTo>
                    <a:pt x="238" y="280"/>
                  </a:lnTo>
                  <a:lnTo>
                    <a:pt x="250" y="271"/>
                  </a:lnTo>
                  <a:lnTo>
                    <a:pt x="261" y="261"/>
                  </a:lnTo>
                  <a:lnTo>
                    <a:pt x="271" y="250"/>
                  </a:lnTo>
                  <a:lnTo>
                    <a:pt x="279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8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5" y="153"/>
                  </a:lnTo>
                  <a:lnTo>
                    <a:pt x="305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8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9" y="69"/>
                  </a:lnTo>
                  <a:lnTo>
                    <a:pt x="271" y="56"/>
                  </a:lnTo>
                  <a:lnTo>
                    <a:pt x="261" y="45"/>
                  </a:lnTo>
                  <a:lnTo>
                    <a:pt x="250" y="36"/>
                  </a:lnTo>
                  <a:lnTo>
                    <a:pt x="238" y="27"/>
                  </a:lnTo>
                  <a:lnTo>
                    <a:pt x="225" y="19"/>
                  </a:lnTo>
                  <a:lnTo>
                    <a:pt x="212" y="13"/>
                  </a:lnTo>
                  <a:lnTo>
                    <a:pt x="198" y="8"/>
                  </a:lnTo>
                  <a:lnTo>
                    <a:pt x="184" y="4"/>
                  </a:lnTo>
                  <a:lnTo>
                    <a:pt x="168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0240" bIns="30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7" name="Freeform 123"/>
            <p:cNvSpPr/>
            <p:nvPr/>
          </p:nvSpPr>
          <p:spPr>
            <a:xfrm>
              <a:off x="7212960" y="2765880"/>
              <a:ext cx="25920" cy="25920"/>
            </a:xfrm>
            <a:custGeom>
              <a:avLst/>
              <a:gdLst>
                <a:gd name="textAreaLeft" fmla="*/ 0 w 25920"/>
                <a:gd name="textAreaRight" fmla="*/ 27000 w 25920"/>
                <a:gd name="textAreaTop" fmla="*/ 0 h 25920"/>
                <a:gd name="textAreaBottom" fmla="*/ 27000 h 25920"/>
              </a:gdLst>
              <a:ahLst/>
              <a:rect l="textAreaLeft" t="textAreaTop" r="textAreaRight" b="textAreaBottom"/>
              <a:pathLst>
                <a:path w="133" h="133">
                  <a:moveTo>
                    <a:pt x="66" y="95"/>
                  </a:moveTo>
                  <a:lnTo>
                    <a:pt x="66" y="95"/>
                  </a:lnTo>
                  <a:lnTo>
                    <a:pt x="61" y="95"/>
                  </a:lnTo>
                  <a:lnTo>
                    <a:pt x="55" y="93"/>
                  </a:lnTo>
                  <a:lnTo>
                    <a:pt x="51" y="91"/>
                  </a:lnTo>
                  <a:lnTo>
                    <a:pt x="46" y="88"/>
                  </a:lnTo>
                  <a:lnTo>
                    <a:pt x="43" y="83"/>
                  </a:lnTo>
                  <a:lnTo>
                    <a:pt x="41" y="79"/>
                  </a:lnTo>
                  <a:lnTo>
                    <a:pt x="38" y="73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2"/>
                  </a:lnTo>
                  <a:lnTo>
                    <a:pt x="41" y="56"/>
                  </a:lnTo>
                  <a:lnTo>
                    <a:pt x="43" y="51"/>
                  </a:lnTo>
                  <a:lnTo>
                    <a:pt x="46" y="47"/>
                  </a:lnTo>
                  <a:lnTo>
                    <a:pt x="51" y="43"/>
                  </a:lnTo>
                  <a:lnTo>
                    <a:pt x="55" y="41"/>
                  </a:lnTo>
                  <a:lnTo>
                    <a:pt x="61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3" y="40"/>
                  </a:lnTo>
                  <a:lnTo>
                    <a:pt x="77" y="41"/>
                  </a:lnTo>
                  <a:lnTo>
                    <a:pt x="83" y="43"/>
                  </a:lnTo>
                  <a:lnTo>
                    <a:pt x="88" y="47"/>
                  </a:lnTo>
                  <a:lnTo>
                    <a:pt x="91" y="51"/>
                  </a:lnTo>
                  <a:lnTo>
                    <a:pt x="93" y="56"/>
                  </a:lnTo>
                  <a:lnTo>
                    <a:pt x="95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5" y="73"/>
                  </a:lnTo>
                  <a:lnTo>
                    <a:pt x="93" y="79"/>
                  </a:lnTo>
                  <a:lnTo>
                    <a:pt x="91" y="83"/>
                  </a:lnTo>
                  <a:lnTo>
                    <a:pt x="88" y="88"/>
                  </a:lnTo>
                  <a:lnTo>
                    <a:pt x="83" y="91"/>
                  </a:lnTo>
                  <a:lnTo>
                    <a:pt x="77" y="93"/>
                  </a:lnTo>
                  <a:lnTo>
                    <a:pt x="73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1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2" y="29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" y="81"/>
                  </a:lnTo>
                  <a:lnTo>
                    <a:pt x="6" y="93"/>
                  </a:lnTo>
                  <a:lnTo>
                    <a:pt x="12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1" y="128"/>
                  </a:lnTo>
                  <a:lnTo>
                    <a:pt x="53" y="132"/>
                  </a:lnTo>
                  <a:lnTo>
                    <a:pt x="60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80" y="132"/>
                  </a:lnTo>
                  <a:lnTo>
                    <a:pt x="93" y="128"/>
                  </a:lnTo>
                  <a:lnTo>
                    <a:pt x="104" y="122"/>
                  </a:lnTo>
                  <a:lnTo>
                    <a:pt x="113" y="114"/>
                  </a:lnTo>
                  <a:lnTo>
                    <a:pt x="122" y="104"/>
                  </a:lnTo>
                  <a:lnTo>
                    <a:pt x="128" y="93"/>
                  </a:lnTo>
                  <a:lnTo>
                    <a:pt x="132" y="81"/>
                  </a:lnTo>
                  <a:lnTo>
                    <a:pt x="132" y="74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2" y="61"/>
                  </a:lnTo>
                  <a:lnTo>
                    <a:pt x="132" y="54"/>
                  </a:lnTo>
                  <a:lnTo>
                    <a:pt x="128" y="42"/>
                  </a:lnTo>
                  <a:lnTo>
                    <a:pt x="122" y="29"/>
                  </a:lnTo>
                  <a:lnTo>
                    <a:pt x="113" y="21"/>
                  </a:lnTo>
                  <a:lnTo>
                    <a:pt x="104" y="12"/>
                  </a:lnTo>
                  <a:lnTo>
                    <a:pt x="93" y="6"/>
                  </a:lnTo>
                  <a:lnTo>
                    <a:pt x="80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3320" bIns="133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8" name="Freeform 124"/>
            <p:cNvSpPr/>
            <p:nvPr/>
          </p:nvSpPr>
          <p:spPr>
            <a:xfrm>
              <a:off x="7242840" y="2748960"/>
              <a:ext cx="85680" cy="32040"/>
            </a:xfrm>
            <a:custGeom>
              <a:avLst/>
              <a:gdLst>
                <a:gd name="textAreaLeft" fmla="*/ 0 w 85680"/>
                <a:gd name="textAreaRight" fmla="*/ 86760 w 85680"/>
                <a:gd name="textAreaTop" fmla="*/ 0 h 32040"/>
                <a:gd name="textAreaBottom" fmla="*/ 33120 h 32040"/>
              </a:gdLst>
              <a:ahLst/>
              <a:rect l="textAreaLeft" t="textAreaTop" r="textAreaRight" b="textAreaBottom"/>
              <a:pathLst>
                <a:path w="437" h="165">
                  <a:moveTo>
                    <a:pt x="344" y="165"/>
                  </a:moveTo>
                  <a:lnTo>
                    <a:pt x="344" y="165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4" y="141"/>
                  </a:lnTo>
                  <a:lnTo>
                    <a:pt x="345" y="129"/>
                  </a:lnTo>
                  <a:lnTo>
                    <a:pt x="347" y="117"/>
                  </a:lnTo>
                  <a:lnTo>
                    <a:pt x="350" y="105"/>
                  </a:lnTo>
                  <a:lnTo>
                    <a:pt x="354" y="94"/>
                  </a:lnTo>
                  <a:lnTo>
                    <a:pt x="358" y="83"/>
                  </a:lnTo>
                  <a:lnTo>
                    <a:pt x="364" y="73"/>
                  </a:lnTo>
                  <a:lnTo>
                    <a:pt x="369" y="63"/>
                  </a:lnTo>
                  <a:lnTo>
                    <a:pt x="376" y="53"/>
                  </a:lnTo>
                  <a:lnTo>
                    <a:pt x="383" y="44"/>
                  </a:lnTo>
                  <a:lnTo>
                    <a:pt x="391" y="35"/>
                  </a:lnTo>
                  <a:lnTo>
                    <a:pt x="399" y="27"/>
                  </a:lnTo>
                  <a:lnTo>
                    <a:pt x="407" y="19"/>
                  </a:lnTo>
                  <a:lnTo>
                    <a:pt x="416" y="13"/>
                  </a:lnTo>
                  <a:lnTo>
                    <a:pt x="426" y="6"/>
                  </a:lnTo>
                  <a:lnTo>
                    <a:pt x="43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7" y="35"/>
                  </a:lnTo>
                  <a:lnTo>
                    <a:pt x="53" y="44"/>
                  </a:lnTo>
                  <a:lnTo>
                    <a:pt x="61" y="53"/>
                  </a:lnTo>
                  <a:lnTo>
                    <a:pt x="68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2" y="94"/>
                  </a:lnTo>
                  <a:lnTo>
                    <a:pt x="87" y="105"/>
                  </a:lnTo>
                  <a:lnTo>
                    <a:pt x="89" y="117"/>
                  </a:lnTo>
                  <a:lnTo>
                    <a:pt x="91" y="129"/>
                  </a:lnTo>
                  <a:lnTo>
                    <a:pt x="92" y="141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2" y="165"/>
                  </a:lnTo>
                  <a:lnTo>
                    <a:pt x="344" y="165"/>
                  </a:lnTo>
                  <a:lnTo>
                    <a:pt x="344" y="16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9" name="Freeform 125"/>
            <p:cNvSpPr/>
            <p:nvPr/>
          </p:nvSpPr>
          <p:spPr>
            <a:xfrm>
              <a:off x="7362000" y="2748960"/>
              <a:ext cx="59040" cy="32040"/>
            </a:xfrm>
            <a:custGeom>
              <a:avLst/>
              <a:gdLst>
                <a:gd name="textAreaLeft" fmla="*/ 0 w 59040"/>
                <a:gd name="textAreaRight" fmla="*/ 60120 w 59040"/>
                <a:gd name="textAreaTop" fmla="*/ 0 h 32040"/>
                <a:gd name="textAreaBottom" fmla="*/ 33120 h 32040"/>
              </a:gdLst>
              <a:ahLst/>
              <a:rect l="textAreaLeft" t="textAreaTop" r="textAreaRight" b="textAreaBottom"/>
              <a:pathLst>
                <a:path w="302" h="165">
                  <a:moveTo>
                    <a:pt x="29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6" y="35"/>
                  </a:lnTo>
                  <a:lnTo>
                    <a:pt x="54" y="44"/>
                  </a:lnTo>
                  <a:lnTo>
                    <a:pt x="61" y="53"/>
                  </a:lnTo>
                  <a:lnTo>
                    <a:pt x="67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3" y="94"/>
                  </a:lnTo>
                  <a:lnTo>
                    <a:pt x="86" y="105"/>
                  </a:lnTo>
                  <a:lnTo>
                    <a:pt x="90" y="117"/>
                  </a:lnTo>
                  <a:lnTo>
                    <a:pt x="92" y="129"/>
                  </a:lnTo>
                  <a:lnTo>
                    <a:pt x="93" y="141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65"/>
                  </a:lnTo>
                  <a:lnTo>
                    <a:pt x="292" y="165"/>
                  </a:lnTo>
                  <a:lnTo>
                    <a:pt x="292" y="165"/>
                  </a:lnTo>
                  <a:lnTo>
                    <a:pt x="295" y="164"/>
                  </a:lnTo>
                  <a:lnTo>
                    <a:pt x="299" y="161"/>
                  </a:lnTo>
                  <a:lnTo>
                    <a:pt x="301" y="158"/>
                  </a:lnTo>
                  <a:lnTo>
                    <a:pt x="302" y="155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1" y="6"/>
                  </a:lnTo>
                  <a:lnTo>
                    <a:pt x="299" y="3"/>
                  </a:lnTo>
                  <a:lnTo>
                    <a:pt x="295" y="0"/>
                  </a:lnTo>
                  <a:lnTo>
                    <a:pt x="292" y="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0" name="Freeform 126"/>
            <p:cNvSpPr/>
            <p:nvPr/>
          </p:nvSpPr>
          <p:spPr>
            <a:xfrm>
              <a:off x="7314840" y="2748960"/>
              <a:ext cx="59760" cy="59760"/>
            </a:xfrm>
            <a:custGeom>
              <a:avLst/>
              <a:gdLst>
                <a:gd name="textAreaLeft" fmla="*/ 0 w 59760"/>
                <a:gd name="textAreaRight" fmla="*/ 60840 w 59760"/>
                <a:gd name="textAreaTop" fmla="*/ 0 h 59760"/>
                <a:gd name="textAreaBottom" fmla="*/ 60840 h 59760"/>
              </a:gdLst>
              <a:ahLst/>
              <a:rect l="textAreaLeft" t="textAreaTop" r="textAreaRight" b="textAreaBottom"/>
              <a:pathLst>
                <a:path w="304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28" y="266"/>
                  </a:lnTo>
                  <a:lnTo>
                    <a:pt x="117" y="263"/>
                  </a:lnTo>
                  <a:lnTo>
                    <a:pt x="107" y="260"/>
                  </a:lnTo>
                  <a:lnTo>
                    <a:pt x="97" y="254"/>
                  </a:lnTo>
                  <a:lnTo>
                    <a:pt x="87" y="249"/>
                  </a:lnTo>
                  <a:lnTo>
                    <a:pt x="79" y="242"/>
                  </a:lnTo>
                  <a:lnTo>
                    <a:pt x="70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0" y="208"/>
                  </a:lnTo>
                  <a:lnTo>
                    <a:pt x="46" y="198"/>
                  </a:lnTo>
                  <a:lnTo>
                    <a:pt x="42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2" y="119"/>
                  </a:lnTo>
                  <a:lnTo>
                    <a:pt x="46" y="109"/>
                  </a:lnTo>
                  <a:lnTo>
                    <a:pt x="50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0" y="72"/>
                  </a:lnTo>
                  <a:lnTo>
                    <a:pt x="79" y="64"/>
                  </a:lnTo>
                  <a:lnTo>
                    <a:pt x="87" y="57"/>
                  </a:lnTo>
                  <a:lnTo>
                    <a:pt x="97" y="52"/>
                  </a:lnTo>
                  <a:lnTo>
                    <a:pt x="107" y="47"/>
                  </a:lnTo>
                  <a:lnTo>
                    <a:pt x="117" y="43"/>
                  </a:lnTo>
                  <a:lnTo>
                    <a:pt x="128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4" y="38"/>
                  </a:lnTo>
                  <a:lnTo>
                    <a:pt x="175" y="41"/>
                  </a:lnTo>
                  <a:lnTo>
                    <a:pt x="186" y="43"/>
                  </a:lnTo>
                  <a:lnTo>
                    <a:pt x="197" y="47"/>
                  </a:lnTo>
                  <a:lnTo>
                    <a:pt x="207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3" y="72"/>
                  </a:lnTo>
                  <a:lnTo>
                    <a:pt x="241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2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2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1" y="226"/>
                  </a:lnTo>
                  <a:lnTo>
                    <a:pt x="233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7" y="254"/>
                  </a:lnTo>
                  <a:lnTo>
                    <a:pt x="197" y="260"/>
                  </a:lnTo>
                  <a:lnTo>
                    <a:pt x="186" y="263"/>
                  </a:lnTo>
                  <a:lnTo>
                    <a:pt x="175" y="266"/>
                  </a:lnTo>
                  <a:lnTo>
                    <a:pt x="164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6" y="1"/>
                  </a:lnTo>
                  <a:lnTo>
                    <a:pt x="122" y="4"/>
                  </a:lnTo>
                  <a:lnTo>
                    <a:pt x="107" y="8"/>
                  </a:lnTo>
                  <a:lnTo>
                    <a:pt x="93" y="13"/>
                  </a:lnTo>
                  <a:lnTo>
                    <a:pt x="79" y="19"/>
                  </a:lnTo>
                  <a:lnTo>
                    <a:pt x="67" y="27"/>
                  </a:lnTo>
                  <a:lnTo>
                    <a:pt x="55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8" y="81"/>
                  </a:lnTo>
                  <a:lnTo>
                    <a:pt x="12" y="94"/>
                  </a:lnTo>
                  <a:lnTo>
                    <a:pt x="7" y="108"/>
                  </a:lnTo>
                  <a:lnTo>
                    <a:pt x="3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3" y="184"/>
                  </a:lnTo>
                  <a:lnTo>
                    <a:pt x="7" y="198"/>
                  </a:lnTo>
                  <a:lnTo>
                    <a:pt x="12" y="213"/>
                  </a:lnTo>
                  <a:lnTo>
                    <a:pt x="18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5" y="271"/>
                  </a:lnTo>
                  <a:lnTo>
                    <a:pt x="67" y="280"/>
                  </a:lnTo>
                  <a:lnTo>
                    <a:pt x="79" y="287"/>
                  </a:lnTo>
                  <a:lnTo>
                    <a:pt x="93" y="293"/>
                  </a:lnTo>
                  <a:lnTo>
                    <a:pt x="107" y="299"/>
                  </a:lnTo>
                  <a:lnTo>
                    <a:pt x="122" y="302"/>
                  </a:lnTo>
                  <a:lnTo>
                    <a:pt x="136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7" y="304"/>
                  </a:lnTo>
                  <a:lnTo>
                    <a:pt x="183" y="302"/>
                  </a:lnTo>
                  <a:lnTo>
                    <a:pt x="198" y="299"/>
                  </a:lnTo>
                  <a:lnTo>
                    <a:pt x="211" y="293"/>
                  </a:lnTo>
                  <a:lnTo>
                    <a:pt x="224" y="287"/>
                  </a:lnTo>
                  <a:lnTo>
                    <a:pt x="237" y="280"/>
                  </a:lnTo>
                  <a:lnTo>
                    <a:pt x="249" y="271"/>
                  </a:lnTo>
                  <a:lnTo>
                    <a:pt x="259" y="261"/>
                  </a:lnTo>
                  <a:lnTo>
                    <a:pt x="269" y="250"/>
                  </a:lnTo>
                  <a:lnTo>
                    <a:pt x="278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7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4" y="153"/>
                  </a:lnTo>
                  <a:lnTo>
                    <a:pt x="304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7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8" y="69"/>
                  </a:lnTo>
                  <a:lnTo>
                    <a:pt x="269" y="56"/>
                  </a:lnTo>
                  <a:lnTo>
                    <a:pt x="259" y="45"/>
                  </a:lnTo>
                  <a:lnTo>
                    <a:pt x="249" y="36"/>
                  </a:lnTo>
                  <a:lnTo>
                    <a:pt x="237" y="27"/>
                  </a:lnTo>
                  <a:lnTo>
                    <a:pt x="224" y="19"/>
                  </a:lnTo>
                  <a:lnTo>
                    <a:pt x="211" y="13"/>
                  </a:lnTo>
                  <a:lnTo>
                    <a:pt x="198" y="8"/>
                  </a:lnTo>
                  <a:lnTo>
                    <a:pt x="183" y="4"/>
                  </a:lnTo>
                  <a:lnTo>
                    <a:pt x="167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0240" bIns="30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1" name="Freeform 127"/>
            <p:cNvSpPr/>
            <p:nvPr/>
          </p:nvSpPr>
          <p:spPr>
            <a:xfrm>
              <a:off x="7332840" y="2765880"/>
              <a:ext cx="24840" cy="25920"/>
            </a:xfrm>
            <a:custGeom>
              <a:avLst/>
              <a:gdLst>
                <a:gd name="textAreaLeft" fmla="*/ 0 w 24840"/>
                <a:gd name="textAreaRight" fmla="*/ 25920 w 24840"/>
                <a:gd name="textAreaTop" fmla="*/ 0 h 25920"/>
                <a:gd name="textAreaBottom" fmla="*/ 27000 h 25920"/>
              </a:gdLst>
              <a:ahLst/>
              <a:rect l="textAreaLeft" t="textAreaTop" r="textAreaRight" b="textAreaBottom"/>
              <a:pathLst>
                <a:path w="132" h="133">
                  <a:moveTo>
                    <a:pt x="66" y="95"/>
                  </a:moveTo>
                  <a:lnTo>
                    <a:pt x="66" y="95"/>
                  </a:lnTo>
                  <a:lnTo>
                    <a:pt x="60" y="95"/>
                  </a:lnTo>
                  <a:lnTo>
                    <a:pt x="55" y="93"/>
                  </a:lnTo>
                  <a:lnTo>
                    <a:pt x="50" y="91"/>
                  </a:lnTo>
                  <a:lnTo>
                    <a:pt x="46" y="88"/>
                  </a:lnTo>
                  <a:lnTo>
                    <a:pt x="42" y="83"/>
                  </a:lnTo>
                  <a:lnTo>
                    <a:pt x="39" y="79"/>
                  </a:lnTo>
                  <a:lnTo>
                    <a:pt x="38" y="7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8" y="62"/>
                  </a:lnTo>
                  <a:lnTo>
                    <a:pt x="39" y="56"/>
                  </a:lnTo>
                  <a:lnTo>
                    <a:pt x="42" y="51"/>
                  </a:lnTo>
                  <a:lnTo>
                    <a:pt x="46" y="47"/>
                  </a:lnTo>
                  <a:lnTo>
                    <a:pt x="50" y="43"/>
                  </a:lnTo>
                  <a:lnTo>
                    <a:pt x="55" y="41"/>
                  </a:lnTo>
                  <a:lnTo>
                    <a:pt x="60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1" y="40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6" y="47"/>
                  </a:lnTo>
                  <a:lnTo>
                    <a:pt x="89" y="51"/>
                  </a:lnTo>
                  <a:lnTo>
                    <a:pt x="93" y="56"/>
                  </a:lnTo>
                  <a:lnTo>
                    <a:pt x="94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4" y="73"/>
                  </a:lnTo>
                  <a:lnTo>
                    <a:pt x="93" y="79"/>
                  </a:lnTo>
                  <a:lnTo>
                    <a:pt x="89" y="83"/>
                  </a:lnTo>
                  <a:lnTo>
                    <a:pt x="86" y="88"/>
                  </a:lnTo>
                  <a:lnTo>
                    <a:pt x="81" y="91"/>
                  </a:lnTo>
                  <a:lnTo>
                    <a:pt x="77" y="93"/>
                  </a:lnTo>
                  <a:lnTo>
                    <a:pt x="71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59" y="2"/>
                  </a:lnTo>
                  <a:lnTo>
                    <a:pt x="52" y="3"/>
                  </a:lnTo>
                  <a:lnTo>
                    <a:pt x="40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1" y="29"/>
                  </a:lnTo>
                  <a:lnTo>
                    <a:pt x="4" y="42"/>
                  </a:lnTo>
                  <a:lnTo>
                    <a:pt x="1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4" y="93"/>
                  </a:lnTo>
                  <a:lnTo>
                    <a:pt x="11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0" y="128"/>
                  </a:lnTo>
                  <a:lnTo>
                    <a:pt x="52" y="132"/>
                  </a:lnTo>
                  <a:lnTo>
                    <a:pt x="59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79" y="132"/>
                  </a:lnTo>
                  <a:lnTo>
                    <a:pt x="92" y="128"/>
                  </a:lnTo>
                  <a:lnTo>
                    <a:pt x="103" y="122"/>
                  </a:lnTo>
                  <a:lnTo>
                    <a:pt x="113" y="114"/>
                  </a:lnTo>
                  <a:lnTo>
                    <a:pt x="121" y="104"/>
                  </a:lnTo>
                  <a:lnTo>
                    <a:pt x="127" y="93"/>
                  </a:lnTo>
                  <a:lnTo>
                    <a:pt x="131" y="81"/>
                  </a:lnTo>
                  <a:lnTo>
                    <a:pt x="132" y="74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61"/>
                  </a:lnTo>
                  <a:lnTo>
                    <a:pt x="131" y="54"/>
                  </a:lnTo>
                  <a:lnTo>
                    <a:pt x="127" y="42"/>
                  </a:lnTo>
                  <a:lnTo>
                    <a:pt x="121" y="29"/>
                  </a:lnTo>
                  <a:lnTo>
                    <a:pt x="113" y="21"/>
                  </a:lnTo>
                  <a:lnTo>
                    <a:pt x="103" y="12"/>
                  </a:lnTo>
                  <a:lnTo>
                    <a:pt x="92" y="6"/>
                  </a:lnTo>
                  <a:lnTo>
                    <a:pt x="79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3320" bIns="133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2" name="Freeform 128"/>
            <p:cNvSpPr/>
            <p:nvPr/>
          </p:nvSpPr>
          <p:spPr>
            <a:xfrm>
              <a:off x="7260840" y="2786760"/>
              <a:ext cx="50040" cy="16920"/>
            </a:xfrm>
            <a:custGeom>
              <a:avLst/>
              <a:gdLst>
                <a:gd name="textAreaLeft" fmla="*/ 0 w 50040"/>
                <a:gd name="textAreaRight" fmla="*/ 51120 w 50040"/>
                <a:gd name="textAreaTop" fmla="*/ 0 h 16920"/>
                <a:gd name="textAreaBottom" fmla="*/ 18000 h 16920"/>
              </a:gdLst>
              <a:ahLst/>
              <a:rect l="textAreaLeft" t="textAreaTop" r="textAreaRight" b="textAreaBottom"/>
              <a:pathLst>
                <a:path w="256" h="92">
                  <a:moveTo>
                    <a:pt x="0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1" y="27"/>
                  </a:lnTo>
                  <a:lnTo>
                    <a:pt x="4" y="35"/>
                  </a:lnTo>
                  <a:lnTo>
                    <a:pt x="6" y="43"/>
                  </a:lnTo>
                  <a:lnTo>
                    <a:pt x="9" y="49"/>
                  </a:lnTo>
                  <a:lnTo>
                    <a:pt x="14" y="56"/>
                  </a:lnTo>
                  <a:lnTo>
                    <a:pt x="18" y="63"/>
                  </a:lnTo>
                  <a:lnTo>
                    <a:pt x="24" y="69"/>
                  </a:lnTo>
                  <a:lnTo>
                    <a:pt x="29" y="73"/>
                  </a:lnTo>
                  <a:lnTo>
                    <a:pt x="36" y="79"/>
                  </a:lnTo>
                  <a:lnTo>
                    <a:pt x="43" y="82"/>
                  </a:lnTo>
                  <a:lnTo>
                    <a:pt x="49" y="85"/>
                  </a:lnTo>
                  <a:lnTo>
                    <a:pt x="57" y="89"/>
                  </a:lnTo>
                  <a:lnTo>
                    <a:pt x="65" y="91"/>
                  </a:lnTo>
                  <a:lnTo>
                    <a:pt x="73" y="92"/>
                  </a:lnTo>
                  <a:lnTo>
                    <a:pt x="81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83" y="92"/>
                  </a:lnTo>
                  <a:lnTo>
                    <a:pt x="191" y="91"/>
                  </a:lnTo>
                  <a:lnTo>
                    <a:pt x="199" y="89"/>
                  </a:lnTo>
                  <a:lnTo>
                    <a:pt x="207" y="85"/>
                  </a:lnTo>
                  <a:lnTo>
                    <a:pt x="214" y="82"/>
                  </a:lnTo>
                  <a:lnTo>
                    <a:pt x="220" y="79"/>
                  </a:lnTo>
                  <a:lnTo>
                    <a:pt x="227" y="73"/>
                  </a:lnTo>
                  <a:lnTo>
                    <a:pt x="233" y="69"/>
                  </a:lnTo>
                  <a:lnTo>
                    <a:pt x="238" y="63"/>
                  </a:lnTo>
                  <a:lnTo>
                    <a:pt x="243" y="56"/>
                  </a:lnTo>
                  <a:lnTo>
                    <a:pt x="246" y="49"/>
                  </a:lnTo>
                  <a:lnTo>
                    <a:pt x="249" y="43"/>
                  </a:lnTo>
                  <a:lnTo>
                    <a:pt x="253" y="35"/>
                  </a:lnTo>
                  <a:lnTo>
                    <a:pt x="255" y="27"/>
                  </a:lnTo>
                  <a:lnTo>
                    <a:pt x="256" y="19"/>
                  </a:lnTo>
                  <a:lnTo>
                    <a:pt x="256" y="11"/>
                  </a:lnTo>
                  <a:lnTo>
                    <a:pt x="2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9000" bIns="9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3" name="Freeform 129"/>
            <p:cNvSpPr/>
            <p:nvPr/>
          </p:nvSpPr>
          <p:spPr>
            <a:xfrm>
              <a:off x="7126920" y="2809800"/>
              <a:ext cx="318600" cy="5760"/>
            </a:xfrm>
            <a:custGeom>
              <a:avLst/>
              <a:gdLst>
                <a:gd name="textAreaLeft" fmla="*/ 0 w 318600"/>
                <a:gd name="textAreaRight" fmla="*/ 319680 w 318600"/>
                <a:gd name="textAreaTop" fmla="*/ 0 h 5760"/>
                <a:gd name="textAreaBottom" fmla="*/ 6840 h 5760"/>
              </a:gdLst>
              <a:ahLst/>
              <a:rect l="textAreaLeft" t="textAreaTop" r="textAreaRight" b="textAreaBottom"/>
              <a:pathLst>
                <a:path w="1600" h="32">
                  <a:moveTo>
                    <a:pt x="1600" y="15"/>
                  </a:moveTo>
                  <a:lnTo>
                    <a:pt x="1600" y="15"/>
                  </a:lnTo>
                  <a:lnTo>
                    <a:pt x="1600" y="19"/>
                  </a:lnTo>
                  <a:lnTo>
                    <a:pt x="1599" y="22"/>
                  </a:lnTo>
                  <a:lnTo>
                    <a:pt x="1596" y="28"/>
                  </a:lnTo>
                  <a:lnTo>
                    <a:pt x="1590" y="31"/>
                  </a:lnTo>
                  <a:lnTo>
                    <a:pt x="1587" y="32"/>
                  </a:lnTo>
                  <a:lnTo>
                    <a:pt x="1583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4" y="28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4" y="4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583" y="0"/>
                  </a:lnTo>
                  <a:lnTo>
                    <a:pt x="1583" y="0"/>
                  </a:lnTo>
                  <a:lnTo>
                    <a:pt x="1587" y="0"/>
                  </a:lnTo>
                  <a:lnTo>
                    <a:pt x="1590" y="1"/>
                  </a:lnTo>
                  <a:lnTo>
                    <a:pt x="1596" y="4"/>
                  </a:lnTo>
                  <a:lnTo>
                    <a:pt x="1599" y="10"/>
                  </a:lnTo>
                  <a:lnTo>
                    <a:pt x="1600" y="12"/>
                  </a:lnTo>
                  <a:lnTo>
                    <a:pt x="1600" y="15"/>
                  </a:lnTo>
                  <a:lnTo>
                    <a:pt x="1600" y="15"/>
                  </a:lnTo>
                  <a:lnTo>
                    <a:pt x="1600" y="1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240" bIns="3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4" name="Freeform 130"/>
            <p:cNvSpPr/>
            <p:nvPr/>
          </p:nvSpPr>
          <p:spPr>
            <a:xfrm>
              <a:off x="7424640" y="2751840"/>
              <a:ext cx="20880" cy="24840"/>
            </a:xfrm>
            <a:custGeom>
              <a:avLst/>
              <a:gdLst>
                <a:gd name="textAreaLeft" fmla="*/ 0 w 20880"/>
                <a:gd name="textAreaRight" fmla="*/ 21960 w 20880"/>
                <a:gd name="textAreaTop" fmla="*/ 0 h 24840"/>
                <a:gd name="textAreaBottom" fmla="*/ 25920 h 24840"/>
              </a:gdLst>
              <a:ahLst/>
              <a:rect l="textAreaLeft" t="textAreaTop" r="textAreaRight" b="textAreaBottom"/>
              <a:pathLst>
                <a:path w="107" h="130">
                  <a:moveTo>
                    <a:pt x="0" y="19"/>
                  </a:moveTo>
                  <a:lnTo>
                    <a:pt x="0" y="112"/>
                  </a:lnTo>
                  <a:lnTo>
                    <a:pt x="66" y="112"/>
                  </a:lnTo>
                  <a:lnTo>
                    <a:pt x="66" y="19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95" y="0"/>
                  </a:moveTo>
                  <a:lnTo>
                    <a:pt x="95" y="0"/>
                  </a:lnTo>
                  <a:lnTo>
                    <a:pt x="99" y="1"/>
                  </a:lnTo>
                  <a:lnTo>
                    <a:pt x="104" y="3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6" y="123"/>
                  </a:lnTo>
                  <a:lnTo>
                    <a:pt x="104" y="126"/>
                  </a:lnTo>
                  <a:lnTo>
                    <a:pt x="99" y="129"/>
                  </a:lnTo>
                  <a:lnTo>
                    <a:pt x="95" y="130"/>
                  </a:lnTo>
                  <a:lnTo>
                    <a:pt x="95" y="130"/>
                  </a:lnTo>
                  <a:lnTo>
                    <a:pt x="90" y="129"/>
                  </a:lnTo>
                  <a:lnTo>
                    <a:pt x="86" y="126"/>
                  </a:lnTo>
                  <a:lnTo>
                    <a:pt x="83" y="123"/>
                  </a:lnTo>
                  <a:lnTo>
                    <a:pt x="82" y="118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3" y="8"/>
                  </a:lnTo>
                  <a:lnTo>
                    <a:pt x="86" y="3"/>
                  </a:lnTo>
                  <a:lnTo>
                    <a:pt x="90" y="1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2960" bIns="129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5" name="Freeform 131"/>
            <p:cNvSpPr/>
            <p:nvPr/>
          </p:nvSpPr>
          <p:spPr>
            <a:xfrm>
              <a:off x="7130880" y="2818800"/>
              <a:ext cx="311760" cy="10080"/>
            </a:xfrm>
            <a:custGeom>
              <a:avLst/>
              <a:gdLst>
                <a:gd name="textAreaLeft" fmla="*/ 0 w 311760"/>
                <a:gd name="textAreaRight" fmla="*/ 312840 w 311760"/>
                <a:gd name="textAreaTop" fmla="*/ 0 h 10080"/>
                <a:gd name="textAreaBottom" fmla="*/ 11160 h 10080"/>
              </a:gdLst>
              <a:ahLst/>
              <a:rect l="textAreaLeft" t="textAreaTop" r="textAreaRight" b="textAreaBottom"/>
              <a:pathLst>
                <a:path w="1565" h="55">
                  <a:moveTo>
                    <a:pt x="1565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565" y="0"/>
                  </a:lnTo>
                  <a:lnTo>
                    <a:pt x="1565" y="55"/>
                  </a:lnTo>
                  <a:lnTo>
                    <a:pt x="1565" y="5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5400" bIns="5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6" name="Freeform 132"/>
            <p:cNvSpPr/>
            <p:nvPr/>
          </p:nvSpPr>
          <p:spPr>
            <a:xfrm>
              <a:off x="7237800" y="2536920"/>
              <a:ext cx="170640" cy="52920"/>
            </a:xfrm>
            <a:custGeom>
              <a:avLst/>
              <a:gdLst>
                <a:gd name="textAreaLeft" fmla="*/ 0 w 170640"/>
                <a:gd name="textAreaRight" fmla="*/ 171720 w 170640"/>
                <a:gd name="textAreaTop" fmla="*/ 0 h 52920"/>
                <a:gd name="textAreaBottom" fmla="*/ 54000 h 52920"/>
              </a:gdLst>
              <a:ahLst/>
              <a:rect l="textAreaLeft" t="textAreaTop" r="textAreaRight" b="textAreaBottom"/>
              <a:pathLst>
                <a:path w="864" h="270">
                  <a:moveTo>
                    <a:pt x="338" y="270"/>
                  </a:moveTo>
                  <a:lnTo>
                    <a:pt x="864" y="270"/>
                  </a:lnTo>
                  <a:lnTo>
                    <a:pt x="320" y="13"/>
                  </a:lnTo>
                  <a:lnTo>
                    <a:pt x="320" y="13"/>
                  </a:lnTo>
                  <a:lnTo>
                    <a:pt x="305" y="8"/>
                  </a:lnTo>
                  <a:lnTo>
                    <a:pt x="288" y="3"/>
                  </a:lnTo>
                  <a:lnTo>
                    <a:pt x="270" y="1"/>
                  </a:lnTo>
                  <a:lnTo>
                    <a:pt x="251" y="0"/>
                  </a:lnTo>
                  <a:lnTo>
                    <a:pt x="234" y="1"/>
                  </a:lnTo>
                  <a:lnTo>
                    <a:pt x="216" y="3"/>
                  </a:lnTo>
                  <a:lnTo>
                    <a:pt x="199" y="8"/>
                  </a:lnTo>
                  <a:lnTo>
                    <a:pt x="184" y="13"/>
                  </a:lnTo>
                  <a:lnTo>
                    <a:pt x="0" y="101"/>
                  </a:lnTo>
                  <a:lnTo>
                    <a:pt x="338" y="270"/>
                  </a:lnTo>
                  <a:lnTo>
                    <a:pt x="338" y="2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7000" bIns="27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7" name="Freeform 133"/>
            <p:cNvSpPr/>
            <p:nvPr/>
          </p:nvSpPr>
          <p:spPr>
            <a:xfrm>
              <a:off x="7153920" y="2558160"/>
              <a:ext cx="140760" cy="32040"/>
            </a:xfrm>
            <a:custGeom>
              <a:avLst/>
              <a:gdLst>
                <a:gd name="textAreaLeft" fmla="*/ 0 w 140760"/>
                <a:gd name="textAreaRight" fmla="*/ 141840 w 140760"/>
                <a:gd name="textAreaTop" fmla="*/ 0 h 32040"/>
                <a:gd name="textAreaBottom" fmla="*/ 33120 h 32040"/>
              </a:gdLst>
              <a:ahLst/>
              <a:rect l="textAreaLeft" t="textAreaTop" r="textAreaRight" b="textAreaBottom"/>
              <a:pathLst>
                <a:path w="712" h="167">
                  <a:moveTo>
                    <a:pt x="712" y="167"/>
                  </a:moveTo>
                  <a:lnTo>
                    <a:pt x="395" y="8"/>
                  </a:lnTo>
                  <a:lnTo>
                    <a:pt x="395" y="8"/>
                  </a:lnTo>
                  <a:lnTo>
                    <a:pt x="387" y="4"/>
                  </a:lnTo>
                  <a:lnTo>
                    <a:pt x="376" y="2"/>
                  </a:lnTo>
                  <a:lnTo>
                    <a:pt x="366" y="0"/>
                  </a:lnTo>
                  <a:lnTo>
                    <a:pt x="356" y="0"/>
                  </a:lnTo>
                  <a:lnTo>
                    <a:pt x="345" y="0"/>
                  </a:lnTo>
                  <a:lnTo>
                    <a:pt x="335" y="2"/>
                  </a:lnTo>
                  <a:lnTo>
                    <a:pt x="325" y="4"/>
                  </a:lnTo>
                  <a:lnTo>
                    <a:pt x="316" y="8"/>
                  </a:lnTo>
                  <a:lnTo>
                    <a:pt x="0" y="167"/>
                  </a:lnTo>
                  <a:lnTo>
                    <a:pt x="712" y="167"/>
                  </a:lnTo>
                  <a:lnTo>
                    <a:pt x="712" y="16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1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1" name="PlaceHolder 4"/>
          <p:cNvSpPr>
            <a:spLocks noGrp="1"/>
          </p:cNvSpPr>
          <p:nvPr>
            <p:ph type="sldNum" idx="11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15479DC-DBE0-4F3D-8B2D-1A1DFBD28EA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622" name="PlaceHolder 5"/>
          <p:cNvSpPr>
            <a:spLocks noGrp="1"/>
          </p:cNvSpPr>
          <p:nvPr>
            <p:ph type="ftr" idx="11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623" name="ColumnHeader"/>
          <p:cNvSpPr/>
          <p:nvPr/>
        </p:nvSpPr>
        <p:spPr>
          <a:xfrm>
            <a:off x="520560" y="1814400"/>
            <a:ext cx="203724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4" name="FlowTriangle"/>
          <p:cNvSpPr/>
          <p:nvPr/>
        </p:nvSpPr>
        <p:spPr>
          <a:xfrm rot="16200000">
            <a:off x="6607080" y="3527640"/>
            <a:ext cx="1152000" cy="26568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2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625" name="FlowTriangle"/>
          <p:cNvSpPr/>
          <p:nvPr/>
        </p:nvSpPr>
        <p:spPr>
          <a:xfrm rot="5400000">
            <a:off x="4466880" y="3526560"/>
            <a:ext cx="1152000" cy="26568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2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626" name="ColumnHeader"/>
          <p:cNvSpPr/>
          <p:nvPr/>
        </p:nvSpPr>
        <p:spPr>
          <a:xfrm>
            <a:off x="7343640" y="1814400"/>
            <a:ext cx="203724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7" name="TextColumnContent"/>
          <p:cNvSpPr/>
          <p:nvPr/>
        </p:nvSpPr>
        <p:spPr>
          <a:xfrm>
            <a:off x="7343640" y="2202840"/>
            <a:ext cx="2037240" cy="36010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8" name="Rectangle 3"/>
          <p:cNvSpPr/>
          <p:nvPr/>
        </p:nvSpPr>
        <p:spPr>
          <a:xfrm>
            <a:off x="520560" y="2751120"/>
            <a:ext cx="2068920" cy="1910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9" name="ColumnHeader"/>
          <p:cNvSpPr/>
          <p:nvPr/>
        </p:nvSpPr>
        <p:spPr>
          <a:xfrm>
            <a:off x="2815560" y="1814400"/>
            <a:ext cx="203724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0" name="Rectangle 9"/>
          <p:cNvSpPr/>
          <p:nvPr/>
        </p:nvSpPr>
        <p:spPr>
          <a:xfrm>
            <a:off x="2847240" y="2716560"/>
            <a:ext cx="2007000" cy="4957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t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1" name="Rectangle 8"/>
          <p:cNvSpPr/>
          <p:nvPr/>
        </p:nvSpPr>
        <p:spPr>
          <a:xfrm>
            <a:off x="2847240" y="2335320"/>
            <a:ext cx="2007000" cy="379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2" name="Rectangle 9"/>
          <p:cNvSpPr/>
          <p:nvPr/>
        </p:nvSpPr>
        <p:spPr>
          <a:xfrm>
            <a:off x="2847240" y="3739680"/>
            <a:ext cx="2007000" cy="4957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t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3" name="Rectangle 8"/>
          <p:cNvSpPr/>
          <p:nvPr/>
        </p:nvSpPr>
        <p:spPr>
          <a:xfrm>
            <a:off x="2847240" y="3358800"/>
            <a:ext cx="2007000" cy="379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4" name="Rectangle 9"/>
          <p:cNvSpPr/>
          <p:nvPr/>
        </p:nvSpPr>
        <p:spPr>
          <a:xfrm>
            <a:off x="2847240" y="4761000"/>
            <a:ext cx="2007000" cy="4957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t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5" name="Rectangle 8"/>
          <p:cNvSpPr/>
          <p:nvPr/>
        </p:nvSpPr>
        <p:spPr>
          <a:xfrm>
            <a:off x="2847240" y="4380120"/>
            <a:ext cx="2007000" cy="379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6" name="ColumnHeader"/>
          <p:cNvSpPr/>
          <p:nvPr/>
        </p:nvSpPr>
        <p:spPr>
          <a:xfrm>
            <a:off x="5080320" y="1814400"/>
            <a:ext cx="203724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7" name="Rectangle 3"/>
          <p:cNvSpPr/>
          <p:nvPr/>
        </p:nvSpPr>
        <p:spPr>
          <a:xfrm>
            <a:off x="5240880" y="2297880"/>
            <a:ext cx="1716840" cy="678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8" name="Rectangle 3"/>
          <p:cNvSpPr/>
          <p:nvPr/>
        </p:nvSpPr>
        <p:spPr>
          <a:xfrm>
            <a:off x="5240880" y="3276720"/>
            <a:ext cx="1716840" cy="678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9" name="Rectangle 3"/>
          <p:cNvSpPr/>
          <p:nvPr/>
        </p:nvSpPr>
        <p:spPr>
          <a:xfrm>
            <a:off x="5228640" y="4291560"/>
            <a:ext cx="1716840" cy="678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0" name="Rectangle 16"/>
          <p:cNvSpPr/>
          <p:nvPr/>
        </p:nvSpPr>
        <p:spPr>
          <a:xfrm>
            <a:off x="5078520" y="1688760"/>
            <a:ext cx="2079720" cy="356796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641" name="직사각형 24"/>
          <p:cNvSpPr/>
          <p:nvPr/>
        </p:nvSpPr>
        <p:spPr>
          <a:xfrm>
            <a:off x="520560" y="2152800"/>
            <a:ext cx="2068920" cy="1692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642" name="직사각형 25"/>
          <p:cNvSpPr/>
          <p:nvPr/>
        </p:nvSpPr>
        <p:spPr>
          <a:xfrm>
            <a:off x="2804760" y="2152800"/>
            <a:ext cx="2068920" cy="1692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643" name="직사각형 26"/>
          <p:cNvSpPr/>
          <p:nvPr/>
        </p:nvSpPr>
        <p:spPr>
          <a:xfrm>
            <a:off x="5089320" y="2152800"/>
            <a:ext cx="2068920" cy="1692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644" name="직사각형 27"/>
          <p:cNvSpPr/>
          <p:nvPr/>
        </p:nvSpPr>
        <p:spPr>
          <a:xfrm>
            <a:off x="7373520" y="2152800"/>
            <a:ext cx="2068920" cy="1692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645" name="takeaway_box"/>
          <p:cNvSpPr/>
          <p:nvPr/>
        </p:nvSpPr>
        <p:spPr>
          <a:xfrm>
            <a:off x="2057400" y="5666040"/>
            <a:ext cx="5591880" cy="530640"/>
          </a:xfrm>
          <a:prstGeom prst="rect">
            <a:avLst/>
          </a:prstGeom>
          <a:solidFill>
            <a:srgbClr val="e9b86e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9" name="PlaceHolder 4"/>
          <p:cNvSpPr>
            <a:spLocks noGrp="1"/>
          </p:cNvSpPr>
          <p:nvPr>
            <p:ph type="sldNum" idx="11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0BA4C0-9FCC-4546-8806-2ACCC124D24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650" name="PlaceHolder 5"/>
          <p:cNvSpPr>
            <a:spLocks noGrp="1"/>
          </p:cNvSpPr>
          <p:nvPr>
            <p:ph type="ftr" idx="12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651" name="Rectangle 3"/>
          <p:cNvSpPr/>
          <p:nvPr/>
        </p:nvSpPr>
        <p:spPr>
          <a:xfrm>
            <a:off x="629280" y="2353320"/>
            <a:ext cx="2068920" cy="678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2" name="Rectangle 3"/>
          <p:cNvSpPr/>
          <p:nvPr/>
        </p:nvSpPr>
        <p:spPr>
          <a:xfrm>
            <a:off x="629280" y="3348000"/>
            <a:ext cx="2068920" cy="678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3" name="Rectangle 3"/>
          <p:cNvSpPr/>
          <p:nvPr/>
        </p:nvSpPr>
        <p:spPr>
          <a:xfrm>
            <a:off x="617400" y="4343040"/>
            <a:ext cx="2068920" cy="678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4" name="Rectangle 3"/>
          <p:cNvSpPr/>
          <p:nvPr/>
        </p:nvSpPr>
        <p:spPr>
          <a:xfrm>
            <a:off x="617400" y="5338080"/>
            <a:ext cx="2068920" cy="678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5" name="Rectangle 3"/>
          <p:cNvSpPr/>
          <p:nvPr/>
        </p:nvSpPr>
        <p:spPr>
          <a:xfrm>
            <a:off x="3548520" y="2633040"/>
            <a:ext cx="2635920" cy="12182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6" name="Rectangle 3"/>
          <p:cNvSpPr/>
          <p:nvPr/>
        </p:nvSpPr>
        <p:spPr>
          <a:xfrm>
            <a:off x="3548880" y="4226400"/>
            <a:ext cx="2635920" cy="12182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7" name="FlowTriangle"/>
          <p:cNvSpPr/>
          <p:nvPr/>
        </p:nvSpPr>
        <p:spPr>
          <a:xfrm rot="5400000">
            <a:off x="6181560" y="3835440"/>
            <a:ext cx="1160280" cy="42012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658" name="Rectangle 3"/>
          <p:cNvSpPr/>
          <p:nvPr/>
        </p:nvSpPr>
        <p:spPr>
          <a:xfrm>
            <a:off x="7286760" y="2633040"/>
            <a:ext cx="2068920" cy="67824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659" name="Rectangle 3"/>
          <p:cNvSpPr/>
          <p:nvPr/>
        </p:nvSpPr>
        <p:spPr>
          <a:xfrm>
            <a:off x="7286760" y="4766040"/>
            <a:ext cx="2068920" cy="67824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660" name="ColumnHeader"/>
          <p:cNvSpPr/>
          <p:nvPr/>
        </p:nvSpPr>
        <p:spPr>
          <a:xfrm>
            <a:off x="552960" y="1590480"/>
            <a:ext cx="214524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1" name="ColumnHeader"/>
          <p:cNvSpPr/>
          <p:nvPr/>
        </p:nvSpPr>
        <p:spPr>
          <a:xfrm>
            <a:off x="3548520" y="1590480"/>
            <a:ext cx="270324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2" name="ColumnHeader"/>
          <p:cNvSpPr/>
          <p:nvPr/>
        </p:nvSpPr>
        <p:spPr>
          <a:xfrm>
            <a:off x="7286760" y="1590480"/>
            <a:ext cx="206892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3" name="Rectangle 3"/>
          <p:cNvSpPr/>
          <p:nvPr/>
        </p:nvSpPr>
        <p:spPr>
          <a:xfrm>
            <a:off x="7286760" y="3699720"/>
            <a:ext cx="2068920" cy="67824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664" name="FlowTriangle"/>
          <p:cNvSpPr/>
          <p:nvPr/>
        </p:nvSpPr>
        <p:spPr>
          <a:xfrm rot="10800000">
            <a:off x="8206560" y="3438360"/>
            <a:ext cx="308880" cy="1746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2840" rIns="4284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665" name="FlowTriangle"/>
          <p:cNvSpPr/>
          <p:nvPr/>
        </p:nvSpPr>
        <p:spPr>
          <a:xfrm rot="10800000">
            <a:off x="8206560" y="4492800"/>
            <a:ext cx="308880" cy="17460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2840" rIns="4284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666" name="FlowTriangle"/>
          <p:cNvSpPr/>
          <p:nvPr/>
        </p:nvSpPr>
        <p:spPr>
          <a:xfrm rot="5400000">
            <a:off x="2601000" y="3835440"/>
            <a:ext cx="1160280" cy="42012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0" name="PlaceHolder 4"/>
          <p:cNvSpPr>
            <a:spLocks noGrp="1"/>
          </p:cNvSpPr>
          <p:nvPr>
            <p:ph type="sldNum" idx="12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9C72A0-B1FC-4981-9661-FBBCE23C5F9A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671" name="PlaceHolder 5"/>
          <p:cNvSpPr>
            <a:spLocks noGrp="1"/>
          </p:cNvSpPr>
          <p:nvPr>
            <p:ph type="ftr" idx="12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672" name="Rectangle 3"/>
          <p:cNvSpPr/>
          <p:nvPr/>
        </p:nvSpPr>
        <p:spPr>
          <a:xfrm>
            <a:off x="949320" y="3594240"/>
            <a:ext cx="2448720" cy="50364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673" name="AutoShape 6"/>
          <p:cNvCxnSpPr>
            <a:stCxn id="1672" idx="3"/>
            <a:endCxn id="1674" idx="1"/>
          </p:cNvCxnSpPr>
          <p:nvPr/>
        </p:nvCxnSpPr>
        <p:spPr>
          <a:xfrm>
            <a:off x="3398040" y="3845880"/>
            <a:ext cx="334440" cy="360"/>
          </a:xfrm>
          <a:prstGeom prst="straightConnector1">
            <a:avLst/>
          </a:prstGeom>
          <a:ln w="9525">
            <a:solidFill>
              <a:srgbClr val="b6b6b6"/>
            </a:solidFill>
            <a:round/>
          </a:ln>
        </p:spPr>
      </p:cxnSp>
      <p:cxnSp>
        <p:nvCxnSpPr>
          <p:cNvPr id="1675" name="AutoShape 7"/>
          <p:cNvCxnSpPr>
            <a:stCxn id="1672" idx="3"/>
            <a:endCxn id="1676" idx="1"/>
          </p:cNvCxnSpPr>
          <p:nvPr/>
        </p:nvCxnSpPr>
        <p:spPr>
          <a:xfrm>
            <a:off x="3398040" y="3845880"/>
            <a:ext cx="334440" cy="658800"/>
          </a:xfrm>
          <a:prstGeom prst="bentConnector3">
            <a:avLst>
              <a:gd name="adj1" fmla="val 50215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677" name="Rectangle 8"/>
          <p:cNvSpPr/>
          <p:nvPr/>
        </p:nvSpPr>
        <p:spPr>
          <a:xfrm>
            <a:off x="949320" y="1926360"/>
            <a:ext cx="2448720" cy="502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8" name="Rectangle 9"/>
          <p:cNvSpPr/>
          <p:nvPr/>
        </p:nvSpPr>
        <p:spPr>
          <a:xfrm>
            <a:off x="949320" y="5243400"/>
            <a:ext cx="2451600" cy="502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4" name="Rectangle 4"/>
          <p:cNvSpPr/>
          <p:nvPr/>
        </p:nvSpPr>
        <p:spPr>
          <a:xfrm>
            <a:off x="3732120" y="3592440"/>
            <a:ext cx="2448720" cy="50688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Sales and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marketing costs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6" name="Rectangle 11"/>
          <p:cNvSpPr/>
          <p:nvPr/>
        </p:nvSpPr>
        <p:spPr>
          <a:xfrm>
            <a:off x="3732120" y="4252680"/>
            <a:ext cx="2448720" cy="50364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Manufacturing costs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9" name="Rectangle 12"/>
          <p:cNvSpPr/>
          <p:nvPr/>
        </p:nvSpPr>
        <p:spPr>
          <a:xfrm>
            <a:off x="3732120" y="2932560"/>
            <a:ext cx="2451600" cy="50364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R&amp;D costs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0" name="Rectangle 5"/>
          <p:cNvSpPr/>
          <p:nvPr/>
        </p:nvSpPr>
        <p:spPr>
          <a:xfrm>
            <a:off x="3732120" y="4912560"/>
            <a:ext cx="2448720" cy="503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Development-related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1" name="Rectangle 13"/>
          <p:cNvSpPr/>
          <p:nvPr/>
        </p:nvSpPr>
        <p:spPr>
          <a:xfrm>
            <a:off x="3732120" y="5572440"/>
            <a:ext cx="2448720" cy="503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Sales-related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682" name="AutoShape 14"/>
          <p:cNvCxnSpPr>
            <a:stCxn id="1672" idx="3"/>
            <a:endCxn id="1679" idx="1"/>
          </p:cNvCxnSpPr>
          <p:nvPr/>
        </p:nvCxnSpPr>
        <p:spPr>
          <a:xfrm flipV="1">
            <a:off x="3398040" y="3184200"/>
            <a:ext cx="334440" cy="662040"/>
          </a:xfrm>
          <a:prstGeom prst="bentConnector3">
            <a:avLst>
              <a:gd name="adj1" fmla="val 50215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683" name="AutoShape 15"/>
          <p:cNvCxnSpPr>
            <a:stCxn id="1678" idx="3"/>
            <a:endCxn id="1680" idx="1"/>
          </p:cNvCxnSpPr>
          <p:nvPr/>
        </p:nvCxnSpPr>
        <p:spPr>
          <a:xfrm flipV="1">
            <a:off x="3400920" y="5164200"/>
            <a:ext cx="331560" cy="330480"/>
          </a:xfrm>
          <a:prstGeom prst="bentConnector3">
            <a:avLst>
              <a:gd name="adj1" fmla="val 50217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684" name="AutoShape 16"/>
          <p:cNvCxnSpPr>
            <a:stCxn id="1678" idx="3"/>
            <a:endCxn id="1681" idx="1"/>
          </p:cNvCxnSpPr>
          <p:nvPr/>
        </p:nvCxnSpPr>
        <p:spPr>
          <a:xfrm>
            <a:off x="3400920" y="5494320"/>
            <a:ext cx="331560" cy="330120"/>
          </a:xfrm>
          <a:prstGeom prst="bentConnector3">
            <a:avLst>
              <a:gd name="adj1" fmla="val 50217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685" name="Oval 2"/>
          <p:cNvSpPr/>
          <p:nvPr/>
        </p:nvSpPr>
        <p:spPr>
          <a:xfrm>
            <a:off x="870840" y="1819800"/>
            <a:ext cx="225000" cy="2250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1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686" name="Oval 3"/>
          <p:cNvSpPr/>
          <p:nvPr/>
        </p:nvSpPr>
        <p:spPr>
          <a:xfrm>
            <a:off x="870840" y="3514320"/>
            <a:ext cx="225000" cy="2250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687" name="Oval 4"/>
          <p:cNvSpPr/>
          <p:nvPr/>
        </p:nvSpPr>
        <p:spPr>
          <a:xfrm>
            <a:off x="872280" y="5164920"/>
            <a:ext cx="225000" cy="2250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688" name="Rectangle 4"/>
          <p:cNvSpPr/>
          <p:nvPr/>
        </p:nvSpPr>
        <p:spPr>
          <a:xfrm>
            <a:off x="6435720" y="3592440"/>
            <a:ext cx="2448720" cy="50688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Sales and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marketing costs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9" name="AutoShape 2"/>
          <p:cNvSpPr/>
          <p:nvPr/>
        </p:nvSpPr>
        <p:spPr>
          <a:xfrm flipH="1">
            <a:off x="6187680" y="3184920"/>
            <a:ext cx="237960" cy="1319040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73736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Calibri"/>
              <a:ea typeface="본고딕 Normal"/>
            </a:endParaRPr>
          </a:p>
        </p:txBody>
      </p:sp>
      <p:sp>
        <p:nvSpPr>
          <p:cNvPr id="1690" name="Rectangle 5"/>
          <p:cNvSpPr/>
          <p:nvPr/>
        </p:nvSpPr>
        <p:spPr>
          <a:xfrm>
            <a:off x="3732120" y="1612440"/>
            <a:ext cx="2448720" cy="5036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Development-related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1" name="Rectangle 13"/>
          <p:cNvSpPr/>
          <p:nvPr/>
        </p:nvSpPr>
        <p:spPr>
          <a:xfrm>
            <a:off x="3732120" y="2272680"/>
            <a:ext cx="2448720" cy="5036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Sales-related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692" name="AutoShape 15"/>
          <p:cNvCxnSpPr>
            <a:endCxn id="1690" idx="1"/>
          </p:cNvCxnSpPr>
          <p:nvPr/>
        </p:nvCxnSpPr>
        <p:spPr>
          <a:xfrm flipV="1">
            <a:off x="3402000" y="1864080"/>
            <a:ext cx="330480" cy="331920"/>
          </a:xfrm>
          <a:prstGeom prst="bentConnector3">
            <a:avLst>
              <a:gd name="adj1" fmla="val 50272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693" name="AutoShape 16"/>
          <p:cNvCxnSpPr>
            <a:endCxn id="1691" idx="1"/>
          </p:cNvCxnSpPr>
          <p:nvPr/>
        </p:nvCxnSpPr>
        <p:spPr>
          <a:xfrm>
            <a:off x="3402000" y="2194920"/>
            <a:ext cx="330480" cy="329760"/>
          </a:xfrm>
          <a:prstGeom prst="bentConnector3">
            <a:avLst>
              <a:gd name="adj1" fmla="val 50272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694" name="AutoShape 2"/>
          <p:cNvSpPr/>
          <p:nvPr/>
        </p:nvSpPr>
        <p:spPr>
          <a:xfrm flipH="1">
            <a:off x="6187680" y="1865160"/>
            <a:ext cx="237960" cy="658800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73736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Calibri"/>
              <a:ea typeface="본고딕 Normal"/>
            </a:endParaRPr>
          </a:p>
        </p:txBody>
      </p:sp>
      <p:sp>
        <p:nvSpPr>
          <p:cNvPr id="1695" name="Rectangle 4"/>
          <p:cNvSpPr/>
          <p:nvPr/>
        </p:nvSpPr>
        <p:spPr>
          <a:xfrm>
            <a:off x="6435720" y="1945440"/>
            <a:ext cx="2448720" cy="506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R&amp;D costs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6" name="Rectangle 4"/>
          <p:cNvSpPr/>
          <p:nvPr/>
        </p:nvSpPr>
        <p:spPr>
          <a:xfrm>
            <a:off x="6435720" y="5265720"/>
            <a:ext cx="2448720" cy="50688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Sales and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marketing costs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7" name="AutoShape 2"/>
          <p:cNvSpPr/>
          <p:nvPr/>
        </p:nvSpPr>
        <p:spPr>
          <a:xfrm flipH="1">
            <a:off x="6187680" y="5189760"/>
            <a:ext cx="237960" cy="658800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73736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Calibri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0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01" name="PlaceHolder 4"/>
          <p:cNvSpPr>
            <a:spLocks noGrp="1"/>
          </p:cNvSpPr>
          <p:nvPr>
            <p:ph type="sldNum" idx="123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0D93465-B5EB-493B-A81E-E5B12C4FFCF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702" name="PlaceHolder 5"/>
          <p:cNvSpPr>
            <a:spLocks noGrp="1"/>
          </p:cNvSpPr>
          <p:nvPr>
            <p:ph type="ftr" idx="124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703" name="Rectangle 5"/>
          <p:cNvSpPr/>
          <p:nvPr/>
        </p:nvSpPr>
        <p:spPr>
          <a:xfrm>
            <a:off x="2152080" y="1397520"/>
            <a:ext cx="2399400" cy="30276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spAutoFit/>
          </a:bodyPr>
          <a:p>
            <a:pPr algn="ctr" defTabSz="457200">
              <a:lnSpc>
                <a:spcPct val="8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1704" name="Group 63"/>
          <p:cNvGrpSpPr/>
          <p:nvPr/>
        </p:nvGrpSpPr>
        <p:grpSpPr>
          <a:xfrm>
            <a:off x="3398400" y="1847160"/>
            <a:ext cx="1153080" cy="668880"/>
            <a:chOff x="3398400" y="1847160"/>
            <a:chExt cx="1153080" cy="668880"/>
          </a:xfrm>
        </p:grpSpPr>
        <p:sp>
          <p:nvSpPr>
            <p:cNvPr id="1705" name="Rectangle 6"/>
            <p:cNvSpPr/>
            <p:nvPr/>
          </p:nvSpPr>
          <p:spPr>
            <a:xfrm>
              <a:off x="3398400" y="1847160"/>
              <a:ext cx="1153080" cy="2862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Single-unit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706" name="Rectangle 7"/>
            <p:cNvSpPr/>
            <p:nvPr/>
          </p:nvSpPr>
          <p:spPr>
            <a:xfrm>
              <a:off x="3398400" y="2229840"/>
              <a:ext cx="1153080" cy="2862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Multi-unit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1707" name="AutoShape 8"/>
          <p:cNvCxnSpPr>
            <a:stCxn id="1708" idx="3"/>
            <a:endCxn id="1705" idx="1"/>
          </p:cNvCxnSpPr>
          <p:nvPr/>
        </p:nvCxnSpPr>
        <p:spPr>
          <a:xfrm flipV="1">
            <a:off x="3106800" y="1990080"/>
            <a:ext cx="291960" cy="191880"/>
          </a:xfrm>
          <a:prstGeom prst="bentConnector3">
            <a:avLst>
              <a:gd name="adj1" fmla="val 49876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09" name="AutoShape 9"/>
          <p:cNvCxnSpPr>
            <a:stCxn id="1708" idx="3"/>
            <a:endCxn id="1706" idx="1"/>
          </p:cNvCxnSpPr>
          <p:nvPr/>
        </p:nvCxnSpPr>
        <p:spPr>
          <a:xfrm>
            <a:off x="3106800" y="2181600"/>
            <a:ext cx="291960" cy="191520"/>
          </a:xfrm>
          <a:prstGeom prst="bentConnector3">
            <a:avLst>
              <a:gd name="adj1" fmla="val 49876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08" name="Rectangle 10"/>
          <p:cNvSpPr/>
          <p:nvPr/>
        </p:nvSpPr>
        <p:spPr>
          <a:xfrm>
            <a:off x="2152080" y="1847160"/>
            <a:ext cx="954720" cy="668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Residential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0" name="Rectangle 11"/>
          <p:cNvSpPr/>
          <p:nvPr/>
        </p:nvSpPr>
        <p:spPr>
          <a:xfrm>
            <a:off x="2152080" y="4412520"/>
            <a:ext cx="954720" cy="1068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Infra-structure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1" name="Rectangle 12"/>
          <p:cNvSpPr/>
          <p:nvPr/>
        </p:nvSpPr>
        <p:spPr>
          <a:xfrm>
            <a:off x="3398400" y="5195160"/>
            <a:ext cx="115308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Transportation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2" name="Rectangle 13"/>
          <p:cNvSpPr/>
          <p:nvPr/>
        </p:nvSpPr>
        <p:spPr>
          <a:xfrm>
            <a:off x="3398400" y="4412520"/>
            <a:ext cx="115308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Energy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3" name="Rectangle 14"/>
          <p:cNvSpPr/>
          <p:nvPr/>
        </p:nvSpPr>
        <p:spPr>
          <a:xfrm>
            <a:off x="3398400" y="4803120"/>
            <a:ext cx="115308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Public health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714" name="AutoShape 15"/>
          <p:cNvCxnSpPr>
            <a:stCxn id="1710" idx="3"/>
            <a:endCxn id="1712" idx="1"/>
          </p:cNvCxnSpPr>
          <p:nvPr/>
        </p:nvCxnSpPr>
        <p:spPr>
          <a:xfrm flipV="1">
            <a:off x="3106800" y="4555440"/>
            <a:ext cx="291960" cy="391680"/>
          </a:xfrm>
          <a:prstGeom prst="bentConnector3">
            <a:avLst>
              <a:gd name="adj1" fmla="val 49876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15" name="AutoShape 16"/>
          <p:cNvCxnSpPr>
            <a:stCxn id="1710" idx="3"/>
            <a:endCxn id="1713" idx="1"/>
          </p:cNvCxnSpPr>
          <p:nvPr/>
        </p:nvCxnSpPr>
        <p:spPr>
          <a:xfrm flipV="1">
            <a:off x="3106800" y="4946040"/>
            <a:ext cx="291960" cy="1080"/>
          </a:xfrm>
          <a:prstGeom prst="straightConnector1">
            <a:avLst/>
          </a:prstGeom>
          <a:ln w="9525">
            <a:solidFill>
              <a:srgbClr val="b6b6b6"/>
            </a:solidFill>
            <a:round/>
          </a:ln>
        </p:spPr>
      </p:cxnSp>
      <p:cxnSp>
        <p:nvCxnSpPr>
          <p:cNvPr id="1716" name="AutoShape 17"/>
          <p:cNvCxnSpPr>
            <a:stCxn id="1710" idx="3"/>
            <a:endCxn id="1711" idx="1"/>
          </p:cNvCxnSpPr>
          <p:nvPr/>
        </p:nvCxnSpPr>
        <p:spPr>
          <a:xfrm>
            <a:off x="3106800" y="4946760"/>
            <a:ext cx="291960" cy="391680"/>
          </a:xfrm>
          <a:prstGeom prst="bentConnector3">
            <a:avLst>
              <a:gd name="adj1" fmla="val 49876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17" name="AutoShape 18"/>
          <p:cNvCxnSpPr>
            <a:stCxn id="1718" idx="3"/>
            <a:endCxn id="1708" idx="1"/>
          </p:cNvCxnSpPr>
          <p:nvPr/>
        </p:nvCxnSpPr>
        <p:spPr>
          <a:xfrm flipV="1">
            <a:off x="1689120" y="2181600"/>
            <a:ext cx="463320" cy="1270440"/>
          </a:xfrm>
          <a:prstGeom prst="bentConnector3">
            <a:avLst>
              <a:gd name="adj1" fmla="val 50000"/>
            </a:avLst>
          </a:prstGeom>
          <a:ln w="9525">
            <a:solidFill>
              <a:srgbClr val="b6b6b6"/>
            </a:solidFill>
            <a:miter/>
            <a:tailEnd len="lg" type="stealth" w="lg"/>
          </a:ln>
        </p:spPr>
      </p:cxnSp>
      <p:cxnSp>
        <p:nvCxnSpPr>
          <p:cNvPr id="1719" name="AutoShape 19"/>
          <p:cNvCxnSpPr>
            <a:stCxn id="1718" idx="3"/>
            <a:endCxn id="1710" idx="1"/>
          </p:cNvCxnSpPr>
          <p:nvPr/>
        </p:nvCxnSpPr>
        <p:spPr>
          <a:xfrm>
            <a:off x="1689120" y="3451680"/>
            <a:ext cx="463320" cy="1495440"/>
          </a:xfrm>
          <a:prstGeom prst="bentConnector3">
            <a:avLst>
              <a:gd name="adj1" fmla="val 50000"/>
            </a:avLst>
          </a:prstGeom>
          <a:ln w="9525">
            <a:solidFill>
              <a:srgbClr val="b6b6b6"/>
            </a:solidFill>
            <a:miter/>
            <a:tailEnd len="lg" type="stealth" w="lg"/>
          </a:ln>
        </p:spPr>
      </p:cxnSp>
      <p:sp>
        <p:nvSpPr>
          <p:cNvPr id="1720" name="Rectangle 20"/>
          <p:cNvSpPr/>
          <p:nvPr/>
        </p:nvSpPr>
        <p:spPr>
          <a:xfrm>
            <a:off x="7181280" y="1385640"/>
            <a:ext cx="1022760" cy="31464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sp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CAGR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1" name="Rectangle 21"/>
          <p:cNvSpPr/>
          <p:nvPr/>
        </p:nvSpPr>
        <p:spPr>
          <a:xfrm>
            <a:off x="7181280" y="203940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2.3%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2" name="Rectangle 22"/>
          <p:cNvSpPr/>
          <p:nvPr/>
        </p:nvSpPr>
        <p:spPr>
          <a:xfrm>
            <a:off x="7181280" y="4412520"/>
            <a:ext cx="1027800" cy="2862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6.2%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3" name="Rectangle 23"/>
          <p:cNvSpPr/>
          <p:nvPr/>
        </p:nvSpPr>
        <p:spPr>
          <a:xfrm>
            <a:off x="7181280" y="480312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4.2%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4" name="Rectangle 24"/>
          <p:cNvSpPr/>
          <p:nvPr/>
        </p:nvSpPr>
        <p:spPr>
          <a:xfrm>
            <a:off x="7181280" y="519516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3.0%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5" name="Rectangle 26"/>
          <p:cNvSpPr/>
          <p:nvPr/>
        </p:nvSpPr>
        <p:spPr>
          <a:xfrm>
            <a:off x="8353080" y="2039400"/>
            <a:ext cx="1027800" cy="2862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-13.2%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6" name="Rectangle 27"/>
          <p:cNvSpPr/>
          <p:nvPr/>
        </p:nvSpPr>
        <p:spPr>
          <a:xfrm>
            <a:off x="8353080" y="4412520"/>
            <a:ext cx="1027800" cy="2862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-5.4%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7" name="Rectangle 28"/>
          <p:cNvSpPr/>
          <p:nvPr/>
        </p:nvSpPr>
        <p:spPr>
          <a:xfrm>
            <a:off x="8353080" y="4803120"/>
            <a:ext cx="1027800" cy="2862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7.6%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8" name="Rectangle 29"/>
          <p:cNvSpPr/>
          <p:nvPr/>
        </p:nvSpPr>
        <p:spPr>
          <a:xfrm>
            <a:off x="8353080" y="5195160"/>
            <a:ext cx="1027800" cy="2862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8.4%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9" name="Rectangle 30"/>
          <p:cNvSpPr/>
          <p:nvPr/>
        </p:nvSpPr>
        <p:spPr>
          <a:xfrm>
            <a:off x="4833360" y="1413360"/>
            <a:ext cx="1027800" cy="2869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no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CAGR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0" name="AutoShape 33"/>
          <p:cNvSpPr/>
          <p:nvPr/>
        </p:nvSpPr>
        <p:spPr>
          <a:xfrm>
            <a:off x="4657320" y="1847160"/>
            <a:ext cx="106920" cy="672120"/>
          </a:xfrm>
          <a:prstGeom prst="rightBrace">
            <a:avLst>
              <a:gd name="adj1" fmla="val 51961"/>
              <a:gd name="adj2" fmla="val 50000"/>
            </a:avLst>
          </a:prstGeom>
          <a:noFill/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1" lang="de-DE" sz="1200" spc="-21" strike="noStrike" u="sng">
              <a:solidFill>
                <a:srgbClr val="262626"/>
              </a:solidFill>
              <a:uFillTx/>
              <a:latin typeface="본고딕 Normal"/>
              <a:ea typeface="본고딕 Normal"/>
            </a:endParaRPr>
          </a:p>
        </p:txBody>
      </p:sp>
      <p:grpSp>
        <p:nvGrpSpPr>
          <p:cNvPr id="1731" name="Group 64"/>
          <p:cNvGrpSpPr/>
          <p:nvPr/>
        </p:nvGrpSpPr>
        <p:grpSpPr>
          <a:xfrm>
            <a:off x="3398400" y="2753640"/>
            <a:ext cx="1153080" cy="1397520"/>
            <a:chOff x="3398400" y="2753640"/>
            <a:chExt cx="1153080" cy="1397520"/>
          </a:xfrm>
        </p:grpSpPr>
        <p:sp>
          <p:nvSpPr>
            <p:cNvPr id="1732" name="Rectangle 34"/>
            <p:cNvSpPr/>
            <p:nvPr/>
          </p:nvSpPr>
          <p:spPr>
            <a:xfrm>
              <a:off x="3398400" y="3864960"/>
              <a:ext cx="1153080" cy="2862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Institutional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733" name="Rectangle 35"/>
            <p:cNvSpPr/>
            <p:nvPr/>
          </p:nvSpPr>
          <p:spPr>
            <a:xfrm>
              <a:off x="3398400" y="2753640"/>
              <a:ext cx="1153080" cy="2862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Office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1734" name="Rectangle 36"/>
          <p:cNvSpPr/>
          <p:nvPr/>
        </p:nvSpPr>
        <p:spPr>
          <a:xfrm>
            <a:off x="3398400" y="3123720"/>
            <a:ext cx="115308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Commercial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5" name="Rectangle 37"/>
          <p:cNvSpPr/>
          <p:nvPr/>
        </p:nvSpPr>
        <p:spPr>
          <a:xfrm>
            <a:off x="3398400" y="3493440"/>
            <a:ext cx="115308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Industrial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736" name="AutoShape 38"/>
          <p:cNvCxnSpPr>
            <a:stCxn id="1737" idx="3"/>
            <a:endCxn id="1733" idx="1"/>
          </p:cNvCxnSpPr>
          <p:nvPr/>
        </p:nvCxnSpPr>
        <p:spPr>
          <a:xfrm flipV="1">
            <a:off x="3106800" y="2896560"/>
            <a:ext cx="291960" cy="556200"/>
          </a:xfrm>
          <a:prstGeom prst="bentConnector3">
            <a:avLst>
              <a:gd name="adj1" fmla="val 49876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38" name="AutoShape 39"/>
          <p:cNvCxnSpPr>
            <a:stCxn id="1737" idx="3"/>
            <a:endCxn id="1734" idx="1"/>
          </p:cNvCxnSpPr>
          <p:nvPr/>
        </p:nvCxnSpPr>
        <p:spPr>
          <a:xfrm flipV="1">
            <a:off x="3106800" y="3266640"/>
            <a:ext cx="291960" cy="186120"/>
          </a:xfrm>
          <a:prstGeom prst="bentConnector3">
            <a:avLst>
              <a:gd name="adj1" fmla="val 49876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39" name="AutoShape 40"/>
          <p:cNvCxnSpPr>
            <a:stCxn id="1737" idx="3"/>
            <a:endCxn id="1732" idx="1"/>
          </p:cNvCxnSpPr>
          <p:nvPr/>
        </p:nvCxnSpPr>
        <p:spPr>
          <a:xfrm>
            <a:off x="3106800" y="3452400"/>
            <a:ext cx="291960" cy="555840"/>
          </a:xfrm>
          <a:prstGeom prst="bentConnector3">
            <a:avLst>
              <a:gd name="adj1" fmla="val 49876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40" name="AutoShape 41"/>
          <p:cNvCxnSpPr>
            <a:stCxn id="1737" idx="3"/>
            <a:endCxn id="1735" idx="1"/>
          </p:cNvCxnSpPr>
          <p:nvPr/>
        </p:nvCxnSpPr>
        <p:spPr>
          <a:xfrm>
            <a:off x="3106800" y="3452400"/>
            <a:ext cx="291960" cy="184320"/>
          </a:xfrm>
          <a:prstGeom prst="bentConnector3">
            <a:avLst>
              <a:gd name="adj1" fmla="val 49876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37" name="Rectangle 42"/>
          <p:cNvSpPr/>
          <p:nvPr/>
        </p:nvSpPr>
        <p:spPr>
          <a:xfrm>
            <a:off x="2152080" y="2753640"/>
            <a:ext cx="954720" cy="1397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Non-residential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8" name="Rectangle 43"/>
          <p:cNvSpPr/>
          <p:nvPr/>
        </p:nvSpPr>
        <p:spPr>
          <a:xfrm>
            <a:off x="434520" y="3042720"/>
            <a:ext cx="1254600" cy="817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Construction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1" name="Rectangle 44"/>
          <p:cNvSpPr/>
          <p:nvPr/>
        </p:nvSpPr>
        <p:spPr>
          <a:xfrm>
            <a:off x="7181280" y="3864960"/>
            <a:ext cx="1027800" cy="2862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5.6%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2" name="Rectangle 45"/>
          <p:cNvSpPr/>
          <p:nvPr/>
        </p:nvSpPr>
        <p:spPr>
          <a:xfrm>
            <a:off x="7181280" y="275364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3.8%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3" name="Rectangle 46"/>
          <p:cNvSpPr/>
          <p:nvPr/>
        </p:nvSpPr>
        <p:spPr>
          <a:xfrm>
            <a:off x="7181280" y="3493440"/>
            <a:ext cx="1027800" cy="2862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6.3%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4" name="Rectangle 47"/>
          <p:cNvSpPr/>
          <p:nvPr/>
        </p:nvSpPr>
        <p:spPr>
          <a:xfrm>
            <a:off x="7181280" y="312372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4.0%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5" name="Rectangle 48"/>
          <p:cNvSpPr/>
          <p:nvPr/>
        </p:nvSpPr>
        <p:spPr>
          <a:xfrm>
            <a:off x="8353080" y="386496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4.1%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6" name="Rectangle 49"/>
          <p:cNvSpPr/>
          <p:nvPr/>
        </p:nvSpPr>
        <p:spPr>
          <a:xfrm>
            <a:off x="8353080" y="2753640"/>
            <a:ext cx="1027800" cy="2862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-8.0%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7" name="Rectangle 50"/>
          <p:cNvSpPr/>
          <p:nvPr/>
        </p:nvSpPr>
        <p:spPr>
          <a:xfrm>
            <a:off x="8353080" y="3493440"/>
            <a:ext cx="1027800" cy="2862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-6.3%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8" name="Rectangle 51"/>
          <p:cNvSpPr/>
          <p:nvPr/>
        </p:nvSpPr>
        <p:spPr>
          <a:xfrm>
            <a:off x="8353080" y="3123720"/>
            <a:ext cx="1027800" cy="2862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-6.5%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749" name="AutoShape 52"/>
          <p:cNvCxnSpPr>
            <a:stCxn id="1718" idx="3"/>
            <a:endCxn id="1737" idx="1"/>
          </p:cNvCxnSpPr>
          <p:nvPr/>
        </p:nvCxnSpPr>
        <p:spPr>
          <a:xfrm>
            <a:off x="1689120" y="3451680"/>
            <a:ext cx="463320" cy="1080"/>
          </a:xfrm>
          <a:prstGeom prst="bentConnector3">
            <a:avLst>
              <a:gd name="adj1" fmla="val 50000"/>
            </a:avLst>
          </a:prstGeom>
          <a:ln w="9525">
            <a:solidFill>
              <a:srgbClr val="b6b6b6"/>
            </a:solidFill>
            <a:miter/>
            <a:tailEnd len="lg" type="stealth" w="lg"/>
          </a:ln>
        </p:spPr>
      </p:cxnSp>
      <p:sp>
        <p:nvSpPr>
          <p:cNvPr id="1750" name="AutoShape 54"/>
          <p:cNvSpPr/>
          <p:nvPr/>
        </p:nvSpPr>
        <p:spPr>
          <a:xfrm>
            <a:off x="4647600" y="2753640"/>
            <a:ext cx="126000" cy="1396080"/>
          </a:xfrm>
          <a:prstGeom prst="rightBrace">
            <a:avLst>
              <a:gd name="adj1" fmla="val 91667"/>
              <a:gd name="adj2" fmla="val 50000"/>
            </a:avLst>
          </a:prstGeom>
          <a:noFill/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1" lang="de-DE" sz="1200" spc="-21" strike="noStrike" u="sng">
              <a:solidFill>
                <a:srgbClr val="262626"/>
              </a:solidFill>
              <a:uFillTx/>
              <a:latin typeface="본고딕 Normal"/>
              <a:ea typeface="본고딕 Normal"/>
            </a:endParaRPr>
          </a:p>
        </p:txBody>
      </p:sp>
      <p:sp>
        <p:nvSpPr>
          <p:cNvPr id="1751" name="Rectangle 57"/>
          <p:cNvSpPr/>
          <p:nvPr/>
        </p:nvSpPr>
        <p:spPr>
          <a:xfrm>
            <a:off x="7220160" y="6269040"/>
            <a:ext cx="106920" cy="106920"/>
          </a:xfrm>
          <a:prstGeom prst="rect">
            <a:avLst/>
          </a:prstGeom>
          <a:solidFill>
            <a:srgbClr val="e9b86e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de-DE" sz="10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752" name="Rectangle 58"/>
          <p:cNvSpPr/>
          <p:nvPr/>
        </p:nvSpPr>
        <p:spPr>
          <a:xfrm>
            <a:off x="8391600" y="6269040"/>
            <a:ext cx="106920" cy="1069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de-DE" sz="10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753" name="Rectangle 59"/>
          <p:cNvSpPr/>
          <p:nvPr/>
        </p:nvSpPr>
        <p:spPr>
          <a:xfrm>
            <a:off x="7446600" y="6246360"/>
            <a:ext cx="7297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Growth &gt; 5%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4" name="Rectangle 60"/>
          <p:cNvSpPr/>
          <p:nvPr/>
        </p:nvSpPr>
        <p:spPr>
          <a:xfrm>
            <a:off x="8613360" y="6246360"/>
            <a:ext cx="7297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Growth &lt; 0%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5" name="Rectangle 21"/>
          <p:cNvSpPr/>
          <p:nvPr/>
        </p:nvSpPr>
        <p:spPr>
          <a:xfrm>
            <a:off x="4835160" y="203940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4.2%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6" name="Rectangle 23"/>
          <p:cNvSpPr/>
          <p:nvPr/>
        </p:nvSpPr>
        <p:spPr>
          <a:xfrm>
            <a:off x="4835160" y="480312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4.0%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7" name="Rectangle 47"/>
          <p:cNvSpPr/>
          <p:nvPr/>
        </p:nvSpPr>
        <p:spPr>
          <a:xfrm>
            <a:off x="4835160" y="3309480"/>
            <a:ext cx="1027800" cy="2862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5.2%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8" name="AutoShape 33"/>
          <p:cNvSpPr/>
          <p:nvPr/>
        </p:nvSpPr>
        <p:spPr>
          <a:xfrm>
            <a:off x="4657320" y="4412520"/>
            <a:ext cx="106920" cy="1068840"/>
          </a:xfrm>
          <a:prstGeom prst="rightBrace">
            <a:avLst>
              <a:gd name="adj1" fmla="val 82598"/>
              <a:gd name="adj2" fmla="val 50000"/>
            </a:avLst>
          </a:prstGeom>
          <a:noFill/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1" lang="de-DE" sz="1200" spc="-21" strike="noStrike" u="sng">
              <a:solidFill>
                <a:srgbClr val="262626"/>
              </a:solidFill>
              <a:uFillTx/>
              <a:latin typeface="본고딕 Normal"/>
              <a:ea typeface="본고딕 Normal"/>
            </a:endParaRPr>
          </a:p>
        </p:txBody>
      </p:sp>
      <p:sp>
        <p:nvSpPr>
          <p:cNvPr id="1759" name="Rectangle 30"/>
          <p:cNvSpPr/>
          <p:nvPr/>
        </p:nvSpPr>
        <p:spPr>
          <a:xfrm>
            <a:off x="6005160" y="1413360"/>
            <a:ext cx="1027800" cy="2869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no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Delta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0" name="Rectangle 21"/>
          <p:cNvSpPr/>
          <p:nvPr/>
        </p:nvSpPr>
        <p:spPr>
          <a:xfrm>
            <a:off x="6006600" y="2039400"/>
            <a:ext cx="1027800" cy="2862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-10.0%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1" name="Rectangle 23"/>
          <p:cNvSpPr/>
          <p:nvPr/>
        </p:nvSpPr>
        <p:spPr>
          <a:xfrm>
            <a:off x="6006600" y="480312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4.6%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2" name="Rectangle 47"/>
          <p:cNvSpPr/>
          <p:nvPr/>
        </p:nvSpPr>
        <p:spPr>
          <a:xfrm>
            <a:off x="6006600" y="330948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4.4%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3" name="Rectangle 21"/>
          <p:cNvSpPr/>
          <p:nvPr/>
        </p:nvSpPr>
        <p:spPr>
          <a:xfrm>
            <a:off x="7181280" y="583200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3.8%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4" name="Rectangle 21"/>
          <p:cNvSpPr/>
          <p:nvPr/>
        </p:nvSpPr>
        <p:spPr>
          <a:xfrm>
            <a:off x="4835160" y="5832000"/>
            <a:ext cx="1027800" cy="286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4.5%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5" name="Rectangle 21"/>
          <p:cNvSpPr/>
          <p:nvPr/>
        </p:nvSpPr>
        <p:spPr>
          <a:xfrm>
            <a:off x="6006600" y="5832000"/>
            <a:ext cx="1027800" cy="2862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-1.2%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6" name="Line 177"/>
          <p:cNvSpPr/>
          <p:nvPr/>
        </p:nvSpPr>
        <p:spPr>
          <a:xfrm>
            <a:off x="4833360" y="5663520"/>
            <a:ext cx="4548240" cy="360"/>
          </a:xfrm>
          <a:prstGeom prst="line">
            <a:avLst/>
          </a:prstGeom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767" name="Rectangle 10"/>
          <p:cNvSpPr/>
          <p:nvPr/>
        </p:nvSpPr>
        <p:spPr>
          <a:xfrm>
            <a:off x="2152080" y="5832000"/>
            <a:ext cx="954720" cy="290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Total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8" name="Rectangle 21"/>
          <p:cNvSpPr/>
          <p:nvPr/>
        </p:nvSpPr>
        <p:spPr>
          <a:xfrm>
            <a:off x="8353080" y="5832000"/>
            <a:ext cx="1027800" cy="2862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-5.2%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9" name="Rectangle 25"/>
          <p:cNvSpPr/>
          <p:nvPr/>
        </p:nvSpPr>
        <p:spPr>
          <a:xfrm>
            <a:off x="8353080" y="1413360"/>
            <a:ext cx="1027800" cy="28692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no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Change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3" name="PlaceHolder 4"/>
          <p:cNvSpPr>
            <a:spLocks noGrp="1"/>
          </p:cNvSpPr>
          <p:nvPr>
            <p:ph type="sldNum" idx="125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1E124D8-4AA8-46CB-BCE3-53B9CB4A338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774" name="PlaceHolder 5"/>
          <p:cNvSpPr>
            <a:spLocks noGrp="1"/>
          </p:cNvSpPr>
          <p:nvPr>
            <p:ph type="ftr" idx="126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775" name="Rectangle 5"/>
          <p:cNvSpPr/>
          <p:nvPr/>
        </p:nvSpPr>
        <p:spPr>
          <a:xfrm>
            <a:off x="471600" y="3444480"/>
            <a:ext cx="2451600" cy="1054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평등히 노력함을 원칙으로 한다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6" name="Rectangle 7"/>
          <p:cNvSpPr/>
          <p:nvPr/>
        </p:nvSpPr>
        <p:spPr>
          <a:xfrm>
            <a:off x="3726000" y="2393640"/>
            <a:ext cx="2451600" cy="1054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평등히 노력함을 원칙으로 한다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7" name="Rectangle 9"/>
          <p:cNvSpPr/>
          <p:nvPr/>
        </p:nvSpPr>
        <p:spPr>
          <a:xfrm>
            <a:off x="3726000" y="4495320"/>
            <a:ext cx="2451600" cy="1054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평등히 노력함을 원칙으로 한다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778" name="AutoShape 10"/>
          <p:cNvCxnSpPr>
            <a:stCxn id="1775" idx="3"/>
            <a:endCxn id="1776" idx="1"/>
          </p:cNvCxnSpPr>
          <p:nvPr/>
        </p:nvCxnSpPr>
        <p:spPr>
          <a:xfrm flipV="1">
            <a:off x="2923200" y="2920680"/>
            <a:ext cx="803160" cy="1051200"/>
          </a:xfrm>
          <a:prstGeom prst="bentConnector3">
            <a:avLst>
              <a:gd name="adj1" fmla="val 50044"/>
            </a:avLst>
          </a:prstGeom>
          <a:ln w="12700">
            <a:solidFill>
              <a:srgbClr val="bfbfbf"/>
            </a:solidFill>
            <a:miter/>
          </a:ln>
        </p:spPr>
      </p:cxnSp>
      <p:cxnSp>
        <p:nvCxnSpPr>
          <p:cNvPr id="1779" name="AutoShape 11"/>
          <p:cNvCxnSpPr>
            <a:stCxn id="1775" idx="3"/>
            <a:endCxn id="1777" idx="1"/>
          </p:cNvCxnSpPr>
          <p:nvPr/>
        </p:nvCxnSpPr>
        <p:spPr>
          <a:xfrm>
            <a:off x="2923200" y="3971520"/>
            <a:ext cx="803160" cy="1051200"/>
          </a:xfrm>
          <a:prstGeom prst="bentConnector3">
            <a:avLst>
              <a:gd name="adj1" fmla="val 50044"/>
            </a:avLst>
          </a:prstGeom>
          <a:ln w="12700">
            <a:solidFill>
              <a:srgbClr val="bfbfbf"/>
            </a:solidFill>
            <a:miter/>
          </a:ln>
        </p:spPr>
      </p:cxnSp>
      <p:sp>
        <p:nvSpPr>
          <p:cNvPr id="1780" name="Oval 12"/>
          <p:cNvSpPr/>
          <p:nvPr/>
        </p:nvSpPr>
        <p:spPr>
          <a:xfrm>
            <a:off x="3159000" y="2760120"/>
            <a:ext cx="313200" cy="30384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cxnSp>
        <p:nvCxnSpPr>
          <p:cNvPr id="1781" name="AutoShape 15"/>
          <p:cNvCxnSpPr>
            <a:stCxn id="1776" idx="3"/>
            <a:endCxn id="1782" idx="1"/>
          </p:cNvCxnSpPr>
          <p:nvPr/>
        </p:nvCxnSpPr>
        <p:spPr>
          <a:xfrm flipV="1">
            <a:off x="6177600" y="2392560"/>
            <a:ext cx="936720" cy="528480"/>
          </a:xfrm>
          <a:prstGeom prst="bentConnector3">
            <a:avLst>
              <a:gd name="adj1" fmla="val 50096"/>
            </a:avLst>
          </a:prstGeom>
          <a:ln w="12700">
            <a:solidFill>
              <a:srgbClr val="bfbfbf"/>
            </a:solidFill>
            <a:miter/>
          </a:ln>
        </p:spPr>
      </p:cxnSp>
      <p:cxnSp>
        <p:nvCxnSpPr>
          <p:cNvPr id="1783" name="AutoShape 16"/>
          <p:cNvCxnSpPr>
            <a:stCxn id="1776" idx="3"/>
            <a:endCxn id="1784" idx="1"/>
          </p:cNvCxnSpPr>
          <p:nvPr/>
        </p:nvCxnSpPr>
        <p:spPr>
          <a:xfrm>
            <a:off x="6177600" y="2920680"/>
            <a:ext cx="936360" cy="521640"/>
          </a:xfrm>
          <a:prstGeom prst="bentConnector3">
            <a:avLst>
              <a:gd name="adj1" fmla="val 50038"/>
            </a:avLst>
          </a:prstGeom>
          <a:ln w="12700">
            <a:solidFill>
              <a:srgbClr val="bfbfbf"/>
            </a:solidFill>
            <a:miter/>
          </a:ln>
        </p:spPr>
      </p:cxnSp>
      <p:sp>
        <p:nvSpPr>
          <p:cNvPr id="1785" name="Oval 17"/>
          <p:cNvSpPr/>
          <p:nvPr/>
        </p:nvSpPr>
        <p:spPr>
          <a:xfrm>
            <a:off x="6481800" y="3293640"/>
            <a:ext cx="313200" cy="30384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N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782" name="Rectangle 13"/>
          <p:cNvSpPr/>
          <p:nvPr/>
        </p:nvSpPr>
        <p:spPr>
          <a:xfrm>
            <a:off x="7113960" y="2202840"/>
            <a:ext cx="2186640" cy="379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84" name="Rectangle 18"/>
          <p:cNvSpPr/>
          <p:nvPr/>
        </p:nvSpPr>
        <p:spPr>
          <a:xfrm>
            <a:off x="7113600" y="3252240"/>
            <a:ext cx="2186640" cy="379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86" name="Rectangle 14"/>
          <p:cNvSpPr/>
          <p:nvPr/>
        </p:nvSpPr>
        <p:spPr>
          <a:xfrm>
            <a:off x="7113600" y="5351040"/>
            <a:ext cx="2186640" cy="379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87" name="Rectangle 19"/>
          <p:cNvSpPr/>
          <p:nvPr/>
        </p:nvSpPr>
        <p:spPr>
          <a:xfrm>
            <a:off x="7113960" y="4301640"/>
            <a:ext cx="2186640" cy="379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788" name="AutoShape 20"/>
          <p:cNvCxnSpPr>
            <a:stCxn id="1777" idx="3"/>
            <a:endCxn id="1787" idx="1"/>
          </p:cNvCxnSpPr>
          <p:nvPr/>
        </p:nvCxnSpPr>
        <p:spPr>
          <a:xfrm flipV="1">
            <a:off x="6177600" y="4491360"/>
            <a:ext cx="936720" cy="531360"/>
          </a:xfrm>
          <a:prstGeom prst="bentConnector3">
            <a:avLst>
              <a:gd name="adj1" fmla="val 50096"/>
            </a:avLst>
          </a:prstGeom>
          <a:ln w="12700">
            <a:solidFill>
              <a:srgbClr val="bfbfbf"/>
            </a:solidFill>
            <a:miter/>
          </a:ln>
        </p:spPr>
      </p:cxnSp>
      <p:cxnSp>
        <p:nvCxnSpPr>
          <p:cNvPr id="1789" name="AutoShape 21"/>
          <p:cNvCxnSpPr>
            <a:stCxn id="1777" idx="3"/>
            <a:endCxn id="1786" idx="1"/>
          </p:cNvCxnSpPr>
          <p:nvPr/>
        </p:nvCxnSpPr>
        <p:spPr>
          <a:xfrm>
            <a:off x="6177600" y="5022360"/>
            <a:ext cx="936360" cy="518760"/>
          </a:xfrm>
          <a:prstGeom prst="bentConnector3">
            <a:avLst>
              <a:gd name="adj1" fmla="val 50038"/>
            </a:avLst>
          </a:prstGeom>
          <a:ln w="12700">
            <a:solidFill>
              <a:srgbClr val="bfbfbf"/>
            </a:solidFill>
            <a:miter/>
          </a:ln>
        </p:spPr>
      </p:cxnSp>
      <p:sp>
        <p:nvSpPr>
          <p:cNvPr id="1790" name="Oval 22"/>
          <p:cNvSpPr/>
          <p:nvPr/>
        </p:nvSpPr>
        <p:spPr>
          <a:xfrm>
            <a:off x="3159000" y="4871520"/>
            <a:ext cx="313200" cy="30384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N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791" name="Oval 23"/>
          <p:cNvSpPr/>
          <p:nvPr/>
        </p:nvSpPr>
        <p:spPr>
          <a:xfrm>
            <a:off x="6481800" y="2241000"/>
            <a:ext cx="313200" cy="30384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792" name="Oval 24"/>
          <p:cNvSpPr/>
          <p:nvPr/>
        </p:nvSpPr>
        <p:spPr>
          <a:xfrm>
            <a:off x="6481800" y="5395320"/>
            <a:ext cx="313200" cy="30384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N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793" name="Oval 25"/>
          <p:cNvSpPr/>
          <p:nvPr/>
        </p:nvSpPr>
        <p:spPr>
          <a:xfrm>
            <a:off x="6481800" y="4343040"/>
            <a:ext cx="313200" cy="30384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794" name="Rectangle 4"/>
          <p:cNvSpPr/>
          <p:nvPr/>
        </p:nvSpPr>
        <p:spPr>
          <a:xfrm>
            <a:off x="471600" y="3063600"/>
            <a:ext cx="2451600" cy="3798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5" name="Rectangle 6"/>
          <p:cNvSpPr/>
          <p:nvPr/>
        </p:nvSpPr>
        <p:spPr>
          <a:xfrm>
            <a:off x="3726000" y="2012400"/>
            <a:ext cx="2451600" cy="3798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6" name="Rectangle 8"/>
          <p:cNvSpPr/>
          <p:nvPr/>
        </p:nvSpPr>
        <p:spPr>
          <a:xfrm>
            <a:off x="3726000" y="4114440"/>
            <a:ext cx="2451600" cy="3798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7" name="Rectangle 16"/>
          <p:cNvSpPr/>
          <p:nvPr/>
        </p:nvSpPr>
        <p:spPr>
          <a:xfrm>
            <a:off x="7034040" y="3177000"/>
            <a:ext cx="2339280" cy="157608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0" name="Rectangle 59"/>
          <p:cNvSpPr/>
          <p:nvPr/>
        </p:nvSpPr>
        <p:spPr>
          <a:xfrm>
            <a:off x="3078360" y="2269800"/>
            <a:ext cx="4830120" cy="238572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Rolling stages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2" name="PlaceHolder 4"/>
          <p:cNvSpPr>
            <a:spLocks noGrp="1"/>
          </p:cNvSpPr>
          <p:nvPr>
            <p:ph/>
          </p:nvPr>
        </p:nvSpPr>
        <p:spPr>
          <a:xfrm>
            <a:off x="612000" y="5173920"/>
            <a:ext cx="538668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Standard (-izable) part of long rolling mill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Different numbers of stands on particular stages for reducing and sizing of steel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Shears potentially included between stages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3" name="PlaceHolder 5"/>
          <p:cNvSpPr>
            <a:spLocks noGrp="1"/>
          </p:cNvSpPr>
          <p:nvPr>
            <p:ph type="sldNum" idx="127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FBDBCE3-93C0-493E-9A02-8E47D1DC294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804" name="PlaceHolder 6"/>
          <p:cNvSpPr>
            <a:spLocks noGrp="1"/>
          </p:cNvSpPr>
          <p:nvPr>
            <p:ph type="ftr" idx="128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805" name="Rectangle 5"/>
          <p:cNvSpPr/>
          <p:nvPr/>
        </p:nvSpPr>
        <p:spPr>
          <a:xfrm>
            <a:off x="362520" y="1766520"/>
            <a:ext cx="5419440" cy="2149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6" name="Rectangle 6"/>
          <p:cNvSpPr/>
          <p:nvPr/>
        </p:nvSpPr>
        <p:spPr>
          <a:xfrm>
            <a:off x="6141600" y="1766520"/>
            <a:ext cx="3332520" cy="21492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7" name="Rectangle 8"/>
          <p:cNvSpPr/>
          <p:nvPr/>
        </p:nvSpPr>
        <p:spPr>
          <a:xfrm>
            <a:off x="411840" y="2951640"/>
            <a:ext cx="1222920" cy="718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Furnace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8" name="Rectangle 9"/>
          <p:cNvSpPr/>
          <p:nvPr/>
        </p:nvSpPr>
        <p:spPr>
          <a:xfrm>
            <a:off x="1794240" y="2951640"/>
            <a:ext cx="1222920" cy="718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Continuous Caster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9" name="Rectangle 10"/>
          <p:cNvSpPr/>
          <p:nvPr/>
        </p:nvSpPr>
        <p:spPr>
          <a:xfrm>
            <a:off x="3176640" y="2951640"/>
            <a:ext cx="1222920" cy="718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Normal"/>
              </a:rPr>
              <a:t>Roughing mill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0" name="Rectangle 11"/>
          <p:cNvSpPr/>
          <p:nvPr/>
        </p:nvSpPr>
        <p:spPr>
          <a:xfrm>
            <a:off x="4559040" y="2951640"/>
            <a:ext cx="1222920" cy="718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finishing mill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1" name="AutoShape 20"/>
          <p:cNvSpPr/>
          <p:nvPr/>
        </p:nvSpPr>
        <p:spPr>
          <a:xfrm rot="16200000">
            <a:off x="2957040" y="2241000"/>
            <a:ext cx="278280" cy="5369040"/>
          </a:xfrm>
          <a:prstGeom prst="leftBrace">
            <a:avLst>
              <a:gd name="adj1" fmla="val 147822"/>
              <a:gd name="adj2" fmla="val 50000"/>
            </a:avLst>
          </a:prstGeom>
          <a:noFill/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 vert="eaVer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de-DE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12" name="Rectangle 22"/>
          <p:cNvSpPr/>
          <p:nvPr/>
        </p:nvSpPr>
        <p:spPr>
          <a:xfrm>
            <a:off x="6431760" y="5148360"/>
            <a:ext cx="3104640" cy="12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000" tIns="45000" bIns="45000" anchor="t">
            <a:noAutofit/>
          </a:bodyPr>
          <a:p>
            <a:pPr lvl="1" marL="142920" indent="-141120" defTabSz="457200">
              <a:lnSpc>
                <a:spcPct val="120000"/>
              </a:lnSpc>
              <a:spcBef>
                <a:spcPts val="119"/>
              </a:spcBef>
              <a:buClr>
                <a:srgbClr val="002452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Specialized, tailor-made equipment for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1440" defTabSz="457200">
              <a:lnSpc>
                <a:spcPct val="12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     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product finishing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142920" indent="-141120" defTabSz="457200">
              <a:lnSpc>
                <a:spcPct val="120000"/>
              </a:lnSpc>
              <a:spcBef>
                <a:spcPts val="119"/>
              </a:spcBef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Decisive stage for productivity (speed)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1440" defTabSz="457200">
              <a:lnSpc>
                <a:spcPct val="12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     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and quality of production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3" name="AutoShape 25"/>
          <p:cNvSpPr/>
          <p:nvPr/>
        </p:nvSpPr>
        <p:spPr>
          <a:xfrm rot="16200000">
            <a:off x="7699320" y="3289680"/>
            <a:ext cx="278280" cy="3271680"/>
          </a:xfrm>
          <a:prstGeom prst="leftBrace">
            <a:avLst>
              <a:gd name="adj1" fmla="val 105114"/>
              <a:gd name="adj2" fmla="val 50000"/>
            </a:avLst>
          </a:prstGeom>
          <a:noFill/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 vert="eaVer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de-DE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14" name="Rectangle 12"/>
          <p:cNvSpPr/>
          <p:nvPr/>
        </p:nvSpPr>
        <p:spPr>
          <a:xfrm>
            <a:off x="6575400" y="2361240"/>
            <a:ext cx="1222920" cy="718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Reinforcing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Bar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5" name="Rectangle 13"/>
          <p:cNvSpPr/>
          <p:nvPr/>
        </p:nvSpPr>
        <p:spPr>
          <a:xfrm>
            <a:off x="6575400" y="3542400"/>
            <a:ext cx="1222920" cy="718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 </a:t>
            </a: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H-sections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6" name="Rectangle 19"/>
          <p:cNvSpPr/>
          <p:nvPr/>
        </p:nvSpPr>
        <p:spPr>
          <a:xfrm>
            <a:off x="6015600" y="3186720"/>
            <a:ext cx="10357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and / or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817" name="AutoShape 34"/>
          <p:cNvCxnSpPr>
            <a:stCxn id="1807" idx="3"/>
            <a:endCxn id="1808" idx="1"/>
          </p:cNvCxnSpPr>
          <p:nvPr/>
        </p:nvCxnSpPr>
        <p:spPr>
          <a:xfrm>
            <a:off x="1634760" y="3310920"/>
            <a:ext cx="15984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18" name="AutoShape 35"/>
          <p:cNvCxnSpPr>
            <a:stCxn id="1808" idx="3"/>
            <a:endCxn id="1809" idx="1"/>
          </p:cNvCxnSpPr>
          <p:nvPr/>
        </p:nvCxnSpPr>
        <p:spPr>
          <a:xfrm>
            <a:off x="3017160" y="3310920"/>
            <a:ext cx="15984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19" name="AutoShape 36"/>
          <p:cNvCxnSpPr>
            <a:stCxn id="1809" idx="3"/>
            <a:endCxn id="1810" idx="1"/>
          </p:cNvCxnSpPr>
          <p:nvPr/>
        </p:nvCxnSpPr>
        <p:spPr>
          <a:xfrm>
            <a:off x="4399560" y="3310920"/>
            <a:ext cx="15984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20" name="AutoShape 43"/>
          <p:cNvCxnSpPr>
            <a:stCxn id="1810" idx="3"/>
            <a:endCxn id="1814" idx="1"/>
          </p:cNvCxnSpPr>
          <p:nvPr/>
        </p:nvCxnSpPr>
        <p:spPr>
          <a:xfrm flipV="1">
            <a:off x="5781960" y="2720520"/>
            <a:ext cx="793800" cy="590760"/>
          </a:xfrm>
          <a:prstGeom prst="bentConnector3">
            <a:avLst>
              <a:gd name="adj1" fmla="val 50090"/>
            </a:avLst>
          </a:prstGeom>
          <a:ln w="6350">
            <a:solidFill>
              <a:srgbClr val="757575"/>
            </a:solidFill>
            <a:miter/>
            <a:tailEnd len="med" type="triangle" w="med"/>
          </a:ln>
        </p:spPr>
      </p:cxnSp>
      <p:cxnSp>
        <p:nvCxnSpPr>
          <p:cNvPr id="1821" name="AutoShape 44"/>
          <p:cNvCxnSpPr>
            <a:stCxn id="1810" idx="3"/>
            <a:endCxn id="1815" idx="1"/>
          </p:cNvCxnSpPr>
          <p:nvPr/>
        </p:nvCxnSpPr>
        <p:spPr>
          <a:xfrm>
            <a:off x="5781960" y="3310920"/>
            <a:ext cx="793800" cy="591120"/>
          </a:xfrm>
          <a:prstGeom prst="bentConnector3">
            <a:avLst>
              <a:gd name="adj1" fmla="val 50090"/>
            </a:avLst>
          </a:prstGeom>
          <a:ln w="6350">
            <a:solidFill>
              <a:srgbClr val="757575"/>
            </a:solidFill>
            <a:miter/>
            <a:tailEnd len="med" type="triangle" w="med"/>
          </a:ln>
        </p:spPr>
      </p:cxnSp>
      <p:cxnSp>
        <p:nvCxnSpPr>
          <p:cNvPr id="1822" name="AutoShape 36"/>
          <p:cNvCxnSpPr/>
          <p:nvPr/>
        </p:nvCxnSpPr>
        <p:spPr>
          <a:xfrm>
            <a:off x="7799040" y="2718360"/>
            <a:ext cx="397080" cy="108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23" name="AutoShape 36"/>
          <p:cNvCxnSpPr/>
          <p:nvPr/>
        </p:nvCxnSpPr>
        <p:spPr>
          <a:xfrm>
            <a:off x="7799040" y="3894480"/>
            <a:ext cx="397080" cy="108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2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2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27" name="PlaceHolder 4"/>
          <p:cNvSpPr>
            <a:spLocks noGrp="1"/>
          </p:cNvSpPr>
          <p:nvPr>
            <p:ph type="sldNum" idx="129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868EA2-07EE-40C2-942E-8962EE41087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828" name="PlaceHolder 5"/>
          <p:cNvSpPr>
            <a:spLocks noGrp="1"/>
          </p:cNvSpPr>
          <p:nvPr>
            <p:ph type="ftr" idx="130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1829" name="그룹 5"/>
          <p:cNvGrpSpPr/>
          <p:nvPr/>
        </p:nvGrpSpPr>
        <p:grpSpPr>
          <a:xfrm>
            <a:off x="2579040" y="2078280"/>
            <a:ext cx="4489200" cy="578520"/>
            <a:chOff x="2579040" y="2078280"/>
            <a:chExt cx="4489200" cy="578520"/>
          </a:xfrm>
        </p:grpSpPr>
        <p:grpSp>
          <p:nvGrpSpPr>
            <p:cNvPr id="1830" name="그룹 19"/>
            <p:cNvGrpSpPr/>
            <p:nvPr/>
          </p:nvGrpSpPr>
          <p:grpSpPr>
            <a:xfrm>
              <a:off x="2579040" y="2404080"/>
              <a:ext cx="4489200" cy="252720"/>
              <a:chOff x="2579040" y="2404080"/>
              <a:chExt cx="4489200" cy="252720"/>
            </a:xfrm>
          </p:grpSpPr>
          <p:cxnSp>
            <p:nvCxnSpPr>
              <p:cNvPr id="1831" name="직선 연결선 21"/>
              <p:cNvCxnSpPr/>
              <p:nvPr/>
            </p:nvCxnSpPr>
            <p:spPr>
              <a:xfrm flipV="1">
                <a:off x="7067520" y="2404080"/>
                <a:ext cx="1080" cy="25308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  <p:cxnSp>
            <p:nvCxnSpPr>
              <p:cNvPr id="1832" name="직선 연결선 22"/>
              <p:cNvCxnSpPr/>
              <p:nvPr/>
            </p:nvCxnSpPr>
            <p:spPr>
              <a:xfrm flipV="1">
                <a:off x="2579040" y="2404080"/>
                <a:ext cx="1080" cy="25308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  <p:cxnSp>
            <p:nvCxnSpPr>
              <p:cNvPr id="1833" name="직선 연결선 23"/>
              <p:cNvCxnSpPr/>
              <p:nvPr/>
            </p:nvCxnSpPr>
            <p:spPr>
              <a:xfrm>
                <a:off x="2579040" y="2411640"/>
                <a:ext cx="4489560" cy="108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  <p:cxnSp>
            <p:nvCxnSpPr>
              <p:cNvPr id="1834" name="직선 연결선 24"/>
              <p:cNvCxnSpPr/>
              <p:nvPr/>
            </p:nvCxnSpPr>
            <p:spPr>
              <a:xfrm flipV="1">
                <a:off x="4834440" y="2404080"/>
                <a:ext cx="1080" cy="25308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</p:grpSp>
        <p:cxnSp>
          <p:nvCxnSpPr>
            <p:cNvPr id="1835" name="직선 연결선 20"/>
            <p:cNvCxnSpPr/>
            <p:nvPr/>
          </p:nvCxnSpPr>
          <p:spPr>
            <a:xfrm flipV="1">
              <a:off x="4834440" y="2078280"/>
              <a:ext cx="1080" cy="33084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sp>
        <p:nvSpPr>
          <p:cNvPr id="1836" name="직사각형 6"/>
          <p:cNvSpPr/>
          <p:nvPr/>
        </p:nvSpPr>
        <p:spPr>
          <a:xfrm>
            <a:off x="3754800" y="1659960"/>
            <a:ext cx="2158920" cy="46692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837" name="직사각형 16"/>
          <p:cNvSpPr/>
          <p:nvPr/>
        </p:nvSpPr>
        <p:spPr>
          <a:xfrm>
            <a:off x="6257520" y="3117600"/>
            <a:ext cx="2518920" cy="284292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38" name="직사각형 17"/>
          <p:cNvSpPr/>
          <p:nvPr/>
        </p:nvSpPr>
        <p:spPr>
          <a:xfrm>
            <a:off x="6257520" y="2649600"/>
            <a:ext cx="2518920" cy="46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39" name="직사각형 13"/>
          <p:cNvSpPr/>
          <p:nvPr/>
        </p:nvSpPr>
        <p:spPr>
          <a:xfrm>
            <a:off x="858240" y="3117600"/>
            <a:ext cx="2518920" cy="284292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0" name="직사각형 14"/>
          <p:cNvSpPr/>
          <p:nvPr/>
        </p:nvSpPr>
        <p:spPr>
          <a:xfrm>
            <a:off x="858240" y="2649600"/>
            <a:ext cx="2518920" cy="46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1" name="직사각형 10"/>
          <p:cNvSpPr/>
          <p:nvPr/>
        </p:nvSpPr>
        <p:spPr>
          <a:xfrm>
            <a:off x="3557880" y="3117600"/>
            <a:ext cx="2518920" cy="284292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2" name="직사각형 11"/>
          <p:cNvSpPr/>
          <p:nvPr/>
        </p:nvSpPr>
        <p:spPr>
          <a:xfrm>
            <a:off x="3557880" y="2649600"/>
            <a:ext cx="2518920" cy="46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845" name="직선 연결선 46"/>
          <p:cNvCxnSpPr/>
          <p:nvPr/>
        </p:nvCxnSpPr>
        <p:spPr>
          <a:xfrm>
            <a:off x="4779000" y="2889000"/>
            <a:ext cx="361080" cy="108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84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8" name="PlaceHolder 5"/>
          <p:cNvSpPr>
            <a:spLocks noGrp="1"/>
          </p:cNvSpPr>
          <p:nvPr>
            <p:ph type="sldNum" idx="131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DFC18C1-E2AF-40C9-ACB3-A5E277C01E4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849" name="PlaceHolder 6"/>
          <p:cNvSpPr>
            <a:spLocks noGrp="1"/>
          </p:cNvSpPr>
          <p:nvPr>
            <p:ph type="ftr" idx="132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850" name="자유형 5"/>
          <p:cNvSpPr/>
          <p:nvPr/>
        </p:nvSpPr>
        <p:spPr>
          <a:xfrm>
            <a:off x="4962600" y="2407320"/>
            <a:ext cx="1472760" cy="1119600"/>
          </a:xfrm>
          <a:custGeom>
            <a:avLst/>
            <a:gdLst>
              <a:gd name="textAreaLeft" fmla="*/ 0 w 1472760"/>
              <a:gd name="textAreaRight" fmla="*/ 1473480 w 1472760"/>
              <a:gd name="textAreaTop" fmla="*/ 0 h 1119600"/>
              <a:gd name="textAreaBottom" fmla="*/ 1120320 h 1119600"/>
            </a:gdLst>
            <a:ahLst/>
            <a:rect l="textAreaLeft" t="textAreaTop" r="textAreaRight" b="textAreaBottom"/>
            <a:pathLst>
              <a:path w="1473853" h="1120615">
                <a:moveTo>
                  <a:pt x="0" y="0"/>
                </a:moveTo>
                <a:lnTo>
                  <a:pt x="0" y="992719"/>
                </a:lnTo>
                <a:lnTo>
                  <a:pt x="1473853" y="992719"/>
                </a:lnTo>
                <a:lnTo>
                  <a:pt x="1473853" y="1120615"/>
                </a:lnTo>
              </a:path>
            </a:pathLst>
          </a:custGeom>
          <a:noFill/>
          <a:ln w="1270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51" name="자유형 6"/>
          <p:cNvSpPr/>
          <p:nvPr/>
        </p:nvSpPr>
        <p:spPr>
          <a:xfrm>
            <a:off x="3485520" y="2407320"/>
            <a:ext cx="1472760" cy="1119600"/>
          </a:xfrm>
          <a:custGeom>
            <a:avLst/>
            <a:gdLst>
              <a:gd name="textAreaLeft" fmla="*/ 0 w 1472760"/>
              <a:gd name="textAreaRight" fmla="*/ 1473480 w 1472760"/>
              <a:gd name="textAreaTop" fmla="*/ 0 h 1119600"/>
              <a:gd name="textAreaBottom" fmla="*/ 1120320 h 1119600"/>
            </a:gdLst>
            <a:ahLst/>
            <a:rect l="textAreaLeft" t="textAreaTop" r="textAreaRight" b="textAreaBottom"/>
            <a:pathLst>
              <a:path w="1473853" h="1120615">
                <a:moveTo>
                  <a:pt x="1473853" y="0"/>
                </a:moveTo>
                <a:lnTo>
                  <a:pt x="1473853" y="992719"/>
                </a:lnTo>
                <a:lnTo>
                  <a:pt x="0" y="992719"/>
                </a:lnTo>
                <a:lnTo>
                  <a:pt x="0" y="1120615"/>
                </a:lnTo>
              </a:path>
            </a:pathLst>
          </a:custGeom>
          <a:noFill/>
          <a:ln w="6350">
            <a:solidFill>
              <a:srgbClr val="7575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852" name="직선 연결선 8"/>
          <p:cNvCxnSpPr/>
          <p:nvPr/>
        </p:nvCxnSpPr>
        <p:spPr>
          <a:xfrm>
            <a:off x="4959720" y="3396960"/>
            <a:ext cx="1080" cy="13212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853" name="자유형 11"/>
          <p:cNvSpPr/>
          <p:nvPr/>
        </p:nvSpPr>
        <p:spPr>
          <a:xfrm>
            <a:off x="4353480" y="17982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CEO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cxnSp>
        <p:nvCxnSpPr>
          <p:cNvPr id="1854" name="직선 연결선 12"/>
          <p:cNvCxnSpPr/>
          <p:nvPr/>
        </p:nvCxnSpPr>
        <p:spPr>
          <a:xfrm>
            <a:off x="2041560" y="3396960"/>
            <a:ext cx="1080" cy="196812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855" name="직선 연결선 13"/>
          <p:cNvCxnSpPr/>
          <p:nvPr/>
        </p:nvCxnSpPr>
        <p:spPr>
          <a:xfrm>
            <a:off x="3489840" y="4136760"/>
            <a:ext cx="1080" cy="122832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856" name="직선 연결선 14"/>
          <p:cNvCxnSpPr/>
          <p:nvPr/>
        </p:nvCxnSpPr>
        <p:spPr>
          <a:xfrm>
            <a:off x="4959000" y="4136760"/>
            <a:ext cx="1080" cy="122832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857" name="직선 연결선 15"/>
          <p:cNvCxnSpPr/>
          <p:nvPr/>
        </p:nvCxnSpPr>
        <p:spPr>
          <a:xfrm>
            <a:off x="6447960" y="4136760"/>
            <a:ext cx="1080" cy="122832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858" name="직선 연결선 16"/>
          <p:cNvCxnSpPr/>
          <p:nvPr/>
        </p:nvCxnSpPr>
        <p:spPr>
          <a:xfrm>
            <a:off x="7903080" y="3396960"/>
            <a:ext cx="1080" cy="196812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859" name="자유형 17"/>
          <p:cNvSpPr/>
          <p:nvPr/>
        </p:nvSpPr>
        <p:spPr>
          <a:xfrm>
            <a:off x="2879640" y="35280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0" name="자유형 18"/>
          <p:cNvSpPr/>
          <p:nvPr/>
        </p:nvSpPr>
        <p:spPr>
          <a:xfrm>
            <a:off x="4353480" y="35280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1" name="자유형 19"/>
          <p:cNvSpPr/>
          <p:nvPr/>
        </p:nvSpPr>
        <p:spPr>
          <a:xfrm>
            <a:off x="5827320" y="35280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2" name="자유형 20"/>
          <p:cNvSpPr/>
          <p:nvPr/>
        </p:nvSpPr>
        <p:spPr>
          <a:xfrm>
            <a:off x="1405800" y="441612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3" name="자유형 21"/>
          <p:cNvSpPr/>
          <p:nvPr/>
        </p:nvSpPr>
        <p:spPr>
          <a:xfrm>
            <a:off x="1405800" y="53046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4" name="자유형 22"/>
          <p:cNvSpPr/>
          <p:nvPr/>
        </p:nvSpPr>
        <p:spPr>
          <a:xfrm>
            <a:off x="1405800" y="35280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5" name="자유형 23"/>
          <p:cNvSpPr/>
          <p:nvPr/>
        </p:nvSpPr>
        <p:spPr>
          <a:xfrm>
            <a:off x="7301160" y="35280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6" name="자유형 24"/>
          <p:cNvSpPr/>
          <p:nvPr/>
        </p:nvSpPr>
        <p:spPr>
          <a:xfrm>
            <a:off x="2879640" y="441612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7" name="자유형 25"/>
          <p:cNvSpPr/>
          <p:nvPr/>
        </p:nvSpPr>
        <p:spPr>
          <a:xfrm>
            <a:off x="2879640" y="53046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8" name="자유형 26"/>
          <p:cNvSpPr/>
          <p:nvPr/>
        </p:nvSpPr>
        <p:spPr>
          <a:xfrm>
            <a:off x="4353480" y="441612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9" name="자유형 27"/>
          <p:cNvSpPr/>
          <p:nvPr/>
        </p:nvSpPr>
        <p:spPr>
          <a:xfrm>
            <a:off x="4353480" y="53046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0" name="자유형 28"/>
          <p:cNvSpPr/>
          <p:nvPr/>
        </p:nvSpPr>
        <p:spPr>
          <a:xfrm>
            <a:off x="5827320" y="441612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1" name="자유형 29"/>
          <p:cNvSpPr/>
          <p:nvPr/>
        </p:nvSpPr>
        <p:spPr>
          <a:xfrm>
            <a:off x="5827320" y="53046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2" name="자유형 30"/>
          <p:cNvSpPr/>
          <p:nvPr/>
        </p:nvSpPr>
        <p:spPr>
          <a:xfrm>
            <a:off x="7301160" y="441612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3" name="자유형 31"/>
          <p:cNvSpPr/>
          <p:nvPr/>
        </p:nvSpPr>
        <p:spPr>
          <a:xfrm>
            <a:off x="7301160" y="530460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874" name="직선 연결선 32"/>
          <p:cNvCxnSpPr/>
          <p:nvPr/>
        </p:nvCxnSpPr>
        <p:spPr>
          <a:xfrm>
            <a:off x="2041560" y="3396960"/>
            <a:ext cx="5869800" cy="108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875" name="자유형 7"/>
          <p:cNvSpPr/>
          <p:nvPr/>
        </p:nvSpPr>
        <p:spPr>
          <a:xfrm>
            <a:off x="3611520" y="259164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6" name="자유형 9"/>
          <p:cNvSpPr/>
          <p:nvPr/>
        </p:nvSpPr>
        <p:spPr>
          <a:xfrm>
            <a:off x="5103000" y="2591640"/>
            <a:ext cx="1217160" cy="608040"/>
          </a:xfrm>
          <a:custGeom>
            <a:avLst/>
            <a:gdLst>
              <a:gd name="textAreaLeft" fmla="*/ 0 w 1217160"/>
              <a:gd name="textAreaRight" fmla="*/ 1218240 w 1217160"/>
              <a:gd name="textAreaTop" fmla="*/ 0 h 608040"/>
              <a:gd name="textAreaBottom" fmla="*/ 609120 h 60804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0" name="PlaceHolder 4"/>
          <p:cNvSpPr>
            <a:spLocks noGrp="1"/>
          </p:cNvSpPr>
          <p:nvPr>
            <p:ph type="ftr" idx="133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881" name="Rectangle 31"/>
          <p:cNvSpPr/>
          <p:nvPr/>
        </p:nvSpPr>
        <p:spPr>
          <a:xfrm>
            <a:off x="596520" y="4966920"/>
            <a:ext cx="2912040" cy="574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2" name="Freeform 29"/>
          <p:cNvSpPr/>
          <p:nvPr/>
        </p:nvSpPr>
        <p:spPr>
          <a:xfrm>
            <a:off x="632880" y="2059560"/>
            <a:ext cx="2882880" cy="762480"/>
          </a:xfrm>
          <a:custGeom>
            <a:avLst/>
            <a:gdLst>
              <a:gd name="textAreaLeft" fmla="*/ 0 w 2882880"/>
              <a:gd name="textAreaRight" fmla="*/ 2883960 w 2882880"/>
              <a:gd name="textAreaTop" fmla="*/ 0 h 762480"/>
              <a:gd name="textAreaBottom" fmla="*/ 763560 h 762480"/>
            </a:gdLst>
            <a:ahLst/>
            <a:rect l="textAreaLeft" t="textAreaTop" r="textAreaRight" b="textAreaBottom"/>
            <a:pathLst>
              <a:path w="3519" h="558">
                <a:moveTo>
                  <a:pt x="0" y="557"/>
                </a:moveTo>
                <a:lnTo>
                  <a:pt x="3518" y="557"/>
                </a:lnTo>
                <a:lnTo>
                  <a:pt x="1762" y="0"/>
                </a:lnTo>
                <a:lnTo>
                  <a:pt x="0" y="557"/>
                </a:lnTo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2060"/>
              </a:solidFill>
              <a:latin typeface="본고딕 Medium"/>
              <a:ea typeface="본고딕 Medium"/>
            </a:endParaRPr>
          </a:p>
        </p:txBody>
      </p:sp>
      <p:sp>
        <p:nvSpPr>
          <p:cNvPr id="1883" name="Text Box 30"/>
          <p:cNvSpPr/>
          <p:nvPr/>
        </p:nvSpPr>
        <p:spPr>
          <a:xfrm>
            <a:off x="962280" y="2375280"/>
            <a:ext cx="2182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884" name="직선 연결선 46"/>
          <p:cNvCxnSpPr/>
          <p:nvPr/>
        </p:nvCxnSpPr>
        <p:spPr>
          <a:xfrm flipH="1" flipV="1">
            <a:off x="4001400" y="3534480"/>
            <a:ext cx="5265720" cy="972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sp>
        <p:nvSpPr>
          <p:cNvPr id="1885" name="Rectangle 31"/>
          <p:cNvSpPr/>
          <p:nvPr/>
        </p:nvSpPr>
        <p:spPr>
          <a:xfrm>
            <a:off x="596520" y="5652360"/>
            <a:ext cx="2912040" cy="574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6" name="Rectangle 31"/>
          <p:cNvSpPr/>
          <p:nvPr/>
        </p:nvSpPr>
        <p:spPr>
          <a:xfrm>
            <a:off x="596520" y="3596760"/>
            <a:ext cx="2912040" cy="574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7" name="Rectangle 31"/>
          <p:cNvSpPr/>
          <p:nvPr/>
        </p:nvSpPr>
        <p:spPr>
          <a:xfrm>
            <a:off x="596520" y="2911320"/>
            <a:ext cx="2912040" cy="574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8" name="Rectangle 31"/>
          <p:cNvSpPr/>
          <p:nvPr/>
        </p:nvSpPr>
        <p:spPr>
          <a:xfrm>
            <a:off x="596520" y="4281840"/>
            <a:ext cx="2912040" cy="5749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889" name="직선 연결선 51"/>
          <p:cNvCxnSpPr/>
          <p:nvPr/>
        </p:nvCxnSpPr>
        <p:spPr>
          <a:xfrm flipH="1" flipV="1">
            <a:off x="4001400" y="4923000"/>
            <a:ext cx="5265720" cy="972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cxnSp>
        <p:nvCxnSpPr>
          <p:cNvPr id="1890" name="직선 연결선 52"/>
          <p:cNvCxnSpPr/>
          <p:nvPr/>
        </p:nvCxnSpPr>
        <p:spPr>
          <a:xfrm flipH="1" flipV="1">
            <a:off x="4001400" y="4228560"/>
            <a:ext cx="5265720" cy="972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cxnSp>
        <p:nvCxnSpPr>
          <p:cNvPr id="1891" name="직선 연결선 53"/>
          <p:cNvCxnSpPr/>
          <p:nvPr/>
        </p:nvCxnSpPr>
        <p:spPr>
          <a:xfrm flipH="1" flipV="1">
            <a:off x="4001400" y="5600880"/>
            <a:ext cx="5265720" cy="972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cxnSp>
        <p:nvCxnSpPr>
          <p:cNvPr id="1892" name="직선 연결선 64"/>
          <p:cNvCxnSpPr/>
          <p:nvPr/>
        </p:nvCxnSpPr>
        <p:spPr>
          <a:xfrm flipH="1" flipV="1">
            <a:off x="4001400" y="2850840"/>
            <a:ext cx="5265720" cy="972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sp>
        <p:nvSpPr>
          <p:cNvPr id="1893" name="Rectangle 61"/>
          <p:cNvSpPr/>
          <p:nvPr/>
        </p:nvSpPr>
        <p:spPr>
          <a:xfrm>
            <a:off x="4559760" y="212544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4" name="Rectangle 61"/>
          <p:cNvSpPr/>
          <p:nvPr/>
        </p:nvSpPr>
        <p:spPr>
          <a:xfrm>
            <a:off x="4559760" y="292392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5" name="Rectangle 61"/>
          <p:cNvSpPr/>
          <p:nvPr/>
        </p:nvSpPr>
        <p:spPr>
          <a:xfrm>
            <a:off x="4559760" y="361692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6" name="Rectangle 61"/>
          <p:cNvSpPr/>
          <p:nvPr/>
        </p:nvSpPr>
        <p:spPr>
          <a:xfrm>
            <a:off x="4559760" y="431604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7" name="Rectangle 61"/>
          <p:cNvSpPr/>
          <p:nvPr/>
        </p:nvSpPr>
        <p:spPr>
          <a:xfrm>
            <a:off x="4559760" y="499320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8" name="Rectangle 61"/>
          <p:cNvSpPr/>
          <p:nvPr/>
        </p:nvSpPr>
        <p:spPr>
          <a:xfrm>
            <a:off x="4559760" y="569268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9" name="Rectangle 61"/>
          <p:cNvSpPr/>
          <p:nvPr/>
        </p:nvSpPr>
        <p:spPr>
          <a:xfrm>
            <a:off x="7443360" y="212544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0" name="Rectangle 61"/>
          <p:cNvSpPr/>
          <p:nvPr/>
        </p:nvSpPr>
        <p:spPr>
          <a:xfrm>
            <a:off x="7443360" y="292392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1" name="Rectangle 61"/>
          <p:cNvSpPr/>
          <p:nvPr/>
        </p:nvSpPr>
        <p:spPr>
          <a:xfrm>
            <a:off x="7443360" y="360972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2" name="Rectangle 61"/>
          <p:cNvSpPr/>
          <p:nvPr/>
        </p:nvSpPr>
        <p:spPr>
          <a:xfrm>
            <a:off x="7443360" y="431604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3" name="Rectangle 61"/>
          <p:cNvSpPr/>
          <p:nvPr/>
        </p:nvSpPr>
        <p:spPr>
          <a:xfrm>
            <a:off x="7443360" y="499320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4" name="Rectangle 61"/>
          <p:cNvSpPr/>
          <p:nvPr/>
        </p:nvSpPr>
        <p:spPr>
          <a:xfrm>
            <a:off x="7443360" y="5692680"/>
            <a:ext cx="157140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5" name="ColumnHeader"/>
          <p:cNvSpPr/>
          <p:nvPr/>
        </p:nvSpPr>
        <p:spPr>
          <a:xfrm>
            <a:off x="667800" y="1593000"/>
            <a:ext cx="284040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6" name="ColumnHeader"/>
          <p:cNvSpPr/>
          <p:nvPr/>
        </p:nvSpPr>
        <p:spPr>
          <a:xfrm>
            <a:off x="4001760" y="1593000"/>
            <a:ext cx="259344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7" name="ColumnHeader"/>
          <p:cNvSpPr/>
          <p:nvPr/>
        </p:nvSpPr>
        <p:spPr>
          <a:xfrm>
            <a:off x="6856920" y="1593000"/>
            <a:ext cx="2593440" cy="3394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DDB8F57-90E2-43DE-BF81-23C61D08C892}" type="slidenum">
              <a:t>65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1" name="PlaceHolder 4"/>
          <p:cNvSpPr>
            <a:spLocks noGrp="1"/>
          </p:cNvSpPr>
          <p:nvPr>
            <p:ph type="sldNum" idx="134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6568C82-C7FF-4975-ACB8-7DBD573D4A6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12" name="PlaceHolder 5"/>
          <p:cNvSpPr>
            <a:spLocks noGrp="1"/>
          </p:cNvSpPr>
          <p:nvPr>
            <p:ph type="ftr" idx="135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1913" name="그룹 4"/>
          <p:cNvGrpSpPr/>
          <p:nvPr/>
        </p:nvGrpSpPr>
        <p:grpSpPr>
          <a:xfrm>
            <a:off x="903240" y="1577520"/>
            <a:ext cx="7889040" cy="4529160"/>
            <a:chOff x="903240" y="1577520"/>
            <a:chExt cx="7889040" cy="4529160"/>
          </a:xfrm>
        </p:grpSpPr>
        <p:grpSp>
          <p:nvGrpSpPr>
            <p:cNvPr id="1914" name="그룹 5"/>
            <p:cNvGrpSpPr/>
            <p:nvPr/>
          </p:nvGrpSpPr>
          <p:grpSpPr>
            <a:xfrm>
              <a:off x="3435840" y="2037960"/>
              <a:ext cx="2784960" cy="4068720"/>
              <a:chOff x="3435840" y="2037960"/>
              <a:chExt cx="2784960" cy="4068720"/>
            </a:xfrm>
          </p:grpSpPr>
          <p:cxnSp>
            <p:nvCxnSpPr>
              <p:cNvPr id="1915" name="직선 연결선 15"/>
              <p:cNvCxnSpPr/>
              <p:nvPr/>
            </p:nvCxnSpPr>
            <p:spPr>
              <a:xfrm>
                <a:off x="3435840" y="2037960"/>
                <a:ext cx="1080" cy="4069080"/>
              </a:xfrm>
              <a:prstGeom prst="straightConnector1">
                <a:avLst/>
              </a:prstGeom>
              <a:ln w="0">
                <a:solidFill>
                  <a:srgbClr val="b6b6b6"/>
                </a:solidFill>
                <a:prstDash val="sysDash"/>
              </a:ln>
            </p:spPr>
          </p:cxnSp>
          <p:cxnSp>
            <p:nvCxnSpPr>
              <p:cNvPr id="1916" name="직선 연결선 16"/>
              <p:cNvCxnSpPr/>
              <p:nvPr/>
            </p:nvCxnSpPr>
            <p:spPr>
              <a:xfrm>
                <a:off x="6220080" y="2037960"/>
                <a:ext cx="1080" cy="4069080"/>
              </a:xfrm>
              <a:prstGeom prst="straightConnector1">
                <a:avLst/>
              </a:prstGeom>
              <a:ln w="0">
                <a:solidFill>
                  <a:srgbClr val="b6b6b6"/>
                </a:solidFill>
                <a:prstDash val="sysDash"/>
              </a:ln>
            </p:spPr>
          </p:cxnSp>
        </p:grpSp>
        <p:grpSp>
          <p:nvGrpSpPr>
            <p:cNvPr id="1917" name="그룹 6"/>
            <p:cNvGrpSpPr/>
            <p:nvPr/>
          </p:nvGrpSpPr>
          <p:grpSpPr>
            <a:xfrm>
              <a:off x="903240" y="1577520"/>
              <a:ext cx="2484720" cy="397800"/>
              <a:chOff x="903240" y="1577520"/>
              <a:chExt cx="2484720" cy="397800"/>
            </a:xfrm>
          </p:grpSpPr>
          <p:cxnSp>
            <p:nvCxnSpPr>
              <p:cNvPr id="1918" name="직선 화살표 연결선 13"/>
              <p:cNvCxnSpPr/>
              <p:nvPr/>
            </p:nvCxnSpPr>
            <p:spPr>
              <a:xfrm>
                <a:off x="903240" y="1974600"/>
                <a:ext cx="2485080" cy="108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round/>
                <a:headEnd len="med" type="oval" w="med"/>
                <a:tailEnd len="med" type="triangle" w="med"/>
              </a:ln>
            </p:spPr>
          </p:cxnSp>
          <p:sp>
            <p:nvSpPr>
              <p:cNvPr id="1919" name="TextBox 14"/>
              <p:cNvSpPr/>
              <p:nvPr/>
            </p:nvSpPr>
            <p:spPr>
              <a:xfrm>
                <a:off x="1092960" y="1577520"/>
                <a:ext cx="190080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grpSp>
          <p:nvGrpSpPr>
            <p:cNvPr id="1920" name="그룹 7"/>
            <p:cNvGrpSpPr/>
            <p:nvPr/>
          </p:nvGrpSpPr>
          <p:grpSpPr>
            <a:xfrm>
              <a:off x="3605400" y="1577520"/>
              <a:ext cx="2484720" cy="397800"/>
              <a:chOff x="3605400" y="1577520"/>
              <a:chExt cx="2484720" cy="397800"/>
            </a:xfrm>
          </p:grpSpPr>
          <p:cxnSp>
            <p:nvCxnSpPr>
              <p:cNvPr id="1921" name="직선 화살표 연결선 11"/>
              <p:cNvCxnSpPr/>
              <p:nvPr/>
            </p:nvCxnSpPr>
            <p:spPr>
              <a:xfrm>
                <a:off x="3605400" y="1974600"/>
                <a:ext cx="2485080" cy="108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round/>
                <a:headEnd len="med" type="oval" w="med"/>
                <a:tailEnd len="med" type="triangle" w="med"/>
              </a:ln>
            </p:spPr>
          </p:cxnSp>
          <p:sp>
            <p:nvSpPr>
              <p:cNvPr id="1922" name="TextBox 12"/>
              <p:cNvSpPr/>
              <p:nvPr/>
            </p:nvSpPr>
            <p:spPr>
              <a:xfrm>
                <a:off x="3876840" y="1577520"/>
                <a:ext cx="190080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grpSp>
          <p:nvGrpSpPr>
            <p:cNvPr id="1923" name="그룹 8"/>
            <p:cNvGrpSpPr/>
            <p:nvPr/>
          </p:nvGrpSpPr>
          <p:grpSpPr>
            <a:xfrm>
              <a:off x="6307560" y="1577520"/>
              <a:ext cx="2484720" cy="397800"/>
              <a:chOff x="6307560" y="1577520"/>
              <a:chExt cx="2484720" cy="397800"/>
            </a:xfrm>
          </p:grpSpPr>
          <p:cxnSp>
            <p:nvCxnSpPr>
              <p:cNvPr id="1924" name="직선 화살표 연결선 9"/>
              <p:cNvCxnSpPr/>
              <p:nvPr/>
            </p:nvCxnSpPr>
            <p:spPr>
              <a:xfrm>
                <a:off x="6307560" y="1974600"/>
                <a:ext cx="2485080" cy="108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round/>
                <a:headEnd len="med" type="oval" w="med"/>
                <a:tailEnd len="med" type="triangle" w="med"/>
              </a:ln>
            </p:spPr>
          </p:cxnSp>
          <p:sp>
            <p:nvSpPr>
              <p:cNvPr id="1925" name="TextBox 10"/>
              <p:cNvSpPr/>
              <p:nvPr/>
            </p:nvSpPr>
            <p:spPr>
              <a:xfrm>
                <a:off x="6634800" y="1577520"/>
                <a:ext cx="190080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</p:grpSp>
      <p:grpSp>
        <p:nvGrpSpPr>
          <p:cNvPr id="1926" name="그룹 17"/>
          <p:cNvGrpSpPr/>
          <p:nvPr/>
        </p:nvGrpSpPr>
        <p:grpSpPr>
          <a:xfrm>
            <a:off x="3657240" y="2181240"/>
            <a:ext cx="2338920" cy="3943080"/>
            <a:chOff x="3657240" y="2181240"/>
            <a:chExt cx="2338920" cy="3943080"/>
          </a:xfrm>
        </p:grpSpPr>
        <p:grpSp>
          <p:nvGrpSpPr>
            <p:cNvPr id="1927" name="그룹 18"/>
            <p:cNvGrpSpPr/>
            <p:nvPr/>
          </p:nvGrpSpPr>
          <p:grpSpPr>
            <a:xfrm>
              <a:off x="3657240" y="2181240"/>
              <a:ext cx="2338920" cy="1107360"/>
              <a:chOff x="3657240" y="2181240"/>
              <a:chExt cx="2338920" cy="1107360"/>
            </a:xfrm>
          </p:grpSpPr>
          <p:sp>
            <p:nvSpPr>
              <p:cNvPr id="1928" name="직사각형 25"/>
              <p:cNvSpPr/>
              <p:nvPr/>
            </p:nvSpPr>
            <p:spPr>
              <a:xfrm>
                <a:off x="3657240" y="2181240"/>
                <a:ext cx="2338920" cy="35892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1.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1929" name="TextBox 26"/>
              <p:cNvSpPr/>
              <p:nvPr/>
            </p:nvSpPr>
            <p:spPr>
              <a:xfrm>
                <a:off x="3657960" y="2541240"/>
                <a:ext cx="233820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grpSp>
          <p:nvGrpSpPr>
            <p:cNvPr id="1930" name="그룹 19"/>
            <p:cNvGrpSpPr/>
            <p:nvPr/>
          </p:nvGrpSpPr>
          <p:grpSpPr>
            <a:xfrm>
              <a:off x="3657240" y="3598920"/>
              <a:ext cx="2338920" cy="1107360"/>
              <a:chOff x="3657240" y="3598920"/>
              <a:chExt cx="2338920" cy="1107360"/>
            </a:xfrm>
          </p:grpSpPr>
          <p:sp>
            <p:nvSpPr>
              <p:cNvPr id="1931" name="직사각형 23"/>
              <p:cNvSpPr/>
              <p:nvPr/>
            </p:nvSpPr>
            <p:spPr>
              <a:xfrm>
                <a:off x="3657240" y="3598920"/>
                <a:ext cx="2338920" cy="35892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2.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1932" name="TextBox 24"/>
              <p:cNvSpPr/>
              <p:nvPr/>
            </p:nvSpPr>
            <p:spPr>
              <a:xfrm>
                <a:off x="3657960" y="3958920"/>
                <a:ext cx="233820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grpSp>
          <p:nvGrpSpPr>
            <p:cNvPr id="1933" name="그룹 20"/>
            <p:cNvGrpSpPr/>
            <p:nvPr/>
          </p:nvGrpSpPr>
          <p:grpSpPr>
            <a:xfrm>
              <a:off x="3657240" y="5016960"/>
              <a:ext cx="2338920" cy="1107360"/>
              <a:chOff x="3657240" y="5016960"/>
              <a:chExt cx="2338920" cy="1107360"/>
            </a:xfrm>
          </p:grpSpPr>
          <p:sp>
            <p:nvSpPr>
              <p:cNvPr id="1934" name="직사각형 21"/>
              <p:cNvSpPr/>
              <p:nvPr/>
            </p:nvSpPr>
            <p:spPr>
              <a:xfrm>
                <a:off x="3657240" y="5016960"/>
                <a:ext cx="2338920" cy="35892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3.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1935" name="TextBox 22"/>
              <p:cNvSpPr/>
              <p:nvPr/>
            </p:nvSpPr>
            <p:spPr>
              <a:xfrm>
                <a:off x="3657960" y="5376960"/>
                <a:ext cx="233820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</p:grpSp>
      <p:grpSp>
        <p:nvGrpSpPr>
          <p:cNvPr id="1936" name="그룹 28"/>
          <p:cNvGrpSpPr/>
          <p:nvPr/>
        </p:nvGrpSpPr>
        <p:grpSpPr>
          <a:xfrm>
            <a:off x="7218720" y="3611880"/>
            <a:ext cx="1510920" cy="2264760"/>
            <a:chOff x="7218720" y="3611880"/>
            <a:chExt cx="1510920" cy="2264760"/>
          </a:xfrm>
        </p:grpSpPr>
        <p:grpSp>
          <p:nvGrpSpPr>
            <p:cNvPr id="1937" name="그룹 51"/>
            <p:cNvGrpSpPr/>
            <p:nvPr/>
          </p:nvGrpSpPr>
          <p:grpSpPr>
            <a:xfrm>
              <a:off x="8443080" y="3611880"/>
              <a:ext cx="240480" cy="1734480"/>
              <a:chOff x="8443080" y="3611880"/>
              <a:chExt cx="240480" cy="1734480"/>
            </a:xfrm>
          </p:grpSpPr>
          <p:cxnSp>
            <p:nvCxnSpPr>
              <p:cNvPr id="1938" name="직선 연결선 53"/>
              <p:cNvCxnSpPr/>
              <p:nvPr/>
            </p:nvCxnSpPr>
            <p:spPr>
              <a:xfrm>
                <a:off x="8443080" y="3614760"/>
                <a:ext cx="217080" cy="180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cxnSp>
            <p:nvCxnSpPr>
              <p:cNvPr id="1939" name="직선 연결선 54"/>
              <p:cNvCxnSpPr/>
              <p:nvPr/>
            </p:nvCxnSpPr>
            <p:spPr>
              <a:xfrm>
                <a:off x="8663400" y="3611880"/>
                <a:ext cx="1080" cy="170064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sp>
            <p:nvSpPr>
              <p:cNvPr id="1940" name="타원 55"/>
              <p:cNvSpPr/>
              <p:nvPr/>
            </p:nvSpPr>
            <p:spPr>
              <a:xfrm>
                <a:off x="8648640" y="5311440"/>
                <a:ext cx="34920" cy="349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1941" name="TextBox 52"/>
            <p:cNvSpPr/>
            <p:nvPr/>
          </p:nvSpPr>
          <p:spPr>
            <a:xfrm>
              <a:off x="7218720" y="5348520"/>
              <a:ext cx="15109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942" name="그룹 29"/>
          <p:cNvGrpSpPr/>
          <p:nvPr/>
        </p:nvGrpSpPr>
        <p:grpSpPr>
          <a:xfrm>
            <a:off x="6533280" y="2191320"/>
            <a:ext cx="1708920" cy="1511280"/>
            <a:chOff x="6533280" y="2191320"/>
            <a:chExt cx="1708920" cy="1511280"/>
          </a:xfrm>
        </p:grpSpPr>
        <p:grpSp>
          <p:nvGrpSpPr>
            <p:cNvPr id="1943" name="그룹 46"/>
            <p:cNvGrpSpPr/>
            <p:nvPr/>
          </p:nvGrpSpPr>
          <p:grpSpPr>
            <a:xfrm>
              <a:off x="6533280" y="2340000"/>
              <a:ext cx="161280" cy="1362600"/>
              <a:chOff x="6533280" y="2340000"/>
              <a:chExt cx="161280" cy="1362600"/>
            </a:xfrm>
          </p:grpSpPr>
          <p:cxnSp>
            <p:nvCxnSpPr>
              <p:cNvPr id="1944" name="직선 연결선 48"/>
              <p:cNvCxnSpPr/>
              <p:nvPr/>
            </p:nvCxnSpPr>
            <p:spPr>
              <a:xfrm flipV="1">
                <a:off x="6536880" y="2360520"/>
                <a:ext cx="1080" cy="134244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cxnSp>
            <p:nvCxnSpPr>
              <p:cNvPr id="1945" name="직선 연결선 49"/>
              <p:cNvCxnSpPr/>
              <p:nvPr/>
            </p:nvCxnSpPr>
            <p:spPr>
              <a:xfrm>
                <a:off x="6533280" y="2356920"/>
                <a:ext cx="145080" cy="108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sp>
            <p:nvSpPr>
              <p:cNvPr id="1946" name="타원 50"/>
              <p:cNvSpPr/>
              <p:nvPr/>
            </p:nvSpPr>
            <p:spPr>
              <a:xfrm rot="16200000">
                <a:off x="6659640" y="2340000"/>
                <a:ext cx="34920" cy="349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1947" name="TextBox 47"/>
            <p:cNvSpPr/>
            <p:nvPr/>
          </p:nvSpPr>
          <p:spPr>
            <a:xfrm>
              <a:off x="6731280" y="2191320"/>
              <a:ext cx="15109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948" name="그룹 30"/>
          <p:cNvGrpSpPr/>
          <p:nvPr/>
        </p:nvGrpSpPr>
        <p:grpSpPr>
          <a:xfrm>
            <a:off x="6683760" y="4568400"/>
            <a:ext cx="1698120" cy="1176480"/>
            <a:chOff x="6683760" y="4568400"/>
            <a:chExt cx="1698120" cy="1176480"/>
          </a:xfrm>
        </p:grpSpPr>
        <p:grpSp>
          <p:nvGrpSpPr>
            <p:cNvPr id="1949" name="그룹 41"/>
            <p:cNvGrpSpPr/>
            <p:nvPr/>
          </p:nvGrpSpPr>
          <p:grpSpPr>
            <a:xfrm>
              <a:off x="6683760" y="4568400"/>
              <a:ext cx="160920" cy="831600"/>
              <a:chOff x="6683760" y="4568400"/>
              <a:chExt cx="160920" cy="831600"/>
            </a:xfrm>
          </p:grpSpPr>
          <p:cxnSp>
            <p:nvCxnSpPr>
              <p:cNvPr id="1950" name="직선 연결선 43"/>
              <p:cNvCxnSpPr/>
              <p:nvPr/>
            </p:nvCxnSpPr>
            <p:spPr>
              <a:xfrm>
                <a:off x="6687000" y="4568400"/>
                <a:ext cx="1080" cy="81576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cxnSp>
            <p:nvCxnSpPr>
              <p:cNvPr id="1951" name="직선 연결선 44"/>
              <p:cNvCxnSpPr/>
              <p:nvPr/>
            </p:nvCxnSpPr>
            <p:spPr>
              <a:xfrm>
                <a:off x="6683760" y="5383080"/>
                <a:ext cx="145080" cy="108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sp>
            <p:nvSpPr>
              <p:cNvPr id="1952" name="타원 45"/>
              <p:cNvSpPr/>
              <p:nvPr/>
            </p:nvSpPr>
            <p:spPr>
              <a:xfrm flipV="1" rot="5400000">
                <a:off x="6809760" y="5364720"/>
                <a:ext cx="34920" cy="349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1953" name="TextBox 42"/>
            <p:cNvSpPr/>
            <p:nvPr/>
          </p:nvSpPr>
          <p:spPr>
            <a:xfrm>
              <a:off x="6870960" y="5216760"/>
              <a:ext cx="151092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1954" name="Freeform 4"/>
          <p:cNvSpPr/>
          <p:nvPr/>
        </p:nvSpPr>
        <p:spPr>
          <a:xfrm flipH="1" flipV="1" rot="1032600">
            <a:off x="7336080" y="3061080"/>
            <a:ext cx="1412280" cy="1277640"/>
          </a:xfrm>
          <a:custGeom>
            <a:avLst/>
            <a:gdLst>
              <a:gd name="textAreaLeft" fmla="*/ -720 w 1412280"/>
              <a:gd name="textAreaRight" fmla="*/ 1412640 w 1412280"/>
              <a:gd name="textAreaTop" fmla="*/ -720 h 1277640"/>
              <a:gd name="textAreaBottom" fmla="*/ 1278000 h 1277640"/>
            </a:gdLst>
            <a:ahLst/>
            <a:rect l="textAreaLeft" t="textAreaTop" r="textAreaRight" b="textAreaBottom"/>
            <a:pathLst>
              <a:path w="1221" h="1071">
                <a:moveTo>
                  <a:pt x="1220" y="1042"/>
                </a:moveTo>
                <a:lnTo>
                  <a:pt x="1002" y="847"/>
                </a:lnTo>
                <a:lnTo>
                  <a:pt x="1081" y="630"/>
                </a:lnTo>
                <a:lnTo>
                  <a:pt x="1038" y="635"/>
                </a:lnTo>
                <a:lnTo>
                  <a:pt x="994" y="636"/>
                </a:lnTo>
                <a:lnTo>
                  <a:pt x="950" y="634"/>
                </a:lnTo>
                <a:lnTo>
                  <a:pt x="906" y="626"/>
                </a:lnTo>
                <a:lnTo>
                  <a:pt x="865" y="614"/>
                </a:lnTo>
                <a:lnTo>
                  <a:pt x="823" y="599"/>
                </a:lnTo>
                <a:lnTo>
                  <a:pt x="784" y="579"/>
                </a:lnTo>
                <a:lnTo>
                  <a:pt x="747" y="556"/>
                </a:lnTo>
                <a:lnTo>
                  <a:pt x="713" y="528"/>
                </a:lnTo>
                <a:lnTo>
                  <a:pt x="682" y="496"/>
                </a:lnTo>
                <a:lnTo>
                  <a:pt x="653" y="463"/>
                </a:lnTo>
                <a:lnTo>
                  <a:pt x="629" y="427"/>
                </a:lnTo>
                <a:lnTo>
                  <a:pt x="609" y="390"/>
                </a:lnTo>
                <a:lnTo>
                  <a:pt x="594" y="352"/>
                </a:lnTo>
                <a:lnTo>
                  <a:pt x="581" y="314"/>
                </a:lnTo>
                <a:lnTo>
                  <a:pt x="573" y="273"/>
                </a:lnTo>
                <a:lnTo>
                  <a:pt x="568" y="232"/>
                </a:lnTo>
                <a:lnTo>
                  <a:pt x="712" y="232"/>
                </a:lnTo>
                <a:lnTo>
                  <a:pt x="368" y="0"/>
                </a:lnTo>
                <a:lnTo>
                  <a:pt x="0" y="235"/>
                </a:lnTo>
                <a:lnTo>
                  <a:pt x="134" y="234"/>
                </a:lnTo>
                <a:lnTo>
                  <a:pt x="139" y="296"/>
                </a:lnTo>
                <a:lnTo>
                  <a:pt x="148" y="358"/>
                </a:lnTo>
                <a:lnTo>
                  <a:pt x="161" y="419"/>
                </a:lnTo>
                <a:lnTo>
                  <a:pt x="178" y="479"/>
                </a:lnTo>
                <a:lnTo>
                  <a:pt x="200" y="538"/>
                </a:lnTo>
                <a:lnTo>
                  <a:pt x="227" y="595"/>
                </a:lnTo>
                <a:lnTo>
                  <a:pt x="257" y="650"/>
                </a:lnTo>
                <a:lnTo>
                  <a:pt x="291" y="702"/>
                </a:lnTo>
                <a:lnTo>
                  <a:pt x="328" y="751"/>
                </a:lnTo>
                <a:lnTo>
                  <a:pt x="369" y="797"/>
                </a:lnTo>
                <a:lnTo>
                  <a:pt x="413" y="841"/>
                </a:lnTo>
                <a:lnTo>
                  <a:pt x="459" y="882"/>
                </a:lnTo>
                <a:lnTo>
                  <a:pt x="509" y="919"/>
                </a:lnTo>
                <a:lnTo>
                  <a:pt x="562" y="951"/>
                </a:lnTo>
                <a:lnTo>
                  <a:pt x="617" y="981"/>
                </a:lnTo>
                <a:lnTo>
                  <a:pt x="673" y="1007"/>
                </a:lnTo>
                <a:lnTo>
                  <a:pt x="732" y="1027"/>
                </a:lnTo>
                <a:lnTo>
                  <a:pt x="791" y="1045"/>
                </a:lnTo>
                <a:lnTo>
                  <a:pt x="852" y="1057"/>
                </a:lnTo>
                <a:lnTo>
                  <a:pt x="913" y="1067"/>
                </a:lnTo>
                <a:lnTo>
                  <a:pt x="975" y="1070"/>
                </a:lnTo>
                <a:lnTo>
                  <a:pt x="1037" y="1070"/>
                </a:lnTo>
                <a:lnTo>
                  <a:pt x="1098" y="1066"/>
                </a:lnTo>
                <a:lnTo>
                  <a:pt x="1160" y="1056"/>
                </a:lnTo>
                <a:lnTo>
                  <a:pt x="1220" y="1042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955" name="Freeform 5"/>
          <p:cNvSpPr/>
          <p:nvPr/>
        </p:nvSpPr>
        <p:spPr>
          <a:xfrm flipH="1" flipV="1" rot="1032600">
            <a:off x="6582240" y="2707920"/>
            <a:ext cx="916560" cy="1719720"/>
          </a:xfrm>
          <a:custGeom>
            <a:avLst/>
            <a:gdLst>
              <a:gd name="textAreaLeft" fmla="*/ 720 w 916560"/>
              <a:gd name="textAreaRight" fmla="*/ 918360 w 916560"/>
              <a:gd name="textAreaTop" fmla="*/ -720 h 1719720"/>
              <a:gd name="textAreaBottom" fmla="*/ 1720080 h 1719720"/>
            </a:gdLst>
            <a:ahLst/>
            <a:rect l="textAreaLeft" t="textAreaTop" r="textAreaRight" b="textAreaBottom"/>
            <a:pathLst>
              <a:path w="793" h="1440">
                <a:moveTo>
                  <a:pt x="286" y="1316"/>
                </a:moveTo>
                <a:lnTo>
                  <a:pt x="340" y="1290"/>
                </a:lnTo>
                <a:lnTo>
                  <a:pt x="392" y="1260"/>
                </a:lnTo>
                <a:lnTo>
                  <a:pt x="442" y="1225"/>
                </a:lnTo>
                <a:lnTo>
                  <a:pt x="490" y="1187"/>
                </a:lnTo>
                <a:lnTo>
                  <a:pt x="535" y="1146"/>
                </a:lnTo>
                <a:lnTo>
                  <a:pt x="576" y="1102"/>
                </a:lnTo>
                <a:lnTo>
                  <a:pt x="616" y="1055"/>
                </a:lnTo>
                <a:lnTo>
                  <a:pt x="650" y="1005"/>
                </a:lnTo>
                <a:lnTo>
                  <a:pt x="682" y="953"/>
                </a:lnTo>
                <a:lnTo>
                  <a:pt x="709" y="900"/>
                </a:lnTo>
                <a:lnTo>
                  <a:pt x="734" y="844"/>
                </a:lnTo>
                <a:lnTo>
                  <a:pt x="753" y="786"/>
                </a:lnTo>
                <a:lnTo>
                  <a:pt x="770" y="727"/>
                </a:lnTo>
                <a:lnTo>
                  <a:pt x="781" y="668"/>
                </a:lnTo>
                <a:lnTo>
                  <a:pt x="789" y="608"/>
                </a:lnTo>
                <a:lnTo>
                  <a:pt x="792" y="547"/>
                </a:lnTo>
                <a:lnTo>
                  <a:pt x="790" y="487"/>
                </a:lnTo>
                <a:lnTo>
                  <a:pt x="786" y="427"/>
                </a:lnTo>
                <a:lnTo>
                  <a:pt x="775" y="367"/>
                </a:lnTo>
                <a:lnTo>
                  <a:pt x="762" y="308"/>
                </a:lnTo>
                <a:lnTo>
                  <a:pt x="744" y="249"/>
                </a:lnTo>
                <a:lnTo>
                  <a:pt x="722" y="193"/>
                </a:lnTo>
                <a:lnTo>
                  <a:pt x="697" y="137"/>
                </a:lnTo>
                <a:lnTo>
                  <a:pt x="667" y="84"/>
                </a:lnTo>
                <a:lnTo>
                  <a:pt x="639" y="41"/>
                </a:lnTo>
                <a:lnTo>
                  <a:pt x="609" y="0"/>
                </a:lnTo>
                <a:lnTo>
                  <a:pt x="521" y="247"/>
                </a:lnTo>
                <a:lnTo>
                  <a:pt x="277" y="280"/>
                </a:lnTo>
                <a:lnTo>
                  <a:pt x="294" y="308"/>
                </a:lnTo>
                <a:lnTo>
                  <a:pt x="316" y="347"/>
                </a:lnTo>
                <a:lnTo>
                  <a:pt x="332" y="389"/>
                </a:lnTo>
                <a:lnTo>
                  <a:pt x="345" y="431"/>
                </a:lnTo>
                <a:lnTo>
                  <a:pt x="353" y="475"/>
                </a:lnTo>
                <a:lnTo>
                  <a:pt x="357" y="519"/>
                </a:lnTo>
                <a:lnTo>
                  <a:pt x="355" y="564"/>
                </a:lnTo>
                <a:lnTo>
                  <a:pt x="350" y="608"/>
                </a:lnTo>
                <a:lnTo>
                  <a:pt x="339" y="652"/>
                </a:lnTo>
                <a:lnTo>
                  <a:pt x="325" y="694"/>
                </a:lnTo>
                <a:lnTo>
                  <a:pt x="306" y="734"/>
                </a:lnTo>
                <a:lnTo>
                  <a:pt x="284" y="772"/>
                </a:lnTo>
                <a:lnTo>
                  <a:pt x="257" y="808"/>
                </a:lnTo>
                <a:lnTo>
                  <a:pt x="227" y="841"/>
                </a:lnTo>
                <a:lnTo>
                  <a:pt x="193" y="871"/>
                </a:lnTo>
                <a:lnTo>
                  <a:pt x="156" y="896"/>
                </a:lnTo>
                <a:lnTo>
                  <a:pt x="113" y="761"/>
                </a:lnTo>
                <a:lnTo>
                  <a:pt x="0" y="1169"/>
                </a:lnTo>
                <a:lnTo>
                  <a:pt x="321" y="1439"/>
                </a:lnTo>
                <a:lnTo>
                  <a:pt x="286" y="1316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956" name="TextBox 38"/>
          <p:cNvSpPr/>
          <p:nvPr/>
        </p:nvSpPr>
        <p:spPr>
          <a:xfrm>
            <a:off x="6476760" y="3428280"/>
            <a:ext cx="70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7" name="TextBox 67"/>
          <p:cNvSpPr/>
          <p:nvPr/>
        </p:nvSpPr>
        <p:spPr>
          <a:xfrm>
            <a:off x="7804800" y="3444480"/>
            <a:ext cx="70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8" name="Freeform 3"/>
          <p:cNvSpPr/>
          <p:nvPr/>
        </p:nvSpPr>
        <p:spPr>
          <a:xfrm flipH="1" flipV="1" rot="1032600">
            <a:off x="6513840" y="4084560"/>
            <a:ext cx="1797120" cy="899280"/>
          </a:xfrm>
          <a:custGeom>
            <a:avLst/>
            <a:gdLst>
              <a:gd name="textAreaLeft" fmla="*/ 720 w 1797120"/>
              <a:gd name="textAreaRight" fmla="*/ 1798920 w 1797120"/>
              <a:gd name="textAreaTop" fmla="*/ 720 h 899280"/>
              <a:gd name="textAreaBottom" fmla="*/ 901080 h 899280"/>
            </a:gdLst>
            <a:ahLst/>
            <a:rect l="textAreaLeft" t="textAreaTop" r="textAreaRight" b="textAreaBottom"/>
            <a:pathLst>
              <a:path w="1553" h="753">
                <a:moveTo>
                  <a:pt x="983" y="584"/>
                </a:moveTo>
                <a:lnTo>
                  <a:pt x="1417" y="541"/>
                </a:lnTo>
                <a:lnTo>
                  <a:pt x="1552" y="150"/>
                </a:lnTo>
                <a:lnTo>
                  <a:pt x="1447" y="227"/>
                </a:lnTo>
                <a:lnTo>
                  <a:pt x="1398" y="186"/>
                </a:lnTo>
                <a:lnTo>
                  <a:pt x="1347" y="149"/>
                </a:lnTo>
                <a:lnTo>
                  <a:pt x="1294" y="116"/>
                </a:lnTo>
                <a:lnTo>
                  <a:pt x="1238" y="87"/>
                </a:lnTo>
                <a:lnTo>
                  <a:pt x="1181" y="61"/>
                </a:lnTo>
                <a:lnTo>
                  <a:pt x="1122" y="41"/>
                </a:lnTo>
                <a:lnTo>
                  <a:pt x="1060" y="23"/>
                </a:lnTo>
                <a:lnTo>
                  <a:pt x="999" y="12"/>
                </a:lnTo>
                <a:lnTo>
                  <a:pt x="936" y="4"/>
                </a:lnTo>
                <a:lnTo>
                  <a:pt x="873" y="0"/>
                </a:lnTo>
                <a:lnTo>
                  <a:pt x="810" y="2"/>
                </a:lnTo>
                <a:lnTo>
                  <a:pt x="748" y="8"/>
                </a:lnTo>
                <a:lnTo>
                  <a:pt x="685" y="19"/>
                </a:lnTo>
                <a:lnTo>
                  <a:pt x="624" y="34"/>
                </a:lnTo>
                <a:lnTo>
                  <a:pt x="564" y="53"/>
                </a:lnTo>
                <a:lnTo>
                  <a:pt x="506" y="76"/>
                </a:lnTo>
                <a:lnTo>
                  <a:pt x="449" y="104"/>
                </a:lnTo>
                <a:lnTo>
                  <a:pt x="395" y="137"/>
                </a:lnTo>
                <a:lnTo>
                  <a:pt x="342" y="172"/>
                </a:lnTo>
                <a:lnTo>
                  <a:pt x="294" y="212"/>
                </a:lnTo>
                <a:lnTo>
                  <a:pt x="248" y="254"/>
                </a:lnTo>
                <a:lnTo>
                  <a:pt x="205" y="301"/>
                </a:lnTo>
                <a:lnTo>
                  <a:pt x="165" y="350"/>
                </a:lnTo>
                <a:lnTo>
                  <a:pt x="130" y="401"/>
                </a:lnTo>
                <a:lnTo>
                  <a:pt x="98" y="456"/>
                </a:lnTo>
                <a:lnTo>
                  <a:pt x="71" y="512"/>
                </a:lnTo>
                <a:lnTo>
                  <a:pt x="46" y="570"/>
                </a:lnTo>
                <a:lnTo>
                  <a:pt x="27" y="631"/>
                </a:lnTo>
                <a:lnTo>
                  <a:pt x="11" y="692"/>
                </a:lnTo>
                <a:lnTo>
                  <a:pt x="0" y="752"/>
                </a:lnTo>
                <a:lnTo>
                  <a:pt x="222" y="608"/>
                </a:lnTo>
                <a:lnTo>
                  <a:pt x="440" y="749"/>
                </a:lnTo>
                <a:lnTo>
                  <a:pt x="455" y="710"/>
                </a:lnTo>
                <a:lnTo>
                  <a:pt x="474" y="670"/>
                </a:lnTo>
                <a:lnTo>
                  <a:pt x="498" y="632"/>
                </a:lnTo>
                <a:lnTo>
                  <a:pt x="525" y="596"/>
                </a:lnTo>
                <a:lnTo>
                  <a:pt x="556" y="563"/>
                </a:lnTo>
                <a:lnTo>
                  <a:pt x="589" y="533"/>
                </a:lnTo>
                <a:lnTo>
                  <a:pt x="626" y="507"/>
                </a:lnTo>
                <a:lnTo>
                  <a:pt x="665" y="485"/>
                </a:lnTo>
                <a:lnTo>
                  <a:pt x="706" y="467"/>
                </a:lnTo>
                <a:lnTo>
                  <a:pt x="749" y="453"/>
                </a:lnTo>
                <a:lnTo>
                  <a:pt x="793" y="443"/>
                </a:lnTo>
                <a:lnTo>
                  <a:pt x="837" y="438"/>
                </a:lnTo>
                <a:lnTo>
                  <a:pt x="882" y="438"/>
                </a:lnTo>
                <a:lnTo>
                  <a:pt x="927" y="442"/>
                </a:lnTo>
                <a:lnTo>
                  <a:pt x="971" y="450"/>
                </a:lnTo>
                <a:lnTo>
                  <a:pt x="1014" y="464"/>
                </a:lnTo>
                <a:lnTo>
                  <a:pt x="1055" y="480"/>
                </a:lnTo>
                <a:lnTo>
                  <a:pt x="1095" y="502"/>
                </a:lnTo>
                <a:lnTo>
                  <a:pt x="983" y="584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959" name="직사각형 56"/>
          <p:cNvSpPr/>
          <p:nvPr/>
        </p:nvSpPr>
        <p:spPr>
          <a:xfrm>
            <a:off x="873720" y="2181240"/>
            <a:ext cx="2338920" cy="646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0" name="직사각형 57"/>
          <p:cNvSpPr/>
          <p:nvPr/>
        </p:nvSpPr>
        <p:spPr>
          <a:xfrm>
            <a:off x="873720" y="5311440"/>
            <a:ext cx="2338920" cy="790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1" name="위쪽 화살표 59"/>
          <p:cNvSpPr/>
          <p:nvPr/>
        </p:nvSpPr>
        <p:spPr>
          <a:xfrm>
            <a:off x="1521360" y="2905200"/>
            <a:ext cx="1043640" cy="2300040"/>
          </a:xfrm>
          <a:prstGeom prst="upArrow">
            <a:avLst>
              <a:gd name="adj1" fmla="val 50000"/>
              <a:gd name="adj2" fmla="val 32076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962" name="그룹 60"/>
          <p:cNvGrpSpPr/>
          <p:nvPr/>
        </p:nvGrpSpPr>
        <p:grpSpPr>
          <a:xfrm>
            <a:off x="1074600" y="3314880"/>
            <a:ext cx="1937520" cy="1725480"/>
            <a:chOff x="1074600" y="3314880"/>
            <a:chExt cx="1937520" cy="1725480"/>
          </a:xfrm>
        </p:grpSpPr>
        <p:sp>
          <p:nvSpPr>
            <p:cNvPr id="1963" name="타원 61"/>
            <p:cNvSpPr/>
            <p:nvPr/>
          </p:nvSpPr>
          <p:spPr>
            <a:xfrm>
              <a:off x="1490760" y="3718080"/>
              <a:ext cx="1104840" cy="1104840"/>
            </a:xfrm>
            <a:prstGeom prst="ellipse">
              <a:avLst/>
            </a:prstGeom>
            <a:noFill/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endParaRPr b="1" lang="en-US" sz="1100" spc="-21" strike="noStrike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964" name="타원 62"/>
            <p:cNvSpPr/>
            <p:nvPr/>
          </p:nvSpPr>
          <p:spPr>
            <a:xfrm>
              <a:off x="1619640" y="3314880"/>
              <a:ext cx="847080" cy="84708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8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 입력 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965" name="타원 63"/>
            <p:cNvSpPr/>
            <p:nvPr/>
          </p:nvSpPr>
          <p:spPr>
            <a:xfrm>
              <a:off x="1074600" y="4193280"/>
              <a:ext cx="847080" cy="84708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8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입력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966" name="타원 64"/>
            <p:cNvSpPr/>
            <p:nvPr/>
          </p:nvSpPr>
          <p:spPr>
            <a:xfrm>
              <a:off x="2165040" y="4193280"/>
              <a:ext cx="847080" cy="84708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 입력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1967" name="TextBox 68"/>
          <p:cNvSpPr/>
          <p:nvPr/>
        </p:nvSpPr>
        <p:spPr>
          <a:xfrm>
            <a:off x="7104240" y="4501800"/>
            <a:ext cx="7020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2" name="PlaceHolder 5"/>
          <p:cNvSpPr>
            <a:spLocks noGrp="1"/>
          </p:cNvSpPr>
          <p:nvPr>
            <p:ph type="sldNum" idx="136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15AD94-77BE-4B19-ABAE-107F9B7C57C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73" name="PlaceHolder 6"/>
          <p:cNvSpPr>
            <a:spLocks noGrp="1"/>
          </p:cNvSpPr>
          <p:nvPr>
            <p:ph type="ftr" idx="137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74" name="Donut 1"/>
          <p:cNvSpPr/>
          <p:nvPr/>
        </p:nvSpPr>
        <p:spPr>
          <a:xfrm>
            <a:off x="2631960" y="2945160"/>
            <a:ext cx="1845720" cy="1845720"/>
          </a:xfrm>
          <a:prstGeom prst="donut">
            <a:avLst>
              <a:gd name="adj" fmla="val 4972"/>
            </a:avLst>
          </a:prstGeom>
          <a:solidFill>
            <a:schemeClr val="bg2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975" name="그룹 12"/>
          <p:cNvGrpSpPr/>
          <p:nvPr/>
        </p:nvGrpSpPr>
        <p:grpSpPr>
          <a:xfrm>
            <a:off x="667440" y="2464200"/>
            <a:ext cx="1851120" cy="2473920"/>
            <a:chOff x="667440" y="2464200"/>
            <a:chExt cx="1851120" cy="2473920"/>
          </a:xfrm>
        </p:grpSpPr>
        <p:sp>
          <p:nvSpPr>
            <p:cNvPr id="1976" name="TextBox 42"/>
            <p:cNvSpPr/>
            <p:nvPr/>
          </p:nvSpPr>
          <p:spPr>
            <a:xfrm>
              <a:off x="669600" y="3074040"/>
              <a:ext cx="1848960" cy="186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977" name="TextBox 43"/>
            <p:cNvSpPr/>
            <p:nvPr/>
          </p:nvSpPr>
          <p:spPr>
            <a:xfrm>
              <a:off x="667440" y="2464200"/>
              <a:ext cx="1848960" cy="60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2019</a:t>
              </a: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년 사업장별 목표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1978" name="Straight Connector 35"/>
          <p:cNvCxnSpPr/>
          <p:nvPr/>
        </p:nvCxnSpPr>
        <p:spPr>
          <a:xfrm>
            <a:off x="827640" y="3048840"/>
            <a:ext cx="1761120" cy="1044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1979" name="Straight Connector 36"/>
          <p:cNvCxnSpPr>
            <a:endCxn id="1974" idx="1"/>
          </p:cNvCxnSpPr>
          <p:nvPr/>
        </p:nvCxnSpPr>
        <p:spPr>
          <a:xfrm>
            <a:off x="2583360" y="3058200"/>
            <a:ext cx="48960" cy="810000"/>
          </a:xfrm>
          <a:prstGeom prst="straightConnector1">
            <a:avLst/>
          </a:prstGeom>
          <a:ln w="25400">
            <a:solidFill>
              <a:srgbClr val="b6b6b6"/>
            </a:solidFill>
            <a:miter/>
          </a:ln>
        </p:spPr>
      </p:cxnSp>
      <p:sp>
        <p:nvSpPr>
          <p:cNvPr id="1980" name="TextBox 46"/>
          <p:cNvSpPr/>
          <p:nvPr/>
        </p:nvSpPr>
        <p:spPr>
          <a:xfrm>
            <a:off x="2835720" y="4132800"/>
            <a:ext cx="1451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81" name="Donut 66"/>
          <p:cNvSpPr/>
          <p:nvPr/>
        </p:nvSpPr>
        <p:spPr>
          <a:xfrm>
            <a:off x="4991760" y="4024080"/>
            <a:ext cx="699840" cy="69984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1982" name="Straight Connector 39"/>
          <p:cNvCxnSpPr/>
          <p:nvPr/>
        </p:nvCxnSpPr>
        <p:spPr>
          <a:xfrm>
            <a:off x="5692320" y="4373280"/>
            <a:ext cx="3421080" cy="504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sp>
        <p:nvSpPr>
          <p:cNvPr id="1983" name="Donut 59"/>
          <p:cNvSpPr/>
          <p:nvPr/>
        </p:nvSpPr>
        <p:spPr>
          <a:xfrm>
            <a:off x="4167360" y="1872000"/>
            <a:ext cx="699840" cy="69984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1984" name="Straight Connector 44"/>
          <p:cNvCxnSpPr/>
          <p:nvPr/>
        </p:nvCxnSpPr>
        <p:spPr>
          <a:xfrm>
            <a:off x="4868280" y="2222280"/>
            <a:ext cx="3421080" cy="108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grpSp>
        <p:nvGrpSpPr>
          <p:cNvPr id="1985" name="Group 6"/>
          <p:cNvGrpSpPr/>
          <p:nvPr/>
        </p:nvGrpSpPr>
        <p:grpSpPr>
          <a:xfrm>
            <a:off x="5071680" y="1889640"/>
            <a:ext cx="3133080" cy="831960"/>
            <a:chOff x="5071680" y="1889640"/>
            <a:chExt cx="3133080" cy="831960"/>
          </a:xfrm>
        </p:grpSpPr>
        <p:sp>
          <p:nvSpPr>
            <p:cNvPr id="1986" name="TextBox 55"/>
            <p:cNvSpPr/>
            <p:nvPr/>
          </p:nvSpPr>
          <p:spPr>
            <a:xfrm>
              <a:off x="5080680" y="2261160"/>
              <a:ext cx="3123720" cy="46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987" name="TextBox 56"/>
            <p:cNvSpPr/>
            <p:nvPr/>
          </p:nvSpPr>
          <p:spPr>
            <a:xfrm>
              <a:off x="5071680" y="1889640"/>
              <a:ext cx="313308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당진공장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1988" name="Donut 60"/>
          <p:cNvSpPr/>
          <p:nvPr/>
        </p:nvSpPr>
        <p:spPr>
          <a:xfrm>
            <a:off x="4167360" y="5110560"/>
            <a:ext cx="699840" cy="69984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1989" name="Straight Connector 49"/>
          <p:cNvCxnSpPr/>
          <p:nvPr/>
        </p:nvCxnSpPr>
        <p:spPr>
          <a:xfrm>
            <a:off x="4868280" y="5460840"/>
            <a:ext cx="3421080" cy="108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sp>
        <p:nvSpPr>
          <p:cNvPr id="1990" name="Donut 61"/>
          <p:cNvSpPr/>
          <p:nvPr/>
        </p:nvSpPr>
        <p:spPr>
          <a:xfrm>
            <a:off x="4991760" y="2945520"/>
            <a:ext cx="699840" cy="69984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1991" name="Straight Connector 54"/>
          <p:cNvCxnSpPr/>
          <p:nvPr/>
        </p:nvCxnSpPr>
        <p:spPr>
          <a:xfrm>
            <a:off x="5692320" y="3292920"/>
            <a:ext cx="3421080" cy="540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grpSp>
        <p:nvGrpSpPr>
          <p:cNvPr id="1992" name="Group 6"/>
          <p:cNvGrpSpPr/>
          <p:nvPr/>
        </p:nvGrpSpPr>
        <p:grpSpPr>
          <a:xfrm>
            <a:off x="5827680" y="2943000"/>
            <a:ext cx="3133080" cy="831960"/>
            <a:chOff x="5827680" y="2943000"/>
            <a:chExt cx="3133080" cy="831960"/>
          </a:xfrm>
        </p:grpSpPr>
        <p:sp>
          <p:nvSpPr>
            <p:cNvPr id="1993" name="TextBox 78"/>
            <p:cNvSpPr/>
            <p:nvPr/>
          </p:nvSpPr>
          <p:spPr>
            <a:xfrm>
              <a:off x="5837040" y="3314520"/>
              <a:ext cx="3123720" cy="46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994" name="TextBox 79"/>
            <p:cNvSpPr/>
            <p:nvPr/>
          </p:nvSpPr>
          <p:spPr>
            <a:xfrm>
              <a:off x="5827680" y="2943000"/>
              <a:ext cx="313308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부산공장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995" name="Group 6"/>
          <p:cNvGrpSpPr/>
          <p:nvPr/>
        </p:nvGrpSpPr>
        <p:grpSpPr>
          <a:xfrm>
            <a:off x="5827680" y="4024080"/>
            <a:ext cx="3133080" cy="831960"/>
            <a:chOff x="5827680" y="4024080"/>
            <a:chExt cx="3133080" cy="831960"/>
          </a:xfrm>
        </p:grpSpPr>
        <p:sp>
          <p:nvSpPr>
            <p:cNvPr id="1996" name="TextBox 83"/>
            <p:cNvSpPr/>
            <p:nvPr/>
          </p:nvSpPr>
          <p:spPr>
            <a:xfrm>
              <a:off x="5837040" y="4395600"/>
              <a:ext cx="3123720" cy="46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997" name="TextBox 84"/>
            <p:cNvSpPr/>
            <p:nvPr/>
          </p:nvSpPr>
          <p:spPr>
            <a:xfrm>
              <a:off x="5827680" y="4024080"/>
              <a:ext cx="313308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인천공장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998" name="Group 6"/>
          <p:cNvGrpSpPr/>
          <p:nvPr/>
        </p:nvGrpSpPr>
        <p:grpSpPr>
          <a:xfrm>
            <a:off x="5071680" y="5114880"/>
            <a:ext cx="3133080" cy="831960"/>
            <a:chOff x="5071680" y="5114880"/>
            <a:chExt cx="3133080" cy="831960"/>
          </a:xfrm>
        </p:grpSpPr>
        <p:sp>
          <p:nvSpPr>
            <p:cNvPr id="1999" name="TextBox 86"/>
            <p:cNvSpPr/>
            <p:nvPr/>
          </p:nvSpPr>
          <p:spPr>
            <a:xfrm>
              <a:off x="5080680" y="5486400"/>
              <a:ext cx="3123720" cy="46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2000" name="TextBox 87"/>
            <p:cNvSpPr/>
            <p:nvPr/>
          </p:nvSpPr>
          <p:spPr>
            <a:xfrm>
              <a:off x="5071680" y="5114880"/>
              <a:ext cx="3133080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포항공장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2001" name="AutoShape 76"/>
          <p:cNvSpPr/>
          <p:nvPr/>
        </p:nvSpPr>
        <p:spPr>
          <a:xfrm>
            <a:off x="3159720" y="3293280"/>
            <a:ext cx="760320" cy="84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2002" name="그룹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pPr indent="0" defTabSz="91440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  <a:p>
            <a:pPr indent="0" defTabSz="91440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7" name="PlaceHolder 5"/>
          <p:cNvSpPr>
            <a:spLocks noGrp="1"/>
          </p:cNvSpPr>
          <p:nvPr>
            <p:ph type="sldNum" idx="138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19F49D-EA3C-424B-AC14-EFBF0D63DA1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08" name="PlaceHolder 6"/>
          <p:cNvSpPr>
            <a:spLocks noGrp="1"/>
          </p:cNvSpPr>
          <p:nvPr>
            <p:ph type="ftr" idx="139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09" name="직사각형 30"/>
          <p:cNvSpPr/>
          <p:nvPr/>
        </p:nvSpPr>
        <p:spPr>
          <a:xfrm>
            <a:off x="471960" y="2681280"/>
            <a:ext cx="8945280" cy="3105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010" name="직사각형 31"/>
          <p:cNvSpPr/>
          <p:nvPr/>
        </p:nvSpPr>
        <p:spPr>
          <a:xfrm>
            <a:off x="2125440" y="3070800"/>
            <a:ext cx="889560" cy="1196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011" name="직사각형 32"/>
          <p:cNvSpPr/>
          <p:nvPr/>
        </p:nvSpPr>
        <p:spPr>
          <a:xfrm>
            <a:off x="2932560" y="3070800"/>
            <a:ext cx="1621440" cy="119628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012" name="직사각형 34"/>
          <p:cNvSpPr/>
          <p:nvPr/>
        </p:nvSpPr>
        <p:spPr>
          <a:xfrm>
            <a:off x="4554720" y="3070800"/>
            <a:ext cx="3254040" cy="1196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013" name="직사각형 37"/>
          <p:cNvSpPr/>
          <p:nvPr/>
        </p:nvSpPr>
        <p:spPr>
          <a:xfrm>
            <a:off x="7809840" y="3070800"/>
            <a:ext cx="889560" cy="119628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014" name="직선 연결선 38"/>
          <p:cNvCxnSpPr/>
          <p:nvPr/>
        </p:nvCxnSpPr>
        <p:spPr>
          <a:xfrm>
            <a:off x="2121120" y="3053160"/>
            <a:ext cx="1080" cy="2089080"/>
          </a:xfrm>
          <a:prstGeom prst="straightConnector1">
            <a:avLst/>
          </a:prstGeom>
          <a:ln w="6350">
            <a:solidFill>
              <a:srgbClr val="000000"/>
            </a:solidFill>
            <a:miter/>
          </a:ln>
        </p:spPr>
      </p:cxnSp>
      <p:cxnSp>
        <p:nvCxnSpPr>
          <p:cNvPr id="2015" name="직선 연결선 39"/>
          <p:cNvCxnSpPr/>
          <p:nvPr/>
        </p:nvCxnSpPr>
        <p:spPr>
          <a:xfrm>
            <a:off x="2932200" y="3053160"/>
            <a:ext cx="1080" cy="2089080"/>
          </a:xfrm>
          <a:prstGeom prst="straightConnector1">
            <a:avLst/>
          </a:prstGeom>
          <a:ln w="6350">
            <a:solidFill>
              <a:srgbClr val="000000"/>
            </a:solidFill>
            <a:miter/>
          </a:ln>
        </p:spPr>
      </p:cxnSp>
      <p:cxnSp>
        <p:nvCxnSpPr>
          <p:cNvPr id="2016" name="직선 연결선 40"/>
          <p:cNvCxnSpPr/>
          <p:nvPr/>
        </p:nvCxnSpPr>
        <p:spPr>
          <a:xfrm>
            <a:off x="4554720" y="3053160"/>
            <a:ext cx="1080" cy="2089080"/>
          </a:xfrm>
          <a:prstGeom prst="straightConnector1">
            <a:avLst/>
          </a:prstGeom>
          <a:ln w="6350">
            <a:solidFill>
              <a:srgbClr val="000000"/>
            </a:solidFill>
            <a:miter/>
          </a:ln>
        </p:spPr>
      </p:cxnSp>
      <p:sp>
        <p:nvSpPr>
          <p:cNvPr id="2017" name="직사각형 41"/>
          <p:cNvSpPr/>
          <p:nvPr/>
        </p:nvSpPr>
        <p:spPr>
          <a:xfrm>
            <a:off x="2158560" y="4666320"/>
            <a:ext cx="817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1</a:t>
            </a: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단기전략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8" name="직사각형 42"/>
          <p:cNvSpPr/>
          <p:nvPr/>
        </p:nvSpPr>
        <p:spPr>
          <a:xfrm>
            <a:off x="2989800" y="4666320"/>
            <a:ext cx="817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2</a:t>
            </a: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중기전략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9" name="직사각형 43"/>
          <p:cNvSpPr/>
          <p:nvPr/>
        </p:nvSpPr>
        <p:spPr>
          <a:xfrm>
            <a:off x="4606200" y="4666320"/>
            <a:ext cx="1204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3</a:t>
            </a: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중장기전략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0" name="직사각형 44"/>
          <p:cNvSpPr/>
          <p:nvPr/>
        </p:nvSpPr>
        <p:spPr>
          <a:xfrm>
            <a:off x="1017000" y="3526200"/>
            <a:ext cx="1100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1" name="직사각형 45"/>
          <p:cNvSpPr/>
          <p:nvPr/>
        </p:nvSpPr>
        <p:spPr>
          <a:xfrm>
            <a:off x="471960" y="3119400"/>
            <a:ext cx="1647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2" name="직사각형 46"/>
          <p:cNvSpPr/>
          <p:nvPr/>
        </p:nvSpPr>
        <p:spPr>
          <a:xfrm>
            <a:off x="605880" y="3938040"/>
            <a:ext cx="1508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2023" name="직선 연결선 47"/>
          <p:cNvCxnSpPr/>
          <p:nvPr/>
        </p:nvCxnSpPr>
        <p:spPr>
          <a:xfrm>
            <a:off x="906480" y="3476880"/>
            <a:ext cx="7795080" cy="1080"/>
          </a:xfrm>
          <a:prstGeom prst="straightConnector1">
            <a:avLst/>
          </a:prstGeom>
          <a:ln w="6350">
            <a:solidFill>
              <a:srgbClr val="767171"/>
            </a:solidFill>
            <a:prstDash val="sysDot"/>
            <a:miter/>
          </a:ln>
        </p:spPr>
      </p:cxnSp>
      <p:cxnSp>
        <p:nvCxnSpPr>
          <p:cNvPr id="2024" name="직선 연결선 48"/>
          <p:cNvCxnSpPr/>
          <p:nvPr/>
        </p:nvCxnSpPr>
        <p:spPr>
          <a:xfrm>
            <a:off x="906480" y="3879360"/>
            <a:ext cx="7795080" cy="1080"/>
          </a:xfrm>
          <a:prstGeom prst="straightConnector1">
            <a:avLst/>
          </a:prstGeom>
          <a:ln w="6350">
            <a:solidFill>
              <a:srgbClr val="767171"/>
            </a:solidFill>
            <a:prstDash val="sysDot"/>
            <a:miter/>
          </a:ln>
        </p:spPr>
      </p:cxnSp>
      <p:sp>
        <p:nvSpPr>
          <p:cNvPr id="2025" name="화살표: 오각형 15"/>
          <p:cNvSpPr/>
          <p:nvPr/>
        </p:nvSpPr>
        <p:spPr>
          <a:xfrm>
            <a:off x="2106000" y="5302800"/>
            <a:ext cx="6578280" cy="291960"/>
          </a:xfrm>
          <a:prstGeom prst="homePlate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Increasing Level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026" name="직사각형 52"/>
          <p:cNvSpPr/>
          <p:nvPr/>
        </p:nvSpPr>
        <p:spPr>
          <a:xfrm>
            <a:off x="2125440" y="3119400"/>
            <a:ext cx="805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7" name="직사각형 62"/>
          <p:cNvSpPr/>
          <p:nvPr/>
        </p:nvSpPr>
        <p:spPr>
          <a:xfrm>
            <a:off x="2125440" y="3526200"/>
            <a:ext cx="805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8" name="직사각형 63"/>
          <p:cNvSpPr/>
          <p:nvPr/>
        </p:nvSpPr>
        <p:spPr>
          <a:xfrm>
            <a:off x="2125440" y="3922560"/>
            <a:ext cx="805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9" name="TextBox 64"/>
          <p:cNvSpPr/>
          <p:nvPr/>
        </p:nvSpPr>
        <p:spPr>
          <a:xfrm>
            <a:off x="454680" y="5924880"/>
            <a:ext cx="896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각주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줄간격 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1.2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 가나다라마바사 가나다라마바사 가나다라마바사 가나다라마바사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4" name="PlaceHolder 5"/>
          <p:cNvSpPr>
            <a:spLocks noGrp="1"/>
          </p:cNvSpPr>
          <p:nvPr>
            <p:ph type="sldNum" idx="140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150116-4CEF-4974-A33A-3149FBC1EEF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35" name="PlaceHolder 6"/>
          <p:cNvSpPr>
            <a:spLocks noGrp="1"/>
          </p:cNvSpPr>
          <p:nvPr>
            <p:ph type="ftr" idx="141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2036" name="그룹 5"/>
          <p:cNvGrpSpPr/>
          <p:nvPr/>
        </p:nvGrpSpPr>
        <p:grpSpPr>
          <a:xfrm>
            <a:off x="923760" y="2722320"/>
            <a:ext cx="8057160" cy="2969280"/>
            <a:chOff x="923760" y="2722320"/>
            <a:chExt cx="8057160" cy="2969280"/>
          </a:xfrm>
        </p:grpSpPr>
        <p:sp>
          <p:nvSpPr>
            <p:cNvPr id="2037" name="Right Arrow 2"/>
            <p:cNvSpPr/>
            <p:nvPr/>
          </p:nvSpPr>
          <p:spPr>
            <a:xfrm>
              <a:off x="2530800" y="2729160"/>
              <a:ext cx="5295960" cy="55188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01.</a:t>
              </a:r>
              <a:endParaRPr b="0" lang="en-US" sz="1400" spc="-1" strike="noStrike">
                <a:solidFill>
                  <a:srgbClr val="ffffff"/>
                </a:solidFill>
                <a:latin typeface="Noto Sans CJK KR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ffffff"/>
                </a:solidFill>
                <a:latin typeface="Noto Sans CJK KR"/>
              </a:endParaRPr>
            </a:p>
          </p:txBody>
        </p:sp>
        <p:sp>
          <p:nvSpPr>
            <p:cNvPr id="2038" name="Right Arrow 3"/>
            <p:cNvSpPr/>
            <p:nvPr/>
          </p:nvSpPr>
          <p:spPr>
            <a:xfrm>
              <a:off x="2602440" y="3364920"/>
              <a:ext cx="5593320" cy="52308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02.</a:t>
              </a:r>
              <a:endParaRPr b="0" lang="en-US" sz="1400" spc="-1" strike="noStrike">
                <a:solidFill>
                  <a:srgbClr val="ffffff"/>
                </a:solidFill>
                <a:latin typeface="Noto Sans CJK KR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chemeClr val="lt1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ffffff"/>
                </a:solidFill>
                <a:latin typeface="Noto Sans CJK KR"/>
              </a:endParaRPr>
            </a:p>
          </p:txBody>
        </p:sp>
        <p:sp>
          <p:nvSpPr>
            <p:cNvPr id="2039" name="Right Arrow 4"/>
            <p:cNvSpPr/>
            <p:nvPr/>
          </p:nvSpPr>
          <p:spPr>
            <a:xfrm>
              <a:off x="2602440" y="3963600"/>
              <a:ext cx="5981040" cy="53100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03.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chemeClr val="lt1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2040" name="Right Arrow 5"/>
            <p:cNvSpPr/>
            <p:nvPr/>
          </p:nvSpPr>
          <p:spPr>
            <a:xfrm>
              <a:off x="2514240" y="4575240"/>
              <a:ext cx="6466680" cy="54792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04.</a:t>
              </a:r>
              <a:endParaRPr b="0" lang="en-US" sz="1400" spc="-1" strike="noStrike">
                <a:solidFill>
                  <a:srgbClr val="ffffff"/>
                </a:solidFill>
                <a:latin typeface="Noto Sans CJK KR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chemeClr val="lt1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ffffff"/>
                </a:solidFill>
                <a:latin typeface="Noto Sans CJK KR"/>
              </a:endParaRPr>
            </a:p>
          </p:txBody>
        </p:sp>
        <p:grpSp>
          <p:nvGrpSpPr>
            <p:cNvPr id="2041" name="Group 7"/>
            <p:cNvGrpSpPr/>
            <p:nvPr/>
          </p:nvGrpSpPr>
          <p:grpSpPr>
            <a:xfrm>
              <a:off x="923760" y="4245840"/>
              <a:ext cx="3160440" cy="1445760"/>
              <a:chOff x="923760" y="4245840"/>
              <a:chExt cx="3160440" cy="1445760"/>
            </a:xfrm>
          </p:grpSpPr>
          <p:sp>
            <p:nvSpPr>
              <p:cNvPr id="2042" name="Freeform 9"/>
              <p:cNvSpPr/>
              <p:nvPr/>
            </p:nvSpPr>
            <p:spPr>
              <a:xfrm>
                <a:off x="1256400" y="4245840"/>
                <a:ext cx="2514600" cy="964440"/>
              </a:xfrm>
              <a:custGeom>
                <a:avLst/>
                <a:gdLst>
                  <a:gd name="textAreaLeft" fmla="*/ 0 w 2514600"/>
                  <a:gd name="textAreaRight" fmla="*/ 2515680 w 2514600"/>
                  <a:gd name="textAreaTop" fmla="*/ 0 h 964440"/>
                  <a:gd name="textAreaBottom" fmla="*/ 965520 h 964440"/>
                </a:gdLst>
                <a:ahLst/>
                <a:rect l="textAreaLeft" t="textAreaTop" r="textAreaRight" b="textAreaBottom"/>
                <a:pathLst>
                  <a:path w="3186" h="1325">
                    <a:moveTo>
                      <a:pt x="0" y="620"/>
                    </a:moveTo>
                    <a:lnTo>
                      <a:pt x="1421" y="0"/>
                    </a:lnTo>
                    <a:lnTo>
                      <a:pt x="3186" y="580"/>
                    </a:lnTo>
                    <a:lnTo>
                      <a:pt x="1769" y="1325"/>
                    </a:lnTo>
                    <a:lnTo>
                      <a:pt x="0" y="62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043" name="Freeform 12"/>
              <p:cNvSpPr/>
              <p:nvPr/>
            </p:nvSpPr>
            <p:spPr>
              <a:xfrm>
                <a:off x="2640240" y="4663080"/>
                <a:ext cx="1443960" cy="1028520"/>
              </a:xfrm>
              <a:custGeom>
                <a:avLst/>
                <a:gdLst>
                  <a:gd name="textAreaLeft" fmla="*/ 0 w 1443960"/>
                  <a:gd name="textAreaRight" fmla="*/ 1445040 w 1443960"/>
                  <a:gd name="textAreaTop" fmla="*/ 0 h 1028520"/>
                  <a:gd name="textAreaBottom" fmla="*/ 1029600 h 1028520"/>
                </a:gdLst>
                <a:ahLst/>
                <a:rect l="textAreaLeft" t="textAreaTop" r="textAreaRight" b="textAreaBottom"/>
                <a:pathLst>
                  <a:path w="1830" h="1413">
                    <a:moveTo>
                      <a:pt x="1426" y="0"/>
                    </a:moveTo>
                    <a:lnTo>
                      <a:pt x="0" y="615"/>
                    </a:lnTo>
                    <a:lnTo>
                      <a:pt x="37" y="1413"/>
                    </a:lnTo>
                    <a:lnTo>
                      <a:pt x="1830" y="64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044" name="Freeform 16"/>
              <p:cNvSpPr/>
              <p:nvPr/>
            </p:nvSpPr>
            <p:spPr>
              <a:xfrm>
                <a:off x="923760" y="4692240"/>
                <a:ext cx="1750320" cy="999360"/>
              </a:xfrm>
              <a:custGeom>
                <a:avLst/>
                <a:gdLst>
                  <a:gd name="textAreaLeft" fmla="*/ 0 w 1750320"/>
                  <a:gd name="textAreaRight" fmla="*/ 1751400 w 1750320"/>
                  <a:gd name="textAreaTop" fmla="*/ 0 h 999360"/>
                  <a:gd name="textAreaBottom" fmla="*/ 1000440 h 999360"/>
                </a:gdLst>
                <a:ahLst/>
                <a:rect l="textAreaLeft" t="textAreaTop" r="textAreaRight" b="textAreaBottom"/>
                <a:pathLst>
                  <a:path w="2218" h="1373">
                    <a:moveTo>
                      <a:pt x="2181" y="575"/>
                    </a:moveTo>
                    <a:lnTo>
                      <a:pt x="2218" y="1373"/>
                    </a:lnTo>
                    <a:lnTo>
                      <a:pt x="0" y="651"/>
                    </a:lnTo>
                    <a:lnTo>
                      <a:pt x="419" y="0"/>
                    </a:lnTo>
                    <a:lnTo>
                      <a:pt x="2181" y="575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  <p:grpSp>
          <p:nvGrpSpPr>
            <p:cNvPr id="2045" name="Group 11"/>
            <p:cNvGrpSpPr/>
            <p:nvPr/>
          </p:nvGrpSpPr>
          <p:grpSpPr>
            <a:xfrm>
              <a:off x="1323360" y="3778200"/>
              <a:ext cx="2372400" cy="1140480"/>
              <a:chOff x="1323360" y="3778200"/>
              <a:chExt cx="2372400" cy="1140480"/>
            </a:xfrm>
          </p:grpSpPr>
          <p:sp>
            <p:nvSpPr>
              <p:cNvPr id="2046" name="Freeform 10"/>
              <p:cNvSpPr/>
              <p:nvPr/>
            </p:nvSpPr>
            <p:spPr>
              <a:xfrm>
                <a:off x="1650240" y="3778200"/>
                <a:ext cx="1733760" cy="565920"/>
              </a:xfrm>
              <a:custGeom>
                <a:avLst/>
                <a:gdLst>
                  <a:gd name="textAreaLeft" fmla="*/ 0 w 1733760"/>
                  <a:gd name="textAreaRight" fmla="*/ 1734840 w 1733760"/>
                  <a:gd name="textAreaTop" fmla="*/ 0 h 565920"/>
                  <a:gd name="textAreaBottom" fmla="*/ 567000 h 565920"/>
                </a:gdLst>
                <a:ahLst/>
                <a:rect l="textAreaLeft" t="textAreaTop" r="textAreaRight" b="textAreaBottom"/>
                <a:pathLst>
                  <a:path w="2197" h="778">
                    <a:moveTo>
                      <a:pt x="0" y="383"/>
                    </a:moveTo>
                    <a:lnTo>
                      <a:pt x="1005" y="0"/>
                    </a:lnTo>
                    <a:lnTo>
                      <a:pt x="2197" y="355"/>
                    </a:lnTo>
                    <a:lnTo>
                      <a:pt x="1213" y="778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047" name="Freeform 13"/>
              <p:cNvSpPr/>
              <p:nvPr/>
            </p:nvSpPr>
            <p:spPr>
              <a:xfrm>
                <a:off x="2602440" y="4031280"/>
                <a:ext cx="1093320" cy="887040"/>
              </a:xfrm>
              <a:custGeom>
                <a:avLst/>
                <a:gdLst>
                  <a:gd name="textAreaLeft" fmla="*/ 0 w 1093320"/>
                  <a:gd name="textAreaRight" fmla="*/ 1094400 w 1093320"/>
                  <a:gd name="textAreaTop" fmla="*/ 0 h 887040"/>
                  <a:gd name="textAreaBottom" fmla="*/ 888120 h 887040"/>
                </a:gdLst>
                <a:ahLst/>
                <a:rect l="textAreaLeft" t="textAreaTop" r="textAreaRight" b="textAreaBottom"/>
                <a:pathLst>
                  <a:path w="1386" h="1219">
                    <a:moveTo>
                      <a:pt x="984" y="0"/>
                    </a:moveTo>
                    <a:lnTo>
                      <a:pt x="0" y="423"/>
                    </a:lnTo>
                    <a:lnTo>
                      <a:pt x="38" y="1219"/>
                    </a:lnTo>
                    <a:lnTo>
                      <a:pt x="1386" y="636"/>
                    </a:lnTo>
                    <a:lnTo>
                      <a:pt x="984" y="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048" name="Freeform 17"/>
              <p:cNvSpPr/>
              <p:nvPr/>
            </p:nvSpPr>
            <p:spPr>
              <a:xfrm>
                <a:off x="1323360" y="4051800"/>
                <a:ext cx="1313640" cy="866880"/>
              </a:xfrm>
              <a:custGeom>
                <a:avLst/>
                <a:gdLst>
                  <a:gd name="textAreaLeft" fmla="*/ 0 w 1313640"/>
                  <a:gd name="textAreaRight" fmla="*/ 1314720 w 1313640"/>
                  <a:gd name="textAreaTop" fmla="*/ 0 h 866880"/>
                  <a:gd name="textAreaBottom" fmla="*/ 867960 h 866880"/>
                </a:gdLst>
                <a:ahLst/>
                <a:rect l="textAreaLeft" t="textAreaTop" r="textAreaRight" b="textAreaBottom"/>
                <a:pathLst>
                  <a:path w="1665" h="1191">
                    <a:moveTo>
                      <a:pt x="1665" y="1191"/>
                    </a:moveTo>
                    <a:lnTo>
                      <a:pt x="1627" y="395"/>
                    </a:lnTo>
                    <a:lnTo>
                      <a:pt x="414" y="0"/>
                    </a:lnTo>
                    <a:lnTo>
                      <a:pt x="0" y="646"/>
                    </a:lnTo>
                    <a:lnTo>
                      <a:pt x="1665" y="1191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  <p:grpSp>
          <p:nvGrpSpPr>
            <p:cNvPr id="2049" name="Group 15"/>
            <p:cNvGrpSpPr/>
            <p:nvPr/>
          </p:nvGrpSpPr>
          <p:grpSpPr>
            <a:xfrm>
              <a:off x="1725480" y="3279600"/>
              <a:ext cx="1578600" cy="892440"/>
              <a:chOff x="1725480" y="3279600"/>
              <a:chExt cx="1578600" cy="892440"/>
            </a:xfrm>
          </p:grpSpPr>
          <p:sp>
            <p:nvSpPr>
              <p:cNvPr id="2050" name="Freeform 11"/>
              <p:cNvSpPr/>
              <p:nvPr/>
            </p:nvSpPr>
            <p:spPr>
              <a:xfrm>
                <a:off x="2055600" y="3279600"/>
                <a:ext cx="936360" cy="371160"/>
              </a:xfrm>
              <a:custGeom>
                <a:avLst/>
                <a:gdLst>
                  <a:gd name="textAreaLeft" fmla="*/ 0 w 936360"/>
                  <a:gd name="textAreaRight" fmla="*/ 937440 w 936360"/>
                  <a:gd name="textAreaTop" fmla="*/ 0 h 371160"/>
                  <a:gd name="textAreaBottom" fmla="*/ 372240 h 371160"/>
                </a:gdLst>
                <a:ahLst/>
                <a:rect l="textAreaLeft" t="textAreaTop" r="textAreaRight" b="textAreaBottom"/>
                <a:pathLst>
                  <a:path w="1187" h="511">
                    <a:moveTo>
                      <a:pt x="0" y="206"/>
                    </a:moveTo>
                    <a:lnTo>
                      <a:pt x="513" y="0"/>
                    </a:lnTo>
                    <a:lnTo>
                      <a:pt x="1187" y="194"/>
                    </a:lnTo>
                    <a:lnTo>
                      <a:pt x="662" y="511"/>
                    </a:lnTo>
                    <a:lnTo>
                      <a:pt x="0" y="206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051" name="Freeform 14"/>
              <p:cNvSpPr/>
              <p:nvPr/>
            </p:nvSpPr>
            <p:spPr>
              <a:xfrm>
                <a:off x="2566800" y="3421080"/>
                <a:ext cx="737280" cy="750960"/>
              </a:xfrm>
              <a:custGeom>
                <a:avLst/>
                <a:gdLst>
                  <a:gd name="textAreaLeft" fmla="*/ 0 w 737280"/>
                  <a:gd name="textAreaRight" fmla="*/ 738360 w 737280"/>
                  <a:gd name="textAreaTop" fmla="*/ 0 h 750960"/>
                  <a:gd name="textAreaBottom" fmla="*/ 752040 h 750960"/>
                </a:gdLst>
                <a:ahLst/>
                <a:rect l="textAreaLeft" t="textAreaTop" r="textAreaRight" b="textAreaBottom"/>
                <a:pathLst>
                  <a:path w="935" h="1032">
                    <a:moveTo>
                      <a:pt x="532" y="0"/>
                    </a:moveTo>
                    <a:lnTo>
                      <a:pt x="0" y="230"/>
                    </a:lnTo>
                    <a:lnTo>
                      <a:pt x="38" y="1032"/>
                    </a:lnTo>
                    <a:lnTo>
                      <a:pt x="935" y="646"/>
                    </a:lnTo>
                    <a:lnTo>
                      <a:pt x="53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052" name="Freeform 18"/>
              <p:cNvSpPr/>
              <p:nvPr/>
            </p:nvSpPr>
            <p:spPr>
              <a:xfrm>
                <a:off x="1725480" y="3429720"/>
                <a:ext cx="876240" cy="741960"/>
              </a:xfrm>
              <a:custGeom>
                <a:avLst/>
                <a:gdLst>
                  <a:gd name="textAreaLeft" fmla="*/ 0 w 876240"/>
                  <a:gd name="textAreaRight" fmla="*/ 877320 w 876240"/>
                  <a:gd name="textAreaTop" fmla="*/ 0 h 741960"/>
                  <a:gd name="textAreaBottom" fmla="*/ 743040 h 741960"/>
                </a:gdLst>
                <a:ahLst/>
                <a:rect l="textAreaLeft" t="textAreaTop" r="textAreaRight" b="textAreaBottom"/>
                <a:pathLst>
                  <a:path w="1111" h="1020">
                    <a:moveTo>
                      <a:pt x="1111" y="1020"/>
                    </a:moveTo>
                    <a:lnTo>
                      <a:pt x="1076" y="215"/>
                    </a:lnTo>
                    <a:lnTo>
                      <a:pt x="418" y="0"/>
                    </a:lnTo>
                    <a:lnTo>
                      <a:pt x="0" y="655"/>
                    </a:lnTo>
                    <a:lnTo>
                      <a:pt x="1111" y="102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  <p:grpSp>
          <p:nvGrpSpPr>
            <p:cNvPr id="2053" name="Group 19"/>
            <p:cNvGrpSpPr/>
            <p:nvPr/>
          </p:nvGrpSpPr>
          <p:grpSpPr>
            <a:xfrm>
              <a:off x="2127960" y="2722320"/>
              <a:ext cx="785520" cy="711360"/>
              <a:chOff x="2127960" y="2722320"/>
              <a:chExt cx="785520" cy="711360"/>
            </a:xfrm>
          </p:grpSpPr>
          <p:sp>
            <p:nvSpPr>
              <p:cNvPr id="2054" name="Freeform 15"/>
              <p:cNvSpPr/>
              <p:nvPr/>
            </p:nvSpPr>
            <p:spPr>
              <a:xfrm>
                <a:off x="2524320" y="2722320"/>
                <a:ext cx="389160" cy="711360"/>
              </a:xfrm>
              <a:custGeom>
                <a:avLst/>
                <a:gdLst>
                  <a:gd name="textAreaLeft" fmla="*/ 0 w 389160"/>
                  <a:gd name="textAreaRight" fmla="*/ 390240 w 389160"/>
                  <a:gd name="textAreaTop" fmla="*/ 0 h 711360"/>
                  <a:gd name="textAreaBottom" fmla="*/ 712440 h 711360"/>
                </a:gdLst>
                <a:ahLst/>
                <a:rect l="textAreaLeft" t="textAreaTop" r="textAreaRight" b="textAreaBottom"/>
                <a:pathLst>
                  <a:path w="494" h="978">
                    <a:moveTo>
                      <a:pt x="0" y="0"/>
                    </a:moveTo>
                    <a:lnTo>
                      <a:pt x="45" y="978"/>
                    </a:lnTo>
                    <a:lnTo>
                      <a:pt x="494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055" name="Freeform 19"/>
              <p:cNvSpPr/>
              <p:nvPr/>
            </p:nvSpPr>
            <p:spPr>
              <a:xfrm>
                <a:off x="2127960" y="2722320"/>
                <a:ext cx="436320" cy="709200"/>
              </a:xfrm>
              <a:custGeom>
                <a:avLst/>
                <a:gdLst>
                  <a:gd name="textAreaLeft" fmla="*/ 0 w 436320"/>
                  <a:gd name="textAreaRight" fmla="*/ 437400 w 436320"/>
                  <a:gd name="textAreaTop" fmla="*/ 0 h 709200"/>
                  <a:gd name="textAreaBottom" fmla="*/ 710280 h 709200"/>
                </a:gdLst>
                <a:ahLst/>
                <a:rect l="textAreaLeft" t="textAreaTop" r="textAreaRight" b="textAreaBottom"/>
                <a:pathLst>
                  <a:path w="554" h="975">
                    <a:moveTo>
                      <a:pt x="554" y="975"/>
                    </a:moveTo>
                    <a:lnTo>
                      <a:pt x="0" y="793"/>
                    </a:lnTo>
                    <a:lnTo>
                      <a:pt x="509" y="0"/>
                    </a:lnTo>
                    <a:lnTo>
                      <a:pt x="554" y="97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0" tIns="91440" bIns="182880" anchor="b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9" name="PlaceHolder 4"/>
          <p:cNvSpPr>
            <a:spLocks noGrp="1"/>
          </p:cNvSpPr>
          <p:nvPr>
            <p:ph type="sldNum" idx="142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4BB9814-E20D-4686-943F-84F95EED400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60" name="PlaceHolder 5"/>
          <p:cNvSpPr>
            <a:spLocks noGrp="1"/>
          </p:cNvSpPr>
          <p:nvPr>
            <p:ph type="ftr" idx="143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61" name="Up Arrow 3"/>
          <p:cNvSpPr/>
          <p:nvPr/>
        </p:nvSpPr>
        <p:spPr>
          <a:xfrm>
            <a:off x="8479080" y="2264400"/>
            <a:ext cx="685080" cy="1419480"/>
          </a:xfrm>
          <a:prstGeom prst="upArrow">
            <a:avLst>
              <a:gd name="adj1" fmla="val 50000"/>
              <a:gd name="adj2" fmla="val 83318"/>
            </a:avLst>
          </a:prstGeom>
          <a:noFill/>
          <a:ln w="38100">
            <a:solidFill>
              <a:srgbClr val="d556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d55633"/>
              </a:solidFill>
              <a:latin typeface="본고딕 Normal"/>
              <a:ea typeface="본고딕 Normal"/>
            </a:endParaRPr>
          </a:p>
        </p:txBody>
      </p:sp>
      <p:sp>
        <p:nvSpPr>
          <p:cNvPr id="2062" name="Up Arrow 4"/>
          <p:cNvSpPr/>
          <p:nvPr/>
        </p:nvSpPr>
        <p:spPr>
          <a:xfrm rot="10800000">
            <a:off x="8480160" y="4209840"/>
            <a:ext cx="685080" cy="1419480"/>
          </a:xfrm>
          <a:prstGeom prst="upArrow">
            <a:avLst>
              <a:gd name="adj1" fmla="val 50000"/>
              <a:gd name="adj2" fmla="val 90722"/>
            </a:avLst>
          </a:prstGeom>
          <a:noFill/>
          <a:ln w="381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003760"/>
              </a:solidFill>
              <a:latin typeface="본고딕 Normal"/>
              <a:ea typeface="본고딕 Normal"/>
            </a:endParaRPr>
          </a:p>
        </p:txBody>
      </p:sp>
      <p:sp>
        <p:nvSpPr>
          <p:cNvPr id="2063" name="TextBox 8"/>
          <p:cNvSpPr/>
          <p:nvPr/>
        </p:nvSpPr>
        <p:spPr>
          <a:xfrm>
            <a:off x="7302240" y="3062160"/>
            <a:ext cx="93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400" spc="-21" strike="noStrike">
                <a:solidFill>
                  <a:srgbClr val="d55633"/>
                </a:solidFill>
                <a:latin typeface="본고딕 Bold"/>
                <a:ea typeface="본고딕 Bold"/>
              </a:rPr>
              <a:t>50%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64" name="TextBox 9"/>
          <p:cNvSpPr/>
          <p:nvPr/>
        </p:nvSpPr>
        <p:spPr>
          <a:xfrm>
            <a:off x="7302240" y="4264560"/>
            <a:ext cx="9349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400" spc="-21" strike="noStrike">
                <a:solidFill>
                  <a:schemeClr val="dk2"/>
                </a:solidFill>
                <a:latin typeface="본고딕 Bold"/>
                <a:ea typeface="본고딕 Bold"/>
              </a:rPr>
              <a:t>18%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65" name="TextBox 10"/>
          <p:cNvSpPr/>
          <p:nvPr/>
        </p:nvSpPr>
        <p:spPr>
          <a:xfrm>
            <a:off x="6646320" y="2872440"/>
            <a:ext cx="1529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2066" name="그룹 12"/>
          <p:cNvGrpSpPr/>
          <p:nvPr/>
        </p:nvGrpSpPr>
        <p:grpSpPr>
          <a:xfrm>
            <a:off x="585000" y="1662840"/>
            <a:ext cx="6271920" cy="2067840"/>
            <a:chOff x="585000" y="1662840"/>
            <a:chExt cx="6271920" cy="2067840"/>
          </a:xfrm>
        </p:grpSpPr>
        <p:grpSp>
          <p:nvGrpSpPr>
            <p:cNvPr id="2067" name="그룹 13"/>
            <p:cNvGrpSpPr/>
            <p:nvPr/>
          </p:nvGrpSpPr>
          <p:grpSpPr>
            <a:xfrm>
              <a:off x="585000" y="2048040"/>
              <a:ext cx="6271920" cy="1682640"/>
              <a:chOff x="585000" y="2048040"/>
              <a:chExt cx="6271920" cy="1682640"/>
            </a:xfrm>
          </p:grpSpPr>
          <p:sp>
            <p:nvSpPr>
              <p:cNvPr id="2068" name="TextBox 15"/>
              <p:cNvSpPr/>
              <p:nvPr/>
            </p:nvSpPr>
            <p:spPr>
              <a:xfrm>
                <a:off x="659160" y="2048040"/>
                <a:ext cx="1129680" cy="696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4400" spc="-21" strike="noStrike">
                    <a:solidFill>
                      <a:srgbClr val="d55633"/>
                    </a:solidFill>
                    <a:latin typeface="본고딕 Bold"/>
                    <a:ea typeface="본고딕 Bold"/>
                  </a:rPr>
                  <a:t>50</a:t>
                </a:r>
                <a:r>
                  <a:rPr b="0" lang="en-US" sz="2400" spc="-21" strike="noStrike">
                    <a:solidFill>
                      <a:srgbClr val="d55633"/>
                    </a:solidFill>
                    <a:latin typeface="본고딕 Bold"/>
                    <a:ea typeface="본고딕 Bold"/>
                  </a:rPr>
                  <a:t>%</a:t>
                </a:r>
                <a:endParaRPr b="0" lang="en-US" sz="24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2069" name="TextBox 16"/>
              <p:cNvSpPr/>
              <p:nvPr/>
            </p:nvSpPr>
            <p:spPr>
              <a:xfrm>
                <a:off x="1746720" y="2096640"/>
                <a:ext cx="511020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20000"/>
                  </a:lnSpc>
                </a:pPr>
                <a:r>
                  <a:rPr b="0" lang="ko-KR" sz="1200" spc="-21" strike="noStrike">
                    <a:solidFill>
                      <a:srgbClr val="161516"/>
                    </a:solidFill>
                    <a:latin typeface="본고딕 Normal"/>
                    <a:ea typeface="본고딕 Normal"/>
                  </a:rPr>
                  <a:t>텍스트를 입력하세요 텍스트를 입력하세요 텍스트를 입력하세요 텍스트를 입력하세요 텍스트를 입력하세요 텍스트텍스트를 입력하세요 텍스트를 입력하세요 텍스트를 입력하세요 텍스트를 입력하세요 텍스트를 입력하세요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2070" name="TextBox 17"/>
              <p:cNvSpPr/>
              <p:nvPr/>
            </p:nvSpPr>
            <p:spPr>
              <a:xfrm>
                <a:off x="585000" y="2764080"/>
                <a:ext cx="6271920" cy="96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20000"/>
                  </a:lnSpc>
                </a:pPr>
                <a:r>
                  <a:rPr b="0" lang="ko-KR" sz="1200" spc="-21" strike="noStrike">
                    <a:solidFill>
                      <a:srgbClr val="161516"/>
                    </a:solidFill>
                    <a:latin typeface="본고딕 Normal"/>
                    <a:ea typeface="본고딕 Normal"/>
                  </a:rPr>
                  <a:t>텍스트를 입력하세요 텍스트를 입력하세요 텍스트를 입력하세요 텍스트를 입력하세요 텍스트를 입력하세요 텍스트텍스트를 입력하세요 텍스트를 입력하세요 텍스트를 입력하세요 텍스트를 입력하세요 텍스트를 입력하세요 텍스트텍스트를 입력하세요 텍스트를 입력하세요 텍스트를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914400">
                  <a:lnSpc>
                    <a:spcPct val="120000"/>
                  </a:lnSpc>
                </a:pP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sp>
          <p:nvSpPr>
            <p:cNvPr id="2071" name="TextBox 14"/>
            <p:cNvSpPr/>
            <p:nvPr/>
          </p:nvSpPr>
          <p:spPr>
            <a:xfrm>
              <a:off x="585000" y="1662840"/>
              <a:ext cx="251316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6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2072" name="TextBox 19"/>
          <p:cNvSpPr/>
          <p:nvPr/>
        </p:nvSpPr>
        <p:spPr>
          <a:xfrm>
            <a:off x="6646320" y="4678920"/>
            <a:ext cx="1529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7" name="PlaceHolder 5"/>
          <p:cNvSpPr>
            <a:spLocks noGrp="1"/>
          </p:cNvSpPr>
          <p:nvPr>
            <p:ph type="sldNum" idx="144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98B5F4-4514-4635-BC72-75D3B1A926D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078" name="PlaceHolder 6"/>
          <p:cNvSpPr>
            <a:spLocks noGrp="1"/>
          </p:cNvSpPr>
          <p:nvPr>
            <p:ph type="ftr" idx="145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2079" name="그룹 63"/>
          <p:cNvGrpSpPr/>
          <p:nvPr/>
        </p:nvGrpSpPr>
        <p:grpSpPr>
          <a:xfrm>
            <a:off x="1429200" y="2276280"/>
            <a:ext cx="2592000" cy="2592000"/>
            <a:chOff x="1429200" y="2276280"/>
            <a:chExt cx="2592000" cy="2592000"/>
          </a:xfrm>
        </p:grpSpPr>
        <p:sp>
          <p:nvSpPr>
            <p:cNvPr id="2080" name="자유형 38"/>
            <p:cNvSpPr/>
            <p:nvPr/>
          </p:nvSpPr>
          <p:spPr>
            <a:xfrm>
              <a:off x="2410200" y="2276280"/>
              <a:ext cx="294120" cy="250200"/>
            </a:xfrm>
            <a:custGeom>
              <a:avLst/>
              <a:gdLst>
                <a:gd name="textAreaLeft" fmla="*/ 0 w 294120"/>
                <a:gd name="textAreaRight" fmla="*/ 295200 w 294120"/>
                <a:gd name="textAreaTop" fmla="*/ 0 h 250200"/>
                <a:gd name="textAreaBottom" fmla="*/ 251280 h 25020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81" name="자유형 39"/>
            <p:cNvSpPr/>
            <p:nvPr/>
          </p:nvSpPr>
          <p:spPr>
            <a:xfrm>
              <a:off x="2746080" y="2276280"/>
              <a:ext cx="294120" cy="250200"/>
            </a:xfrm>
            <a:custGeom>
              <a:avLst/>
              <a:gdLst>
                <a:gd name="textAreaLeft" fmla="*/ 0 w 294120"/>
                <a:gd name="textAreaRight" fmla="*/ 295200 w 294120"/>
                <a:gd name="textAreaTop" fmla="*/ 0 h 250200"/>
                <a:gd name="textAreaBottom" fmla="*/ 251280 h 25020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82" name="자유형 40"/>
            <p:cNvSpPr/>
            <p:nvPr/>
          </p:nvSpPr>
          <p:spPr>
            <a:xfrm>
              <a:off x="2094840" y="2325600"/>
              <a:ext cx="331200" cy="302400"/>
            </a:xfrm>
            <a:custGeom>
              <a:avLst/>
              <a:gdLst>
                <a:gd name="textAreaLeft" fmla="*/ 0 w 331200"/>
                <a:gd name="textAreaRight" fmla="*/ 332280 w 33120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83" name="자유형 41"/>
            <p:cNvSpPr/>
            <p:nvPr/>
          </p:nvSpPr>
          <p:spPr>
            <a:xfrm>
              <a:off x="3024360" y="2325600"/>
              <a:ext cx="331200" cy="302400"/>
            </a:xfrm>
            <a:custGeom>
              <a:avLst/>
              <a:gdLst>
                <a:gd name="textAreaLeft" fmla="*/ 0 w 331200"/>
                <a:gd name="textAreaRight" fmla="*/ 332280 w 33120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84" name="자유형 42"/>
            <p:cNvSpPr/>
            <p:nvPr/>
          </p:nvSpPr>
          <p:spPr>
            <a:xfrm>
              <a:off x="1823400" y="2460600"/>
              <a:ext cx="345240" cy="335160"/>
            </a:xfrm>
            <a:custGeom>
              <a:avLst/>
              <a:gdLst>
                <a:gd name="textAreaLeft" fmla="*/ 0 w 345240"/>
                <a:gd name="textAreaRight" fmla="*/ 346320 w 345240"/>
                <a:gd name="textAreaTop" fmla="*/ 0 h 335160"/>
                <a:gd name="textAreaBottom" fmla="*/ 336240 h 335160"/>
              </a:gdLst>
              <a:ahLst/>
              <a:rect l="textAreaLeft" t="textAreaTop" r="textAreaRight" b="textAreaBottom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85" name="자유형 43"/>
            <p:cNvSpPr/>
            <p:nvPr/>
          </p:nvSpPr>
          <p:spPr>
            <a:xfrm>
              <a:off x="3281760" y="2460600"/>
              <a:ext cx="345240" cy="335160"/>
            </a:xfrm>
            <a:custGeom>
              <a:avLst/>
              <a:gdLst>
                <a:gd name="textAreaLeft" fmla="*/ 0 w 345240"/>
                <a:gd name="textAreaRight" fmla="*/ 346320 w 345240"/>
                <a:gd name="textAreaTop" fmla="*/ 0 h 335160"/>
                <a:gd name="textAreaBottom" fmla="*/ 336240 h 33516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86" name="자유형 44"/>
            <p:cNvSpPr/>
            <p:nvPr/>
          </p:nvSpPr>
          <p:spPr>
            <a:xfrm>
              <a:off x="1613520" y="2670480"/>
              <a:ext cx="335160" cy="345240"/>
            </a:xfrm>
            <a:custGeom>
              <a:avLst/>
              <a:gdLst>
                <a:gd name="textAreaLeft" fmla="*/ 0 w 335160"/>
                <a:gd name="textAreaRight" fmla="*/ 336240 w 33516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87" name="자유형 45"/>
            <p:cNvSpPr/>
            <p:nvPr/>
          </p:nvSpPr>
          <p:spPr>
            <a:xfrm>
              <a:off x="3501720" y="2670480"/>
              <a:ext cx="335160" cy="345240"/>
            </a:xfrm>
            <a:custGeom>
              <a:avLst/>
              <a:gdLst>
                <a:gd name="textAreaLeft" fmla="*/ 0 w 335160"/>
                <a:gd name="textAreaRight" fmla="*/ 336240 w 33516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88" name="자유형 46"/>
            <p:cNvSpPr/>
            <p:nvPr/>
          </p:nvSpPr>
          <p:spPr>
            <a:xfrm>
              <a:off x="1478520" y="2941920"/>
              <a:ext cx="302400" cy="331200"/>
            </a:xfrm>
            <a:custGeom>
              <a:avLst/>
              <a:gdLst>
                <a:gd name="textAreaLeft" fmla="*/ 0 w 302400"/>
                <a:gd name="textAreaRight" fmla="*/ 303480 w 302400"/>
                <a:gd name="textAreaTop" fmla="*/ 0 h 331200"/>
                <a:gd name="textAreaBottom" fmla="*/ 332280 h 33120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89" name="자유형 47"/>
            <p:cNvSpPr/>
            <p:nvPr/>
          </p:nvSpPr>
          <p:spPr>
            <a:xfrm>
              <a:off x="3669120" y="2941920"/>
              <a:ext cx="302400" cy="331200"/>
            </a:xfrm>
            <a:custGeom>
              <a:avLst/>
              <a:gdLst>
                <a:gd name="textAreaLeft" fmla="*/ 0 w 302400"/>
                <a:gd name="textAreaRight" fmla="*/ 303480 w 302400"/>
                <a:gd name="textAreaTop" fmla="*/ 0 h 331200"/>
                <a:gd name="textAreaBottom" fmla="*/ 332280 h 331200"/>
              </a:gdLst>
              <a:ahLst/>
              <a:rect l="textAreaLeft" t="textAreaTop" r="textAreaRight" b="textAreaBottom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0" name="자유형 48"/>
            <p:cNvSpPr/>
            <p:nvPr/>
          </p:nvSpPr>
          <p:spPr>
            <a:xfrm>
              <a:off x="1429200" y="3257280"/>
              <a:ext cx="250200" cy="294120"/>
            </a:xfrm>
            <a:custGeom>
              <a:avLst/>
              <a:gdLst>
                <a:gd name="textAreaLeft" fmla="*/ 0 w 250200"/>
                <a:gd name="textAreaRight" fmla="*/ 251280 w 250200"/>
                <a:gd name="textAreaTop" fmla="*/ 0 h 294120"/>
                <a:gd name="textAreaBottom" fmla="*/ 295200 h 29412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1" name="자유형 49"/>
            <p:cNvSpPr/>
            <p:nvPr/>
          </p:nvSpPr>
          <p:spPr>
            <a:xfrm>
              <a:off x="3771000" y="3257280"/>
              <a:ext cx="250200" cy="294120"/>
            </a:xfrm>
            <a:custGeom>
              <a:avLst/>
              <a:gdLst>
                <a:gd name="textAreaLeft" fmla="*/ 0 w 250200"/>
                <a:gd name="textAreaRight" fmla="*/ 251280 w 250200"/>
                <a:gd name="textAreaTop" fmla="*/ 0 h 294120"/>
                <a:gd name="textAreaBottom" fmla="*/ 295200 h 29412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2" name="자유형 50"/>
            <p:cNvSpPr/>
            <p:nvPr/>
          </p:nvSpPr>
          <p:spPr>
            <a:xfrm>
              <a:off x="1429200" y="3593160"/>
              <a:ext cx="250200" cy="294120"/>
            </a:xfrm>
            <a:custGeom>
              <a:avLst/>
              <a:gdLst>
                <a:gd name="textAreaLeft" fmla="*/ 0 w 250200"/>
                <a:gd name="textAreaRight" fmla="*/ 251280 w 250200"/>
                <a:gd name="textAreaTop" fmla="*/ 0 h 294120"/>
                <a:gd name="textAreaBottom" fmla="*/ 295200 h 29412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3" name="자유형 51"/>
            <p:cNvSpPr/>
            <p:nvPr/>
          </p:nvSpPr>
          <p:spPr>
            <a:xfrm>
              <a:off x="3771000" y="3593160"/>
              <a:ext cx="250200" cy="294120"/>
            </a:xfrm>
            <a:custGeom>
              <a:avLst/>
              <a:gdLst>
                <a:gd name="textAreaLeft" fmla="*/ 0 w 250200"/>
                <a:gd name="textAreaRight" fmla="*/ 251280 w 250200"/>
                <a:gd name="textAreaTop" fmla="*/ 0 h 294120"/>
                <a:gd name="textAreaBottom" fmla="*/ 295200 h 29412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4" name="자유형 52"/>
            <p:cNvSpPr/>
            <p:nvPr/>
          </p:nvSpPr>
          <p:spPr>
            <a:xfrm>
              <a:off x="3669120" y="3871440"/>
              <a:ext cx="302400" cy="331200"/>
            </a:xfrm>
            <a:custGeom>
              <a:avLst/>
              <a:gdLst>
                <a:gd name="textAreaLeft" fmla="*/ 0 w 302400"/>
                <a:gd name="textAreaRight" fmla="*/ 303480 w 302400"/>
                <a:gd name="textAreaTop" fmla="*/ 0 h 331200"/>
                <a:gd name="textAreaBottom" fmla="*/ 332280 h 33120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5" name="자유형 53"/>
            <p:cNvSpPr/>
            <p:nvPr/>
          </p:nvSpPr>
          <p:spPr>
            <a:xfrm>
              <a:off x="1478520" y="3871440"/>
              <a:ext cx="302400" cy="331200"/>
            </a:xfrm>
            <a:custGeom>
              <a:avLst/>
              <a:gdLst>
                <a:gd name="textAreaLeft" fmla="*/ 0 w 302400"/>
                <a:gd name="textAreaRight" fmla="*/ 303480 w 302400"/>
                <a:gd name="textAreaTop" fmla="*/ 0 h 331200"/>
                <a:gd name="textAreaBottom" fmla="*/ 332280 h 33120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6" name="자유형 54"/>
            <p:cNvSpPr/>
            <p:nvPr/>
          </p:nvSpPr>
          <p:spPr>
            <a:xfrm>
              <a:off x="3501720" y="4128840"/>
              <a:ext cx="335160" cy="345240"/>
            </a:xfrm>
            <a:custGeom>
              <a:avLst/>
              <a:gdLst>
                <a:gd name="textAreaLeft" fmla="*/ 0 w 335160"/>
                <a:gd name="textAreaRight" fmla="*/ 336240 w 33516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7" name="자유형 55"/>
            <p:cNvSpPr/>
            <p:nvPr/>
          </p:nvSpPr>
          <p:spPr>
            <a:xfrm>
              <a:off x="1613520" y="4128840"/>
              <a:ext cx="335160" cy="345240"/>
            </a:xfrm>
            <a:custGeom>
              <a:avLst/>
              <a:gdLst>
                <a:gd name="textAreaLeft" fmla="*/ 0 w 335160"/>
                <a:gd name="textAreaRight" fmla="*/ 336240 w 33516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8" name="자유형 56"/>
            <p:cNvSpPr/>
            <p:nvPr/>
          </p:nvSpPr>
          <p:spPr>
            <a:xfrm>
              <a:off x="3281760" y="4348800"/>
              <a:ext cx="345240" cy="335160"/>
            </a:xfrm>
            <a:custGeom>
              <a:avLst/>
              <a:gdLst>
                <a:gd name="textAreaLeft" fmla="*/ 0 w 345240"/>
                <a:gd name="textAreaRight" fmla="*/ 346320 w 345240"/>
                <a:gd name="textAreaTop" fmla="*/ 0 h 335160"/>
                <a:gd name="textAreaBottom" fmla="*/ 336240 h 335160"/>
              </a:gdLst>
              <a:ahLst/>
              <a:rect l="textAreaLeft" t="textAreaTop" r="textAreaRight" b="textAreaBottom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99" name="자유형 57"/>
            <p:cNvSpPr/>
            <p:nvPr/>
          </p:nvSpPr>
          <p:spPr>
            <a:xfrm>
              <a:off x="1823400" y="4348800"/>
              <a:ext cx="345240" cy="335160"/>
            </a:xfrm>
            <a:custGeom>
              <a:avLst/>
              <a:gdLst>
                <a:gd name="textAreaLeft" fmla="*/ 0 w 345240"/>
                <a:gd name="textAreaRight" fmla="*/ 346320 w 345240"/>
                <a:gd name="textAreaTop" fmla="*/ 0 h 335160"/>
                <a:gd name="textAreaBottom" fmla="*/ 336240 h 33516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00" name="자유형 58"/>
            <p:cNvSpPr/>
            <p:nvPr/>
          </p:nvSpPr>
          <p:spPr>
            <a:xfrm>
              <a:off x="3024360" y="4516200"/>
              <a:ext cx="331200" cy="302400"/>
            </a:xfrm>
            <a:custGeom>
              <a:avLst/>
              <a:gdLst>
                <a:gd name="textAreaLeft" fmla="*/ 0 w 331200"/>
                <a:gd name="textAreaRight" fmla="*/ 332280 w 33120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01" name="자유형 59"/>
            <p:cNvSpPr/>
            <p:nvPr/>
          </p:nvSpPr>
          <p:spPr>
            <a:xfrm>
              <a:off x="2094840" y="4516200"/>
              <a:ext cx="331200" cy="302400"/>
            </a:xfrm>
            <a:custGeom>
              <a:avLst/>
              <a:gdLst>
                <a:gd name="textAreaLeft" fmla="*/ 0 w 331200"/>
                <a:gd name="textAreaRight" fmla="*/ 332280 w 33120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02" name="자유형 60"/>
            <p:cNvSpPr/>
            <p:nvPr/>
          </p:nvSpPr>
          <p:spPr>
            <a:xfrm>
              <a:off x="2746080" y="4618080"/>
              <a:ext cx="294120" cy="250200"/>
            </a:xfrm>
            <a:custGeom>
              <a:avLst/>
              <a:gdLst>
                <a:gd name="textAreaLeft" fmla="*/ 0 w 294120"/>
                <a:gd name="textAreaRight" fmla="*/ 295200 w 294120"/>
                <a:gd name="textAreaTop" fmla="*/ 0 h 250200"/>
                <a:gd name="textAreaBottom" fmla="*/ 251280 h 25020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03" name="자유형 61"/>
            <p:cNvSpPr/>
            <p:nvPr/>
          </p:nvSpPr>
          <p:spPr>
            <a:xfrm>
              <a:off x="2410200" y="4618080"/>
              <a:ext cx="294120" cy="250200"/>
            </a:xfrm>
            <a:custGeom>
              <a:avLst/>
              <a:gdLst>
                <a:gd name="textAreaLeft" fmla="*/ 0 w 294120"/>
                <a:gd name="textAreaRight" fmla="*/ 295200 w 294120"/>
                <a:gd name="textAreaTop" fmla="*/ 0 h 250200"/>
                <a:gd name="textAreaBottom" fmla="*/ 251280 h 25020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04" name="TextBox 62"/>
            <p:cNvSpPr/>
            <p:nvPr/>
          </p:nvSpPr>
          <p:spPr>
            <a:xfrm>
              <a:off x="1958400" y="3099960"/>
              <a:ext cx="1533600" cy="9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5400" spc="-1" strike="noStrike">
                  <a:solidFill>
                    <a:srgbClr val="002452"/>
                  </a:solidFill>
                  <a:latin typeface="본고딕 Bold"/>
                  <a:ea typeface="본고딕 Bold"/>
                </a:rPr>
                <a:t>25%</a:t>
              </a:r>
              <a:endParaRPr b="0" lang="en-US" sz="5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2105" name="그룹 64"/>
          <p:cNvGrpSpPr/>
          <p:nvPr/>
        </p:nvGrpSpPr>
        <p:grpSpPr>
          <a:xfrm>
            <a:off x="5662440" y="2276280"/>
            <a:ext cx="2592360" cy="2592000"/>
            <a:chOff x="5662440" y="2276280"/>
            <a:chExt cx="2592360" cy="2592000"/>
          </a:xfrm>
        </p:grpSpPr>
        <p:sp>
          <p:nvSpPr>
            <p:cNvPr id="2106" name="자유형 65"/>
            <p:cNvSpPr/>
            <p:nvPr/>
          </p:nvSpPr>
          <p:spPr>
            <a:xfrm>
              <a:off x="6643440" y="2276280"/>
              <a:ext cx="294120" cy="250200"/>
            </a:xfrm>
            <a:custGeom>
              <a:avLst/>
              <a:gdLst>
                <a:gd name="textAreaLeft" fmla="*/ 0 w 294120"/>
                <a:gd name="textAreaRight" fmla="*/ 295200 w 294120"/>
                <a:gd name="textAreaTop" fmla="*/ 0 h 250200"/>
                <a:gd name="textAreaBottom" fmla="*/ 251280 h 25020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07" name="자유형 66"/>
            <p:cNvSpPr/>
            <p:nvPr/>
          </p:nvSpPr>
          <p:spPr>
            <a:xfrm>
              <a:off x="6979680" y="2276280"/>
              <a:ext cx="294120" cy="250200"/>
            </a:xfrm>
            <a:custGeom>
              <a:avLst/>
              <a:gdLst>
                <a:gd name="textAreaLeft" fmla="*/ 0 w 294120"/>
                <a:gd name="textAreaRight" fmla="*/ 295200 w 294120"/>
                <a:gd name="textAreaTop" fmla="*/ 0 h 250200"/>
                <a:gd name="textAreaBottom" fmla="*/ 251280 h 25020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08" name="자유형 67"/>
            <p:cNvSpPr/>
            <p:nvPr/>
          </p:nvSpPr>
          <p:spPr>
            <a:xfrm>
              <a:off x="6328080" y="2325600"/>
              <a:ext cx="331200" cy="302400"/>
            </a:xfrm>
            <a:custGeom>
              <a:avLst/>
              <a:gdLst>
                <a:gd name="textAreaLeft" fmla="*/ 0 w 331200"/>
                <a:gd name="textAreaRight" fmla="*/ 332280 w 33120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09" name="자유형 68"/>
            <p:cNvSpPr/>
            <p:nvPr/>
          </p:nvSpPr>
          <p:spPr>
            <a:xfrm>
              <a:off x="7257600" y="2325600"/>
              <a:ext cx="331200" cy="302400"/>
            </a:xfrm>
            <a:custGeom>
              <a:avLst/>
              <a:gdLst>
                <a:gd name="textAreaLeft" fmla="*/ 0 w 331200"/>
                <a:gd name="textAreaRight" fmla="*/ 332280 w 33120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0" name="자유형 69"/>
            <p:cNvSpPr/>
            <p:nvPr/>
          </p:nvSpPr>
          <p:spPr>
            <a:xfrm>
              <a:off x="6056640" y="2460600"/>
              <a:ext cx="345240" cy="335160"/>
            </a:xfrm>
            <a:custGeom>
              <a:avLst/>
              <a:gdLst>
                <a:gd name="textAreaLeft" fmla="*/ 0 w 345240"/>
                <a:gd name="textAreaRight" fmla="*/ 346320 w 345240"/>
                <a:gd name="textAreaTop" fmla="*/ 0 h 335160"/>
                <a:gd name="textAreaBottom" fmla="*/ 336240 h 335160"/>
              </a:gdLst>
              <a:ahLst/>
              <a:rect l="textAreaLeft" t="textAreaTop" r="textAreaRight" b="textAreaBottom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1" name="자유형 70"/>
            <p:cNvSpPr/>
            <p:nvPr/>
          </p:nvSpPr>
          <p:spPr>
            <a:xfrm>
              <a:off x="7515000" y="2460600"/>
              <a:ext cx="345240" cy="335160"/>
            </a:xfrm>
            <a:custGeom>
              <a:avLst/>
              <a:gdLst>
                <a:gd name="textAreaLeft" fmla="*/ 0 w 345240"/>
                <a:gd name="textAreaRight" fmla="*/ 346320 w 345240"/>
                <a:gd name="textAreaTop" fmla="*/ 0 h 335160"/>
                <a:gd name="textAreaBottom" fmla="*/ 336240 h 33516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2" name="자유형 71"/>
            <p:cNvSpPr/>
            <p:nvPr/>
          </p:nvSpPr>
          <p:spPr>
            <a:xfrm>
              <a:off x="5846760" y="2670480"/>
              <a:ext cx="335160" cy="345240"/>
            </a:xfrm>
            <a:custGeom>
              <a:avLst/>
              <a:gdLst>
                <a:gd name="textAreaLeft" fmla="*/ 0 w 335160"/>
                <a:gd name="textAreaRight" fmla="*/ 336240 w 33516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3" name="자유형 72"/>
            <p:cNvSpPr/>
            <p:nvPr/>
          </p:nvSpPr>
          <p:spPr>
            <a:xfrm>
              <a:off x="7735320" y="2670480"/>
              <a:ext cx="335160" cy="345240"/>
            </a:xfrm>
            <a:custGeom>
              <a:avLst/>
              <a:gdLst>
                <a:gd name="textAreaLeft" fmla="*/ 0 w 335160"/>
                <a:gd name="textAreaRight" fmla="*/ 336240 w 33516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4" name="자유형 73"/>
            <p:cNvSpPr/>
            <p:nvPr/>
          </p:nvSpPr>
          <p:spPr>
            <a:xfrm>
              <a:off x="5712120" y="2941920"/>
              <a:ext cx="302400" cy="331200"/>
            </a:xfrm>
            <a:custGeom>
              <a:avLst/>
              <a:gdLst>
                <a:gd name="textAreaLeft" fmla="*/ 0 w 302400"/>
                <a:gd name="textAreaRight" fmla="*/ 303480 w 302400"/>
                <a:gd name="textAreaTop" fmla="*/ 0 h 331200"/>
                <a:gd name="textAreaBottom" fmla="*/ 332280 h 33120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5" name="자유형 74"/>
            <p:cNvSpPr/>
            <p:nvPr/>
          </p:nvSpPr>
          <p:spPr>
            <a:xfrm>
              <a:off x="7902720" y="2941920"/>
              <a:ext cx="302400" cy="331200"/>
            </a:xfrm>
            <a:custGeom>
              <a:avLst/>
              <a:gdLst>
                <a:gd name="textAreaLeft" fmla="*/ 0 w 302400"/>
                <a:gd name="textAreaRight" fmla="*/ 303480 w 302400"/>
                <a:gd name="textAreaTop" fmla="*/ 0 h 331200"/>
                <a:gd name="textAreaBottom" fmla="*/ 332280 h 331200"/>
              </a:gdLst>
              <a:ahLst/>
              <a:rect l="textAreaLeft" t="textAreaTop" r="textAreaRight" b="textAreaBottom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6" name="자유형 75"/>
            <p:cNvSpPr/>
            <p:nvPr/>
          </p:nvSpPr>
          <p:spPr>
            <a:xfrm>
              <a:off x="5662440" y="3257280"/>
              <a:ext cx="250200" cy="294120"/>
            </a:xfrm>
            <a:custGeom>
              <a:avLst/>
              <a:gdLst>
                <a:gd name="textAreaLeft" fmla="*/ 0 w 250200"/>
                <a:gd name="textAreaRight" fmla="*/ 251280 w 250200"/>
                <a:gd name="textAreaTop" fmla="*/ 0 h 294120"/>
                <a:gd name="textAreaBottom" fmla="*/ 295200 h 29412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7" name="자유형 76"/>
            <p:cNvSpPr/>
            <p:nvPr/>
          </p:nvSpPr>
          <p:spPr>
            <a:xfrm>
              <a:off x="8004600" y="3257280"/>
              <a:ext cx="250200" cy="294120"/>
            </a:xfrm>
            <a:custGeom>
              <a:avLst/>
              <a:gdLst>
                <a:gd name="textAreaLeft" fmla="*/ 0 w 250200"/>
                <a:gd name="textAreaRight" fmla="*/ 251280 w 250200"/>
                <a:gd name="textAreaTop" fmla="*/ 0 h 294120"/>
                <a:gd name="textAreaBottom" fmla="*/ 295200 h 29412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8" name="자유형 77"/>
            <p:cNvSpPr/>
            <p:nvPr/>
          </p:nvSpPr>
          <p:spPr>
            <a:xfrm>
              <a:off x="5662440" y="3593160"/>
              <a:ext cx="250200" cy="294120"/>
            </a:xfrm>
            <a:custGeom>
              <a:avLst/>
              <a:gdLst>
                <a:gd name="textAreaLeft" fmla="*/ 0 w 250200"/>
                <a:gd name="textAreaRight" fmla="*/ 251280 w 250200"/>
                <a:gd name="textAreaTop" fmla="*/ 0 h 294120"/>
                <a:gd name="textAreaBottom" fmla="*/ 295200 h 29412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19" name="자유형 78"/>
            <p:cNvSpPr/>
            <p:nvPr/>
          </p:nvSpPr>
          <p:spPr>
            <a:xfrm>
              <a:off x="8004600" y="3593160"/>
              <a:ext cx="250200" cy="294120"/>
            </a:xfrm>
            <a:custGeom>
              <a:avLst/>
              <a:gdLst>
                <a:gd name="textAreaLeft" fmla="*/ 0 w 250200"/>
                <a:gd name="textAreaRight" fmla="*/ 251280 w 250200"/>
                <a:gd name="textAreaTop" fmla="*/ 0 h 294120"/>
                <a:gd name="textAreaBottom" fmla="*/ 295200 h 29412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0" name="자유형 79"/>
            <p:cNvSpPr/>
            <p:nvPr/>
          </p:nvSpPr>
          <p:spPr>
            <a:xfrm>
              <a:off x="7902720" y="3871440"/>
              <a:ext cx="302400" cy="331200"/>
            </a:xfrm>
            <a:custGeom>
              <a:avLst/>
              <a:gdLst>
                <a:gd name="textAreaLeft" fmla="*/ 0 w 302400"/>
                <a:gd name="textAreaRight" fmla="*/ 303480 w 302400"/>
                <a:gd name="textAreaTop" fmla="*/ 0 h 331200"/>
                <a:gd name="textAreaBottom" fmla="*/ 332280 h 33120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1" name="자유형 80"/>
            <p:cNvSpPr/>
            <p:nvPr/>
          </p:nvSpPr>
          <p:spPr>
            <a:xfrm>
              <a:off x="5712120" y="3871440"/>
              <a:ext cx="302400" cy="331200"/>
            </a:xfrm>
            <a:custGeom>
              <a:avLst/>
              <a:gdLst>
                <a:gd name="textAreaLeft" fmla="*/ 0 w 302400"/>
                <a:gd name="textAreaRight" fmla="*/ 303480 w 302400"/>
                <a:gd name="textAreaTop" fmla="*/ 0 h 331200"/>
                <a:gd name="textAreaBottom" fmla="*/ 332280 h 33120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2" name="자유형 81"/>
            <p:cNvSpPr/>
            <p:nvPr/>
          </p:nvSpPr>
          <p:spPr>
            <a:xfrm>
              <a:off x="7735320" y="4128840"/>
              <a:ext cx="335160" cy="345240"/>
            </a:xfrm>
            <a:custGeom>
              <a:avLst/>
              <a:gdLst>
                <a:gd name="textAreaLeft" fmla="*/ 0 w 335160"/>
                <a:gd name="textAreaRight" fmla="*/ 336240 w 33516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3" name="자유형 82"/>
            <p:cNvSpPr/>
            <p:nvPr/>
          </p:nvSpPr>
          <p:spPr>
            <a:xfrm>
              <a:off x="5846760" y="4128840"/>
              <a:ext cx="335160" cy="345240"/>
            </a:xfrm>
            <a:custGeom>
              <a:avLst/>
              <a:gdLst>
                <a:gd name="textAreaLeft" fmla="*/ 0 w 335160"/>
                <a:gd name="textAreaRight" fmla="*/ 336240 w 335160"/>
                <a:gd name="textAreaTop" fmla="*/ 0 h 345240"/>
                <a:gd name="textAreaBottom" fmla="*/ 346320 h 34524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4" name="자유형 83"/>
            <p:cNvSpPr/>
            <p:nvPr/>
          </p:nvSpPr>
          <p:spPr>
            <a:xfrm>
              <a:off x="7515000" y="4348800"/>
              <a:ext cx="345240" cy="335160"/>
            </a:xfrm>
            <a:custGeom>
              <a:avLst/>
              <a:gdLst>
                <a:gd name="textAreaLeft" fmla="*/ 0 w 345240"/>
                <a:gd name="textAreaRight" fmla="*/ 346320 w 345240"/>
                <a:gd name="textAreaTop" fmla="*/ 0 h 335160"/>
                <a:gd name="textAreaBottom" fmla="*/ 336240 h 335160"/>
              </a:gdLst>
              <a:ahLst/>
              <a:rect l="textAreaLeft" t="textAreaTop" r="textAreaRight" b="textAreaBottom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5" name="자유형 84"/>
            <p:cNvSpPr/>
            <p:nvPr/>
          </p:nvSpPr>
          <p:spPr>
            <a:xfrm>
              <a:off x="6056640" y="4348800"/>
              <a:ext cx="345240" cy="335160"/>
            </a:xfrm>
            <a:custGeom>
              <a:avLst/>
              <a:gdLst>
                <a:gd name="textAreaLeft" fmla="*/ 0 w 345240"/>
                <a:gd name="textAreaRight" fmla="*/ 346320 w 345240"/>
                <a:gd name="textAreaTop" fmla="*/ 0 h 335160"/>
                <a:gd name="textAreaBottom" fmla="*/ 336240 h 33516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6" name="자유형 85"/>
            <p:cNvSpPr/>
            <p:nvPr/>
          </p:nvSpPr>
          <p:spPr>
            <a:xfrm>
              <a:off x="7257600" y="4516200"/>
              <a:ext cx="331200" cy="302400"/>
            </a:xfrm>
            <a:custGeom>
              <a:avLst/>
              <a:gdLst>
                <a:gd name="textAreaLeft" fmla="*/ 0 w 331200"/>
                <a:gd name="textAreaRight" fmla="*/ 332280 w 33120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7" name="자유형 86"/>
            <p:cNvSpPr/>
            <p:nvPr/>
          </p:nvSpPr>
          <p:spPr>
            <a:xfrm>
              <a:off x="6328080" y="4516200"/>
              <a:ext cx="331200" cy="302400"/>
            </a:xfrm>
            <a:custGeom>
              <a:avLst/>
              <a:gdLst>
                <a:gd name="textAreaLeft" fmla="*/ 0 w 331200"/>
                <a:gd name="textAreaRight" fmla="*/ 332280 w 331200"/>
                <a:gd name="textAreaTop" fmla="*/ 0 h 302400"/>
                <a:gd name="textAreaBottom" fmla="*/ 303480 h 30240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8" name="자유형 87"/>
            <p:cNvSpPr/>
            <p:nvPr/>
          </p:nvSpPr>
          <p:spPr>
            <a:xfrm>
              <a:off x="6979680" y="4618080"/>
              <a:ext cx="294120" cy="250200"/>
            </a:xfrm>
            <a:custGeom>
              <a:avLst/>
              <a:gdLst>
                <a:gd name="textAreaLeft" fmla="*/ 0 w 294120"/>
                <a:gd name="textAreaRight" fmla="*/ 295200 w 294120"/>
                <a:gd name="textAreaTop" fmla="*/ 0 h 250200"/>
                <a:gd name="textAreaBottom" fmla="*/ 251280 h 25020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29" name="자유형 88"/>
            <p:cNvSpPr/>
            <p:nvPr/>
          </p:nvSpPr>
          <p:spPr>
            <a:xfrm>
              <a:off x="6643440" y="4618080"/>
              <a:ext cx="294120" cy="250200"/>
            </a:xfrm>
            <a:custGeom>
              <a:avLst/>
              <a:gdLst>
                <a:gd name="textAreaLeft" fmla="*/ 0 w 294120"/>
                <a:gd name="textAreaRight" fmla="*/ 295200 w 294120"/>
                <a:gd name="textAreaTop" fmla="*/ 0 h 250200"/>
                <a:gd name="textAreaBottom" fmla="*/ 251280 h 25020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130" name="TextBox 89"/>
            <p:cNvSpPr/>
            <p:nvPr/>
          </p:nvSpPr>
          <p:spPr>
            <a:xfrm>
              <a:off x="6191640" y="3099960"/>
              <a:ext cx="1533600" cy="9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5400" spc="-1" strike="noStrike">
                  <a:solidFill>
                    <a:srgbClr val="d55633"/>
                  </a:solidFill>
                  <a:latin typeface="본고딕 Bold"/>
                  <a:ea typeface="본고딕 Bold"/>
                </a:rPr>
                <a:t>50%</a:t>
              </a:r>
              <a:endParaRPr b="0" lang="en-US" sz="5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2131" name="TextBox 90"/>
          <p:cNvSpPr/>
          <p:nvPr/>
        </p:nvSpPr>
        <p:spPr>
          <a:xfrm>
            <a:off x="1416600" y="5078520"/>
            <a:ext cx="261756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2" name="TextBox 91"/>
          <p:cNvSpPr/>
          <p:nvPr/>
        </p:nvSpPr>
        <p:spPr>
          <a:xfrm>
            <a:off x="5649840" y="5078520"/>
            <a:ext cx="261756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6" name="PlaceHolder 4"/>
          <p:cNvSpPr>
            <a:spLocks noGrp="1"/>
          </p:cNvSpPr>
          <p:nvPr>
            <p:ph type="sldNum" idx="146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2E576E4-14BF-451F-93E1-356906C3EA4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37" name="PlaceHolder 5"/>
          <p:cNvSpPr>
            <a:spLocks noGrp="1"/>
          </p:cNvSpPr>
          <p:nvPr>
            <p:ph type="ftr" idx="147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38" name="TextBox 666"/>
          <p:cNvSpPr/>
          <p:nvPr/>
        </p:nvSpPr>
        <p:spPr>
          <a:xfrm>
            <a:off x="4821120" y="1864440"/>
            <a:ext cx="1240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8ba2bb"/>
                </a:solidFill>
                <a:latin typeface="본고딕 Bold"/>
                <a:ea typeface="본고딕 Bold"/>
              </a:rPr>
              <a:t>85</a:t>
            </a:r>
            <a:r>
              <a:rPr b="0" lang="en-US" sz="1600" spc="-1" strike="noStrike">
                <a:solidFill>
                  <a:srgbClr val="8ba2bb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9" name="TextBox 667"/>
          <p:cNvSpPr/>
          <p:nvPr/>
        </p:nvSpPr>
        <p:spPr>
          <a:xfrm>
            <a:off x="4821120" y="2952360"/>
            <a:ext cx="1240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2452"/>
                </a:solidFill>
                <a:latin typeface="본고딕 Bold"/>
                <a:ea typeface="본고딕 Bold"/>
              </a:rPr>
              <a:t>78</a:t>
            </a:r>
            <a:r>
              <a:rPr b="0" lang="en-US" sz="1600" spc="-1" strike="noStrike">
                <a:solidFill>
                  <a:srgbClr val="002452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0" name="TextBox 668"/>
          <p:cNvSpPr/>
          <p:nvPr/>
        </p:nvSpPr>
        <p:spPr>
          <a:xfrm>
            <a:off x="4821120" y="4040280"/>
            <a:ext cx="1240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b7d0d4"/>
                </a:solidFill>
                <a:latin typeface="본고딕 Bold"/>
                <a:ea typeface="본고딕 Bold"/>
              </a:rPr>
              <a:t>65</a:t>
            </a:r>
            <a:r>
              <a:rPr b="0" lang="en-US" sz="1600" spc="-1" strike="noStrike">
                <a:solidFill>
                  <a:srgbClr val="b7d0d4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1" name="TextBox 669"/>
          <p:cNvSpPr/>
          <p:nvPr/>
        </p:nvSpPr>
        <p:spPr>
          <a:xfrm>
            <a:off x="4821120" y="5127840"/>
            <a:ext cx="1240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b6b6b6"/>
                </a:solidFill>
                <a:latin typeface="본고딕 Bold"/>
                <a:ea typeface="본고딕 Bold"/>
              </a:rPr>
              <a:t>55</a:t>
            </a:r>
            <a:r>
              <a:rPr b="0" lang="en-US" sz="1600" spc="-1" strike="noStrike">
                <a:solidFill>
                  <a:srgbClr val="b6b6b6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2" name="TextBox 686"/>
          <p:cNvSpPr/>
          <p:nvPr/>
        </p:nvSpPr>
        <p:spPr>
          <a:xfrm>
            <a:off x="2466720" y="1841400"/>
            <a:ext cx="1949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8ba2bb"/>
                </a:solidFill>
                <a:latin typeface="본고딕 Medium"/>
                <a:ea typeface="본고딕 Medium"/>
              </a:rPr>
              <a:t>포항제강소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3" name="TextBox 687"/>
          <p:cNvSpPr/>
          <p:nvPr/>
        </p:nvSpPr>
        <p:spPr>
          <a:xfrm>
            <a:off x="2466720" y="2197800"/>
            <a:ext cx="14749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인천제강소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4" name="TextBox 688"/>
          <p:cNvSpPr/>
          <p:nvPr/>
        </p:nvSpPr>
        <p:spPr>
          <a:xfrm>
            <a:off x="2466720" y="2554200"/>
            <a:ext cx="14749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b7d0d4"/>
                </a:solidFill>
                <a:latin typeface="본고딕 Medium"/>
                <a:ea typeface="본고딕 Medium"/>
              </a:rPr>
              <a:t>당진공장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5" name="TextBox 689"/>
          <p:cNvSpPr/>
          <p:nvPr/>
        </p:nvSpPr>
        <p:spPr>
          <a:xfrm>
            <a:off x="2466720" y="2910600"/>
            <a:ext cx="14749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757575"/>
                </a:solidFill>
                <a:latin typeface="본고딕 Medium"/>
                <a:ea typeface="본고딕 Medium"/>
              </a:rPr>
              <a:t>부산공장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6" name="Rectangle 5"/>
          <p:cNvSpPr/>
          <p:nvPr/>
        </p:nvSpPr>
        <p:spPr>
          <a:xfrm>
            <a:off x="6063120" y="1806480"/>
            <a:ext cx="3382920" cy="95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포항제강소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형강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7" name="Rectangle 9"/>
          <p:cNvSpPr/>
          <p:nvPr/>
        </p:nvSpPr>
        <p:spPr>
          <a:xfrm>
            <a:off x="6063120" y="2894400"/>
            <a:ext cx="3382920" cy="95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인천제강소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봉강 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8" name="Rectangle 13"/>
          <p:cNvSpPr/>
          <p:nvPr/>
        </p:nvSpPr>
        <p:spPr>
          <a:xfrm>
            <a:off x="6063120" y="3982320"/>
            <a:ext cx="3382920" cy="95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당진공장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후판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9" name="Rectangle 17"/>
          <p:cNvSpPr/>
          <p:nvPr/>
        </p:nvSpPr>
        <p:spPr>
          <a:xfrm>
            <a:off x="6063120" y="5069880"/>
            <a:ext cx="3382920" cy="95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부산공장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냉연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3" name="PlaceHolder 4"/>
          <p:cNvSpPr>
            <a:spLocks noGrp="1"/>
          </p:cNvSpPr>
          <p:nvPr>
            <p:ph type="sldNum" idx="148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D7C2AD-EDFF-4CC5-9B39-8853E27833B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54" name="PlaceHolder 5"/>
          <p:cNvSpPr>
            <a:spLocks noGrp="1"/>
          </p:cNvSpPr>
          <p:nvPr>
            <p:ph type="ftr" idx="149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55" name="Rounded Rectangle 3"/>
          <p:cNvSpPr/>
          <p:nvPr/>
        </p:nvSpPr>
        <p:spPr>
          <a:xfrm>
            <a:off x="1255680" y="2030400"/>
            <a:ext cx="7834320" cy="73044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56" name="Rounded Rectangle 9"/>
          <p:cNvSpPr/>
          <p:nvPr/>
        </p:nvSpPr>
        <p:spPr>
          <a:xfrm rot="10800000">
            <a:off x="1257120" y="2870280"/>
            <a:ext cx="7834320" cy="73044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57" name="Rounded Rectangle 15"/>
          <p:cNvSpPr/>
          <p:nvPr/>
        </p:nvSpPr>
        <p:spPr>
          <a:xfrm>
            <a:off x="1255680" y="3710520"/>
            <a:ext cx="7834320" cy="73044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58" name="Rounded Rectangle 21"/>
          <p:cNvSpPr/>
          <p:nvPr/>
        </p:nvSpPr>
        <p:spPr>
          <a:xfrm rot="10800000">
            <a:off x="1257120" y="4550760"/>
            <a:ext cx="7834320" cy="73044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59" name="Rounded Rectangle 9"/>
          <p:cNvSpPr/>
          <p:nvPr/>
        </p:nvSpPr>
        <p:spPr>
          <a:xfrm>
            <a:off x="764280" y="2030400"/>
            <a:ext cx="447120" cy="73044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0" name="Rounded Rectangle 21"/>
          <p:cNvSpPr/>
          <p:nvPr/>
        </p:nvSpPr>
        <p:spPr>
          <a:xfrm rot="10800000">
            <a:off x="1257120" y="5391000"/>
            <a:ext cx="7834320" cy="73044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aphicFrame>
        <p:nvGraphicFramePr>
          <p:cNvPr id="2161" name="Table 31"/>
          <p:cNvGraphicFramePr/>
          <p:nvPr/>
        </p:nvGraphicFramePr>
        <p:xfrm>
          <a:off x="1255680" y="1613880"/>
          <a:ext cx="7831080" cy="4705920"/>
        </p:xfrm>
        <a:graphic>
          <a:graphicData uri="http://schemas.openxmlformats.org/drawingml/2006/table">
            <a:tbl>
              <a:tblPr/>
              <a:tblGrid>
                <a:gridCol w="251784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</a:tblGrid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Jan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Feb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Mar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Apr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May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Jun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Jul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Aug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Sep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Oct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Nov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Dec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400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2162" name="Rectangle 32"/>
          <p:cNvSpPr/>
          <p:nvPr/>
        </p:nvSpPr>
        <p:spPr>
          <a:xfrm>
            <a:off x="3831480" y="2066040"/>
            <a:ext cx="1273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3" name="Rectangle 33"/>
          <p:cNvSpPr/>
          <p:nvPr/>
        </p:nvSpPr>
        <p:spPr>
          <a:xfrm>
            <a:off x="4671720" y="3746160"/>
            <a:ext cx="1273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4" name="Rectangle 34"/>
          <p:cNvSpPr/>
          <p:nvPr/>
        </p:nvSpPr>
        <p:spPr>
          <a:xfrm>
            <a:off x="6967440" y="5426640"/>
            <a:ext cx="1273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5" name="Rectangle 36"/>
          <p:cNvSpPr/>
          <p:nvPr/>
        </p:nvSpPr>
        <p:spPr>
          <a:xfrm>
            <a:off x="4287600" y="2913120"/>
            <a:ext cx="1273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6" name="Rectangle 37"/>
          <p:cNvSpPr/>
          <p:nvPr/>
        </p:nvSpPr>
        <p:spPr>
          <a:xfrm>
            <a:off x="5562000" y="4586400"/>
            <a:ext cx="1273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7" name="Rounded Rectangle 9"/>
          <p:cNvSpPr/>
          <p:nvPr/>
        </p:nvSpPr>
        <p:spPr>
          <a:xfrm>
            <a:off x="764280" y="2870280"/>
            <a:ext cx="447120" cy="73044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8" name="Rounded Rectangle 9"/>
          <p:cNvSpPr/>
          <p:nvPr/>
        </p:nvSpPr>
        <p:spPr>
          <a:xfrm>
            <a:off x="764280" y="3710520"/>
            <a:ext cx="447120" cy="73044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9" name="Rounded Rectangle 9"/>
          <p:cNvSpPr/>
          <p:nvPr/>
        </p:nvSpPr>
        <p:spPr>
          <a:xfrm>
            <a:off x="764280" y="4550760"/>
            <a:ext cx="447120" cy="73044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0" name="Rounded Rectangle 9"/>
          <p:cNvSpPr/>
          <p:nvPr/>
        </p:nvSpPr>
        <p:spPr>
          <a:xfrm>
            <a:off x="764280" y="5391000"/>
            <a:ext cx="447120" cy="73044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5" name="PlaceHolder 5"/>
          <p:cNvSpPr>
            <a:spLocks noGrp="1"/>
          </p:cNvSpPr>
          <p:nvPr>
            <p:ph type="sldNum" idx="150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454A07-72E2-4100-BD09-211A26FB6A5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76" name="PlaceHolder 6"/>
          <p:cNvSpPr>
            <a:spLocks noGrp="1"/>
          </p:cNvSpPr>
          <p:nvPr>
            <p:ph type="ftr" idx="151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aphicFrame>
        <p:nvGraphicFramePr>
          <p:cNvPr id="2177" name="Table 28"/>
          <p:cNvGraphicFramePr/>
          <p:nvPr/>
        </p:nvGraphicFramePr>
        <p:xfrm>
          <a:off x="518040" y="2529360"/>
          <a:ext cx="8869320" cy="351324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457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128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Feb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Mar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Apr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May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Jun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Jul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Aug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Sep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Oct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Nov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Dec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78" name="Rectangle: Rounded Corners 37"/>
          <p:cNvSpPr/>
          <p:nvPr/>
        </p:nvSpPr>
        <p:spPr>
          <a:xfrm>
            <a:off x="3134520" y="4300200"/>
            <a:ext cx="5141520" cy="2732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9" name="Rectangle: Rounded Corners 38"/>
          <p:cNvSpPr/>
          <p:nvPr/>
        </p:nvSpPr>
        <p:spPr>
          <a:xfrm>
            <a:off x="5605920" y="5673600"/>
            <a:ext cx="3028680" cy="2732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0" name="Rectangle: Rounded Corners 39"/>
          <p:cNvSpPr/>
          <p:nvPr/>
        </p:nvSpPr>
        <p:spPr>
          <a:xfrm>
            <a:off x="2444040" y="3853800"/>
            <a:ext cx="2349000" cy="2732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1" name="Rectangle: Rounded Corners 41"/>
          <p:cNvSpPr/>
          <p:nvPr/>
        </p:nvSpPr>
        <p:spPr>
          <a:xfrm>
            <a:off x="1777680" y="3396240"/>
            <a:ext cx="3665160" cy="2732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2" name="Rectangle: Rounded Corners 42"/>
          <p:cNvSpPr/>
          <p:nvPr/>
        </p:nvSpPr>
        <p:spPr>
          <a:xfrm>
            <a:off x="3134520" y="4772880"/>
            <a:ext cx="2189520" cy="2732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183" name="Rectangle: Rounded Corners 43"/>
          <p:cNvSpPr/>
          <p:nvPr/>
        </p:nvSpPr>
        <p:spPr>
          <a:xfrm>
            <a:off x="3761640" y="5217840"/>
            <a:ext cx="2723040" cy="2732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7" name="PlaceHolder 4"/>
          <p:cNvSpPr>
            <a:spLocks noGrp="1"/>
          </p:cNvSpPr>
          <p:nvPr>
            <p:ph type="sldNum" idx="152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3D042D-730E-4AC9-B962-6B8E426E5F9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88" name="PlaceHolder 5"/>
          <p:cNvSpPr>
            <a:spLocks noGrp="1"/>
          </p:cNvSpPr>
          <p:nvPr>
            <p:ph type="ftr" idx="153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aphicFrame>
        <p:nvGraphicFramePr>
          <p:cNvPr id="2189" name="Table Placeholder 5"/>
          <p:cNvGraphicFramePr/>
          <p:nvPr/>
        </p:nvGraphicFramePr>
        <p:xfrm>
          <a:off x="609480" y="1374480"/>
          <a:ext cx="8677800" cy="5233680"/>
        </p:xfrm>
        <a:graphic>
          <a:graphicData uri="http://schemas.openxmlformats.org/drawingml/2006/table">
            <a:tbl>
              <a:tblPr/>
              <a:tblGrid>
                <a:gridCol w="11674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</a:tblGrid>
              <a:tr h="44604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Content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Medium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674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JANUARY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FEBRUARY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MARCH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APRIL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MAY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JUNE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JULY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AUGUST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SEPTEMBER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OCTOBER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NOVEMBER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DECEMBER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90" name="Rectangle: Rounded Corners 3"/>
          <p:cNvSpPr/>
          <p:nvPr/>
        </p:nvSpPr>
        <p:spPr>
          <a:xfrm>
            <a:off x="3925800" y="2509200"/>
            <a:ext cx="514152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1" name="Rectangle: Rounded Corners 4"/>
          <p:cNvSpPr/>
          <p:nvPr/>
        </p:nvSpPr>
        <p:spPr>
          <a:xfrm>
            <a:off x="2023560" y="2148840"/>
            <a:ext cx="366516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2" name="Rectangle: Rounded Corners 5"/>
          <p:cNvSpPr/>
          <p:nvPr/>
        </p:nvSpPr>
        <p:spPr>
          <a:xfrm>
            <a:off x="5639040" y="3230640"/>
            <a:ext cx="218952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3" name="Rectangle: Rounded Corners 6"/>
          <p:cNvSpPr/>
          <p:nvPr/>
        </p:nvSpPr>
        <p:spPr>
          <a:xfrm>
            <a:off x="3221280" y="2866680"/>
            <a:ext cx="234900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4" name="Rectangle: Rounded Corners 7"/>
          <p:cNvSpPr/>
          <p:nvPr/>
        </p:nvSpPr>
        <p:spPr>
          <a:xfrm>
            <a:off x="4420440" y="3940560"/>
            <a:ext cx="3665160" cy="2257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5" name="Rectangle: Rounded Corners 8"/>
          <p:cNvSpPr/>
          <p:nvPr/>
        </p:nvSpPr>
        <p:spPr>
          <a:xfrm>
            <a:off x="2518560" y="3580200"/>
            <a:ext cx="366516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6" name="Rectangle: Rounded Corners 9"/>
          <p:cNvSpPr/>
          <p:nvPr/>
        </p:nvSpPr>
        <p:spPr>
          <a:xfrm>
            <a:off x="6133680" y="4660200"/>
            <a:ext cx="267480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7" name="Rectangle: Rounded Corners 10"/>
          <p:cNvSpPr/>
          <p:nvPr/>
        </p:nvSpPr>
        <p:spPr>
          <a:xfrm>
            <a:off x="3007080" y="4296600"/>
            <a:ext cx="312588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8" name="Rectangle: Rounded Corners 11"/>
          <p:cNvSpPr/>
          <p:nvPr/>
        </p:nvSpPr>
        <p:spPr>
          <a:xfrm>
            <a:off x="5190480" y="5371920"/>
            <a:ext cx="312588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9" name="Rectangle: Rounded Corners 12"/>
          <p:cNvSpPr/>
          <p:nvPr/>
        </p:nvSpPr>
        <p:spPr>
          <a:xfrm>
            <a:off x="2476800" y="5011560"/>
            <a:ext cx="271260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0" name="Rectangle: Rounded Corners 13"/>
          <p:cNvSpPr/>
          <p:nvPr/>
        </p:nvSpPr>
        <p:spPr>
          <a:xfrm>
            <a:off x="6133680" y="6071040"/>
            <a:ext cx="312912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1" name="Rectangle: Rounded Corners 14"/>
          <p:cNvSpPr/>
          <p:nvPr/>
        </p:nvSpPr>
        <p:spPr>
          <a:xfrm>
            <a:off x="1774080" y="5726160"/>
            <a:ext cx="5338080" cy="2257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480" cy="3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240" cy="7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5" name="PlaceHolder 4"/>
          <p:cNvSpPr>
            <a:spLocks noGrp="1"/>
          </p:cNvSpPr>
          <p:nvPr>
            <p:ph/>
          </p:nvPr>
        </p:nvSpPr>
        <p:spPr>
          <a:xfrm>
            <a:off x="270000" y="1477800"/>
            <a:ext cx="935964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6" name="PlaceHolder 5"/>
          <p:cNvSpPr>
            <a:spLocks noGrp="1"/>
          </p:cNvSpPr>
          <p:nvPr>
            <p:ph type="sldNum" idx="154"/>
          </p:nvPr>
        </p:nvSpPr>
        <p:spPr>
          <a:xfrm>
            <a:off x="9264240" y="6601680"/>
            <a:ext cx="373320" cy="14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53AF1D-C656-4435-B7C4-F8492058897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207" name="PlaceHolder 6"/>
          <p:cNvSpPr>
            <a:spLocks noGrp="1"/>
          </p:cNvSpPr>
          <p:nvPr>
            <p:ph type="ftr" idx="155"/>
          </p:nvPr>
        </p:nvSpPr>
        <p:spPr>
          <a:xfrm>
            <a:off x="7788240" y="6601680"/>
            <a:ext cx="1533600" cy="14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aphicFrame>
        <p:nvGraphicFramePr>
          <p:cNvPr id="2208" name="Table Placeholder 5"/>
          <p:cNvGraphicFramePr/>
          <p:nvPr/>
        </p:nvGraphicFramePr>
        <p:xfrm>
          <a:off x="470520" y="1969560"/>
          <a:ext cx="8861760" cy="4690440"/>
        </p:xfrm>
        <a:graphic>
          <a:graphicData uri="http://schemas.openxmlformats.org/drawingml/2006/table">
            <a:tbl>
              <a:tblPr/>
              <a:tblGrid>
                <a:gridCol w="127332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</a:tblGrid>
              <a:tr h="422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JANUARY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CJK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9" name="이등변 삼각형 7"/>
          <p:cNvSpPr/>
          <p:nvPr/>
        </p:nvSpPr>
        <p:spPr>
          <a:xfrm rot="10800000">
            <a:off x="7169400" y="4601160"/>
            <a:ext cx="169200" cy="11232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c51f2a"/>
              </a:solidFill>
              <a:latin typeface="본고딕 Normal"/>
              <a:ea typeface="본고딕 Normal"/>
            </a:endParaRPr>
          </a:p>
        </p:txBody>
      </p:sp>
      <p:sp>
        <p:nvSpPr>
          <p:cNvPr id="2210" name="TextBox 8"/>
          <p:cNvSpPr/>
          <p:nvPr/>
        </p:nvSpPr>
        <p:spPr>
          <a:xfrm>
            <a:off x="7002000" y="4363560"/>
            <a:ext cx="526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51f2a"/>
                </a:solidFill>
                <a:latin typeface="본고딕 Normal"/>
                <a:ea typeface="본고딕 Normal"/>
              </a:rPr>
              <a:t>D-day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7838</TotalTime>
  <Application>LibreOffice/24.2.7.2$Linux_X86_64 LibreOffice_project/420$Build-2</Application>
  <AppVersion>15.0000</AppVersion>
  <Words>70</Words>
  <Paragraphs>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2019-03-13T02:13:57Z</dcterms:created>
  <dc:creator>heeseung.jang</dc:creator>
  <dc:description/>
  <dc:language>ko-KR</dc:language>
  <cp:lastModifiedBy/>
  <cp:lastPrinted>2025-07-23T03:28:55Z</cp:lastPrinted>
  <dcterms:modified xsi:type="dcterms:W3CDTF">2026-01-09T11:03:13Z</dcterms:modified>
  <cp:revision>301</cp:revision>
  <dc:subject/>
  <dc:title>동국제강그룹  문서 템플릿 통합 계획안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용지(210x297mm)</vt:lpwstr>
  </property>
  <property fmtid="{D5CDD505-2E9C-101B-9397-08002B2CF9AE}" pid="3" name="Slides">
    <vt:i4>10</vt:i4>
  </property>
</Properties>
</file>