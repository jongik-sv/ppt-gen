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.wmf" ContentType="image/x-wmf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9906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58ABDF-D57B-418F-90FA-C6BE79D223B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B8129D2-CB46-43AF-B909-B6327816E24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3" name="직사각형 7" hidden="1"/>
          <p:cNvSpPr/>
          <p:nvPr/>
        </p:nvSpPr>
        <p:spPr>
          <a:xfrm>
            <a:off x="0" y="0"/>
            <a:ext cx="157320" cy="15732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4" name="직사각형 9"/>
          <p:cNvSpPr/>
          <p:nvPr/>
        </p:nvSpPr>
        <p:spPr>
          <a:xfrm>
            <a:off x="0" y="-2880"/>
            <a:ext cx="9904680" cy="3456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grpSp>
        <p:nvGrpSpPr>
          <p:cNvPr id="5" name="그룹 11"/>
          <p:cNvGrpSpPr/>
          <p:nvPr/>
        </p:nvGrpSpPr>
        <p:grpSpPr>
          <a:xfrm>
            <a:off x="5705280" y="0"/>
            <a:ext cx="4199400" cy="6230880"/>
            <a:chOff x="5705280" y="0"/>
            <a:chExt cx="4199400" cy="6230880"/>
          </a:xfrm>
        </p:grpSpPr>
        <p:sp>
          <p:nvSpPr>
            <p:cNvPr id="6" name="직사각형 6"/>
            <p:cNvSpPr/>
            <p:nvPr/>
          </p:nvSpPr>
          <p:spPr>
            <a:xfrm rot="2515200">
              <a:off x="6609960" y="3163320"/>
              <a:ext cx="1055520" cy="3112920"/>
            </a:xfrm>
            <a:custGeom>
              <a:avLst/>
              <a:gdLst>
                <a:gd name="textAreaLeft" fmla="*/ 0 w 1055520"/>
                <a:gd name="textAreaRight" fmla="*/ 1056960 w 1055520"/>
                <a:gd name="textAreaTop" fmla="*/ 0 h 3112920"/>
                <a:gd name="textAreaBottom" fmla="*/ 3114360 h 311292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" name="직사각형 7"/>
            <p:cNvSpPr/>
            <p:nvPr/>
          </p:nvSpPr>
          <p:spPr>
            <a:xfrm>
              <a:off x="7094520" y="0"/>
              <a:ext cx="2810160" cy="2544120"/>
            </a:xfrm>
            <a:custGeom>
              <a:avLst/>
              <a:gdLst>
                <a:gd name="textAreaLeft" fmla="*/ 0 w 2810160"/>
                <a:gd name="textAreaRight" fmla="*/ 2811600 w 2810160"/>
                <a:gd name="textAreaTop" fmla="*/ 0 h 2544120"/>
                <a:gd name="textAreaBottom" fmla="*/ 2545560 h 254412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" name="자유형 15"/>
            <p:cNvSpPr/>
            <p:nvPr/>
          </p:nvSpPr>
          <p:spPr>
            <a:xfrm rot="16200000">
              <a:off x="6963840" y="1905840"/>
              <a:ext cx="4046760" cy="1834200"/>
            </a:xfrm>
            <a:custGeom>
              <a:avLst/>
              <a:gdLst>
                <a:gd name="textAreaLeft" fmla="*/ 0 w 4046760"/>
                <a:gd name="textAreaRight" fmla="*/ 4048200 w 4046760"/>
                <a:gd name="textAreaTop" fmla="*/ 0 h 1834200"/>
                <a:gd name="textAreaBottom" fmla="*/ 1835640 h 183420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pic>
        <p:nvPicPr>
          <p:cNvPr id="9" name="그림 16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89600" cy="205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" name="개체 1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13" name="직사각형 10" hidden="1"/>
          <p:cNvSpPr/>
          <p:nvPr/>
        </p:nvSpPr>
        <p:spPr>
          <a:xfrm>
            <a:off x="0" y="0"/>
            <a:ext cx="157320" cy="15732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cxnSp>
        <p:nvCxnSpPr>
          <p:cNvPr id="14" name="직선 연결선 12"/>
          <p:cNvCxnSpPr/>
          <p:nvPr/>
        </p:nvCxnSpPr>
        <p:spPr>
          <a:xfrm>
            <a:off x="270000" y="540000"/>
            <a:ext cx="9364320" cy="1440"/>
          </a:xfrm>
          <a:prstGeom prst="straightConnector1">
            <a:avLst/>
          </a:prstGeom>
          <a:ln w="0">
            <a:solidFill>
              <a:srgbClr val="a6a6a6"/>
            </a:solidFill>
          </a:ln>
        </p:spPr>
      </p:cxnSp>
      <p:pic>
        <p:nvPicPr>
          <p:cNvPr id="15" name="그림 9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4280" cy="17964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ftr" idx="1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2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A4C6403-D866-4018-8A6B-2C6796968EED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9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0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21" name="직사각형 7" hidden="1"/>
          <p:cNvSpPr/>
          <p:nvPr/>
        </p:nvSpPr>
        <p:spPr>
          <a:xfrm>
            <a:off x="0" y="0"/>
            <a:ext cx="157320" cy="15732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22" name="그림 9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0160" cy="3263040"/>
          </a:xfrm>
          <a:prstGeom prst="rect">
            <a:avLst/>
          </a:prstGeom>
          <a:ln w="0">
            <a:noFill/>
          </a:ln>
        </p:spPr>
      </p:pic>
      <p:sp>
        <p:nvSpPr>
          <p:cNvPr id="23" name="직사각형 10"/>
          <p:cNvSpPr/>
          <p:nvPr/>
        </p:nvSpPr>
        <p:spPr>
          <a:xfrm>
            <a:off x="0" y="-2880"/>
            <a:ext cx="9904680" cy="3456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24" name="그림 11" descr=""/>
          <p:cNvPicPr/>
          <p:nvPr/>
        </p:nvPicPr>
        <p:blipFill>
          <a:blip r:embed="rId6"/>
          <a:stretch/>
        </p:blipFill>
        <p:spPr>
          <a:xfrm>
            <a:off x="4257360" y="6473160"/>
            <a:ext cx="1389600" cy="205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6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7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28" name="직사각형 7" hidden="1"/>
          <p:cNvSpPr/>
          <p:nvPr/>
        </p:nvSpPr>
        <p:spPr>
          <a:xfrm>
            <a:off x="0" y="0"/>
            <a:ext cx="157320" cy="15732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29" name="직사각형 10"/>
          <p:cNvSpPr/>
          <p:nvPr/>
        </p:nvSpPr>
        <p:spPr>
          <a:xfrm>
            <a:off x="0" y="-2880"/>
            <a:ext cx="9904680" cy="3456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30" name="그림 11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89600" cy="205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2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3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34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5" name="직사각형 2"/>
          <p:cNvSpPr/>
          <p:nvPr/>
        </p:nvSpPr>
        <p:spPr>
          <a:xfrm>
            <a:off x="0" y="-5760"/>
            <a:ext cx="9904680" cy="615348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36" name="그림 7" descr=""/>
          <p:cNvPicPr/>
          <p:nvPr/>
        </p:nvPicPr>
        <p:blipFill>
          <a:blip r:embed="rId6"/>
          <a:stretch/>
        </p:blipFill>
        <p:spPr>
          <a:xfrm flipH="1" rot="5400000">
            <a:off x="722880" y="1907280"/>
            <a:ext cx="73080" cy="429840"/>
          </a:xfrm>
          <a:prstGeom prst="rect">
            <a:avLst/>
          </a:prstGeom>
          <a:ln w="0">
            <a:noFill/>
          </a:ln>
        </p:spPr>
      </p:pic>
      <p:pic>
        <p:nvPicPr>
          <p:cNvPr id="37" name="그림 10" descr=""/>
          <p:cNvPicPr/>
          <p:nvPr/>
        </p:nvPicPr>
        <p:blipFill>
          <a:blip r:embed="rId7"/>
          <a:stretch/>
        </p:blipFill>
        <p:spPr>
          <a:xfrm>
            <a:off x="7544160" y="2454840"/>
            <a:ext cx="2360160" cy="3263040"/>
          </a:xfrm>
          <a:prstGeom prst="rect">
            <a:avLst/>
          </a:prstGeom>
          <a:ln w="0">
            <a:noFill/>
          </a:ln>
        </p:spPr>
      </p:pic>
      <p:pic>
        <p:nvPicPr>
          <p:cNvPr id="38" name="그림 9" descr=""/>
          <p:cNvPicPr/>
          <p:nvPr/>
        </p:nvPicPr>
        <p:blipFill>
          <a:blip r:embed="rId8"/>
          <a:stretch/>
        </p:blipFill>
        <p:spPr>
          <a:xfrm>
            <a:off x="4257360" y="6473160"/>
            <a:ext cx="1389600" cy="205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9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40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41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42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3" name="직사각형 2"/>
          <p:cNvSpPr/>
          <p:nvPr/>
        </p:nvSpPr>
        <p:spPr>
          <a:xfrm>
            <a:off x="0" y="-5760"/>
            <a:ext cx="9904680" cy="615348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44" name="그림 7" descr=""/>
          <p:cNvPicPr/>
          <p:nvPr/>
        </p:nvPicPr>
        <p:blipFill>
          <a:blip r:embed="rId6"/>
          <a:stretch/>
        </p:blipFill>
        <p:spPr>
          <a:xfrm flipH="1" rot="5400000">
            <a:off x="722880" y="1907280"/>
            <a:ext cx="73080" cy="429840"/>
          </a:xfrm>
          <a:prstGeom prst="rect">
            <a:avLst/>
          </a:prstGeom>
          <a:ln w="0">
            <a:noFill/>
          </a:ln>
        </p:spPr>
      </p:pic>
      <p:pic>
        <p:nvPicPr>
          <p:cNvPr id="45" name="그림 8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89600" cy="205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8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47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4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49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50" name="그림 2" descr=""/>
          <p:cNvPicPr/>
          <p:nvPr/>
        </p:nvPicPr>
        <p:blipFill>
          <a:blip r:embed="rId6"/>
          <a:srcRect l="0" t="0" r="0" b="19206"/>
          <a:stretch/>
        </p:blipFill>
        <p:spPr>
          <a:xfrm>
            <a:off x="0" y="3240"/>
            <a:ext cx="9904680" cy="5524200"/>
          </a:xfrm>
          <a:prstGeom prst="rect">
            <a:avLst/>
          </a:prstGeom>
          <a:ln w="0">
            <a:noFill/>
          </a:ln>
        </p:spPr>
      </p:pic>
      <p:grpSp>
        <p:nvGrpSpPr>
          <p:cNvPr id="51" name="그룹 8"/>
          <p:cNvGrpSpPr/>
          <p:nvPr/>
        </p:nvGrpSpPr>
        <p:grpSpPr>
          <a:xfrm>
            <a:off x="5705280" y="0"/>
            <a:ext cx="4199400" cy="6230880"/>
            <a:chOff x="5705280" y="0"/>
            <a:chExt cx="4199400" cy="6230880"/>
          </a:xfrm>
        </p:grpSpPr>
        <p:sp>
          <p:nvSpPr>
            <p:cNvPr id="52" name="직사각형 6"/>
            <p:cNvSpPr/>
            <p:nvPr/>
          </p:nvSpPr>
          <p:spPr>
            <a:xfrm rot="2515200">
              <a:off x="6609960" y="3163320"/>
              <a:ext cx="1055520" cy="3112920"/>
            </a:xfrm>
            <a:custGeom>
              <a:avLst/>
              <a:gdLst>
                <a:gd name="textAreaLeft" fmla="*/ 0 w 1055520"/>
                <a:gd name="textAreaRight" fmla="*/ 1056960 w 1055520"/>
                <a:gd name="textAreaTop" fmla="*/ 0 h 3112920"/>
                <a:gd name="textAreaBottom" fmla="*/ 3114360 h 311292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3" name="직사각형 7"/>
            <p:cNvSpPr/>
            <p:nvPr/>
          </p:nvSpPr>
          <p:spPr>
            <a:xfrm>
              <a:off x="7094520" y="0"/>
              <a:ext cx="2810160" cy="2544120"/>
            </a:xfrm>
            <a:custGeom>
              <a:avLst/>
              <a:gdLst>
                <a:gd name="textAreaLeft" fmla="*/ 0 w 2810160"/>
                <a:gd name="textAreaRight" fmla="*/ 2811600 w 2810160"/>
                <a:gd name="textAreaTop" fmla="*/ 0 h 2544120"/>
                <a:gd name="textAreaBottom" fmla="*/ 2545560 h 254412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4" name="자유형 11"/>
            <p:cNvSpPr/>
            <p:nvPr/>
          </p:nvSpPr>
          <p:spPr>
            <a:xfrm rot="16200000">
              <a:off x="6963840" y="1905840"/>
              <a:ext cx="4046760" cy="1834200"/>
            </a:xfrm>
            <a:custGeom>
              <a:avLst/>
              <a:gdLst>
                <a:gd name="textAreaLeft" fmla="*/ 0 w 4046760"/>
                <a:gd name="textAreaRight" fmla="*/ 4048200 w 4046760"/>
                <a:gd name="textAreaTop" fmla="*/ 0 h 1834200"/>
                <a:gd name="textAreaBottom" fmla="*/ 1835640 h 183420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pic>
        <p:nvPicPr>
          <p:cNvPr id="55" name="그림 12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89600" cy="205560"/>
          </a:xfrm>
          <a:prstGeom prst="rect">
            <a:avLst/>
          </a:prstGeom>
          <a:ln w="0">
            <a:noFill/>
          </a:ln>
        </p:spPr>
      </p:pic>
      <p:pic>
        <p:nvPicPr>
          <p:cNvPr id="56" name="그림 13" descr=""/>
          <p:cNvPicPr/>
          <p:nvPr/>
        </p:nvPicPr>
        <p:blipFill>
          <a:blip r:embed="rId8"/>
          <a:stretch/>
        </p:blipFill>
        <p:spPr>
          <a:xfrm flipH="1" rot="5400000">
            <a:off x="722880" y="1907280"/>
            <a:ext cx="73080" cy="4298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9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5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59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60" name="직사각형 7" hidden="1"/>
          <p:cNvSpPr/>
          <p:nvPr/>
        </p:nvSpPr>
        <p:spPr>
          <a:xfrm>
            <a:off x="0" y="0"/>
            <a:ext cx="157320" cy="15732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61" name="그림 5" descr=""/>
          <p:cNvPicPr/>
          <p:nvPr/>
        </p:nvPicPr>
        <p:blipFill>
          <a:blip r:embed="rId5"/>
          <a:stretch/>
        </p:blipFill>
        <p:spPr>
          <a:xfrm>
            <a:off x="7715160" y="0"/>
            <a:ext cx="2189160" cy="6856560"/>
          </a:xfrm>
          <a:prstGeom prst="rect">
            <a:avLst/>
          </a:prstGeom>
          <a:ln w="0">
            <a:noFill/>
          </a:ln>
        </p:spPr>
      </p:pic>
      <p:sp>
        <p:nvSpPr>
          <p:cNvPr id="62" name="제목 1"/>
          <p:cNvSpPr/>
          <p:nvPr/>
        </p:nvSpPr>
        <p:spPr>
          <a:xfrm>
            <a:off x="892800" y="1683360"/>
            <a:ext cx="333972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63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4280" cy="17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65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66" name="개체 8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67" name="직사각형 7" hidden="1"/>
          <p:cNvSpPr/>
          <p:nvPr/>
        </p:nvSpPr>
        <p:spPr>
          <a:xfrm>
            <a:off x="0" y="0"/>
            <a:ext cx="157320" cy="15732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68" name="그림 1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0160" cy="3263040"/>
          </a:xfrm>
          <a:prstGeom prst="rect">
            <a:avLst/>
          </a:prstGeom>
          <a:ln w="0">
            <a:noFill/>
          </a:ln>
        </p:spPr>
      </p:pic>
      <p:sp>
        <p:nvSpPr>
          <p:cNvPr id="69" name="제목 1"/>
          <p:cNvSpPr/>
          <p:nvPr/>
        </p:nvSpPr>
        <p:spPr>
          <a:xfrm>
            <a:off x="892800" y="1683360"/>
            <a:ext cx="333972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70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4280" cy="17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7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72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73" name="개체 11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74" name="직사각형 10" hidden="1"/>
          <p:cNvSpPr/>
          <p:nvPr/>
        </p:nvSpPr>
        <p:spPr>
          <a:xfrm>
            <a:off x="0" y="0"/>
            <a:ext cx="157320" cy="15732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cxnSp>
        <p:nvCxnSpPr>
          <p:cNvPr id="75" name="직선 연결선 12"/>
          <p:cNvCxnSpPr/>
          <p:nvPr/>
        </p:nvCxnSpPr>
        <p:spPr>
          <a:xfrm>
            <a:off x="270000" y="540000"/>
            <a:ext cx="9364320" cy="1440"/>
          </a:xfrm>
          <a:prstGeom prst="straightConnector1">
            <a:avLst/>
          </a:prstGeom>
          <a:ln w="0">
            <a:solidFill>
              <a:srgbClr val="a6a6a6"/>
            </a:solidFill>
          </a:ln>
        </p:spPr>
      </p:cxnSp>
      <p:pic>
        <p:nvPicPr>
          <p:cNvPr id="76" name="그림 13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4280" cy="17964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ftr" idx="3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4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7D435F4-27DA-4057-8689-C708854D8DBE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sldNum" idx="5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13AD26-208B-4E13-800A-5B5A2A66ECE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ftr" idx="6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7" name="자유형 18"/>
          <p:cNvSpPr/>
          <p:nvPr/>
        </p:nvSpPr>
        <p:spPr>
          <a:xfrm>
            <a:off x="884520" y="2153160"/>
            <a:ext cx="2214360" cy="1107000"/>
          </a:xfrm>
          <a:custGeom>
            <a:avLst/>
            <a:gdLst>
              <a:gd name="textAreaLeft" fmla="*/ 0 w 2214360"/>
              <a:gd name="textAreaRight" fmla="*/ 2215800 w 2214360"/>
              <a:gd name="textAreaTop" fmla="*/ 0 h 1107000"/>
              <a:gd name="textAreaBottom" fmla="*/ 1108440 h 110700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88" name="직선 연결선 23"/>
          <p:cNvCxnSpPr/>
          <p:nvPr/>
        </p:nvCxnSpPr>
        <p:spPr>
          <a:xfrm>
            <a:off x="714960" y="3261600"/>
            <a:ext cx="2556720" cy="144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89" name="직사각형 24"/>
          <p:cNvSpPr/>
          <p:nvPr/>
        </p:nvSpPr>
        <p:spPr>
          <a:xfrm>
            <a:off x="1467000" y="2744640"/>
            <a:ext cx="1050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" name="자유형 32"/>
          <p:cNvSpPr/>
          <p:nvPr/>
        </p:nvSpPr>
        <p:spPr>
          <a:xfrm>
            <a:off x="3786480" y="2153160"/>
            <a:ext cx="2214360" cy="1107000"/>
          </a:xfrm>
          <a:custGeom>
            <a:avLst/>
            <a:gdLst>
              <a:gd name="textAreaLeft" fmla="*/ 0 w 2214360"/>
              <a:gd name="textAreaRight" fmla="*/ 2215800 w 2214360"/>
              <a:gd name="textAreaTop" fmla="*/ 0 h 1107000"/>
              <a:gd name="textAreaBottom" fmla="*/ 1108440 h 110700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91" name="직선 연결선 33"/>
          <p:cNvCxnSpPr/>
          <p:nvPr/>
        </p:nvCxnSpPr>
        <p:spPr>
          <a:xfrm>
            <a:off x="3616920" y="3261600"/>
            <a:ext cx="2556720" cy="144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92" name="직사각형 34"/>
          <p:cNvSpPr/>
          <p:nvPr/>
        </p:nvSpPr>
        <p:spPr>
          <a:xfrm>
            <a:off x="4368960" y="2744640"/>
            <a:ext cx="1050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3" name="자유형 36"/>
          <p:cNvSpPr/>
          <p:nvPr/>
        </p:nvSpPr>
        <p:spPr>
          <a:xfrm>
            <a:off x="6743880" y="2153160"/>
            <a:ext cx="2214360" cy="1107000"/>
          </a:xfrm>
          <a:custGeom>
            <a:avLst/>
            <a:gdLst>
              <a:gd name="textAreaLeft" fmla="*/ 0 w 2214360"/>
              <a:gd name="textAreaRight" fmla="*/ 2215800 w 2214360"/>
              <a:gd name="textAreaTop" fmla="*/ 0 h 1107000"/>
              <a:gd name="textAreaBottom" fmla="*/ 1108440 h 110700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94" name="직선 연결선 37"/>
          <p:cNvCxnSpPr/>
          <p:nvPr/>
        </p:nvCxnSpPr>
        <p:spPr>
          <a:xfrm>
            <a:off x="6573960" y="3261600"/>
            <a:ext cx="2556720" cy="144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95" name="직사각형 38"/>
          <p:cNvSpPr/>
          <p:nvPr/>
        </p:nvSpPr>
        <p:spPr>
          <a:xfrm>
            <a:off x="7326360" y="2744640"/>
            <a:ext cx="1050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텍스트 개체 틀 5"/>
          <p:cNvSpPr/>
          <p:nvPr/>
        </p:nvSpPr>
        <p:spPr>
          <a:xfrm>
            <a:off x="3674160" y="3330000"/>
            <a:ext cx="2439360" cy="22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2452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7" name="텍스트 개체 틀 5"/>
          <p:cNvSpPr/>
          <p:nvPr/>
        </p:nvSpPr>
        <p:spPr>
          <a:xfrm>
            <a:off x="6631560" y="3329280"/>
            <a:ext cx="2439360" cy="22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3760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텍스트 개체 틀 5"/>
          <p:cNvSpPr/>
          <p:nvPr/>
        </p:nvSpPr>
        <p:spPr>
          <a:xfrm>
            <a:off x="772200" y="3330000"/>
            <a:ext cx="2439360" cy="22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2452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sldNum" idx="7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148429F-1C9C-4125-84AB-5C65155E183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ftr" idx="8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4" name="직사각형 4"/>
          <p:cNvSpPr/>
          <p:nvPr/>
        </p:nvSpPr>
        <p:spPr>
          <a:xfrm>
            <a:off x="566640" y="1830960"/>
            <a:ext cx="1483560" cy="13899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5" name="텍스트 개체 틀 11"/>
          <p:cNvSpPr/>
          <p:nvPr/>
        </p:nvSpPr>
        <p:spPr>
          <a:xfrm>
            <a:off x="2172960" y="1841760"/>
            <a:ext cx="4604760" cy="13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6" name="텍스트 개체 틀 11"/>
          <p:cNvSpPr/>
          <p:nvPr/>
        </p:nvSpPr>
        <p:spPr>
          <a:xfrm>
            <a:off x="6901200" y="1841760"/>
            <a:ext cx="2240640" cy="13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07" name="직선 연결선 10"/>
          <p:cNvCxnSpPr/>
          <p:nvPr/>
        </p:nvCxnSpPr>
        <p:spPr>
          <a:xfrm>
            <a:off x="2172960" y="3304080"/>
            <a:ext cx="4607640" cy="144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108" name="직선 연결선 11"/>
          <p:cNvCxnSpPr/>
          <p:nvPr/>
        </p:nvCxnSpPr>
        <p:spPr>
          <a:xfrm>
            <a:off x="6900840" y="3304080"/>
            <a:ext cx="2243520" cy="144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109" name="텍스트 개체 틀 11"/>
          <p:cNvSpPr/>
          <p:nvPr/>
        </p:nvSpPr>
        <p:spPr>
          <a:xfrm>
            <a:off x="564840" y="3304080"/>
            <a:ext cx="1485360" cy="1394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0" name="텍스트 개체 틀 11"/>
          <p:cNvSpPr/>
          <p:nvPr/>
        </p:nvSpPr>
        <p:spPr>
          <a:xfrm>
            <a:off x="2172960" y="3312360"/>
            <a:ext cx="4604760" cy="13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" name="텍스트 개체 틀 11"/>
          <p:cNvSpPr/>
          <p:nvPr/>
        </p:nvSpPr>
        <p:spPr>
          <a:xfrm>
            <a:off x="6901200" y="3312360"/>
            <a:ext cx="2240640" cy="13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12" name="직선 연결선 15"/>
          <p:cNvCxnSpPr/>
          <p:nvPr/>
        </p:nvCxnSpPr>
        <p:spPr>
          <a:xfrm>
            <a:off x="2172960" y="4776120"/>
            <a:ext cx="4607640" cy="144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113" name="직선 연결선 16"/>
          <p:cNvCxnSpPr/>
          <p:nvPr/>
        </p:nvCxnSpPr>
        <p:spPr>
          <a:xfrm>
            <a:off x="6900840" y="4776120"/>
            <a:ext cx="2243520" cy="144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114" name="텍스트 개체 틀 11"/>
          <p:cNvSpPr/>
          <p:nvPr/>
        </p:nvSpPr>
        <p:spPr>
          <a:xfrm>
            <a:off x="564840" y="4786920"/>
            <a:ext cx="1485360" cy="1520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5" name="텍스트 개체 틀 11"/>
          <p:cNvSpPr/>
          <p:nvPr/>
        </p:nvSpPr>
        <p:spPr>
          <a:xfrm>
            <a:off x="2172960" y="4786920"/>
            <a:ext cx="4604760" cy="13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" name="텍스트 개체 틀 11"/>
          <p:cNvSpPr/>
          <p:nvPr/>
        </p:nvSpPr>
        <p:spPr>
          <a:xfrm>
            <a:off x="6901200" y="4786920"/>
            <a:ext cx="2240640" cy="13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17" name="직선 연결선 20"/>
          <p:cNvCxnSpPr/>
          <p:nvPr/>
        </p:nvCxnSpPr>
        <p:spPr>
          <a:xfrm>
            <a:off x="2149920" y="6308640"/>
            <a:ext cx="4608000" cy="144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cxnSp>
        <p:nvCxnSpPr>
          <p:cNvPr id="118" name="직선 연결선 21"/>
          <p:cNvCxnSpPr/>
          <p:nvPr/>
        </p:nvCxnSpPr>
        <p:spPr>
          <a:xfrm>
            <a:off x="6900840" y="6308640"/>
            <a:ext cx="2243520" cy="144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sp>
        <p:nvSpPr>
          <p:cNvPr id="119" name="ColumnHeader"/>
          <p:cNvSpPr/>
          <p:nvPr/>
        </p:nvSpPr>
        <p:spPr>
          <a:xfrm>
            <a:off x="6901200" y="1431720"/>
            <a:ext cx="224064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ColumnHeader"/>
          <p:cNvSpPr/>
          <p:nvPr/>
        </p:nvSpPr>
        <p:spPr>
          <a:xfrm>
            <a:off x="566640" y="1431720"/>
            <a:ext cx="149688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" name="ColumnHeader"/>
          <p:cNvSpPr/>
          <p:nvPr/>
        </p:nvSpPr>
        <p:spPr>
          <a:xfrm>
            <a:off x="2172960" y="1431720"/>
            <a:ext cx="460476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sldNum" idx="9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FB93053-3402-4F1A-8178-2E12899FEA4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 type="ftr" idx="10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28" name="순서도: 연결자 6"/>
          <p:cNvSpPr/>
          <p:nvPr/>
        </p:nvSpPr>
        <p:spPr>
          <a:xfrm>
            <a:off x="1987920" y="2949840"/>
            <a:ext cx="1783800" cy="178380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29" name="순서도: 연결자 7"/>
          <p:cNvSpPr/>
          <p:nvPr/>
        </p:nvSpPr>
        <p:spPr>
          <a:xfrm>
            <a:off x="4096080" y="2949840"/>
            <a:ext cx="1783800" cy="178380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0" name="순서도: 연결자 8"/>
          <p:cNvSpPr/>
          <p:nvPr/>
        </p:nvSpPr>
        <p:spPr>
          <a:xfrm>
            <a:off x="6204240" y="2949840"/>
            <a:ext cx="1783800" cy="178380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1" name="자유형 9"/>
          <p:cNvSpPr/>
          <p:nvPr/>
        </p:nvSpPr>
        <p:spPr>
          <a:xfrm>
            <a:off x="1386720" y="2457000"/>
            <a:ext cx="7229160" cy="2808360"/>
          </a:xfrm>
          <a:custGeom>
            <a:avLst/>
            <a:gdLst>
              <a:gd name="textAreaLeft" fmla="*/ 0 w 7229160"/>
              <a:gd name="textAreaRight" fmla="*/ 7230600 w 7229160"/>
              <a:gd name="textAreaTop" fmla="*/ 0 h 2808360"/>
              <a:gd name="textAreaBottom" fmla="*/ 2809800 h 2808360"/>
            </a:gdLst>
            <a:ahLst/>
            <a:rect l="textAreaLeft" t="textAreaTop" r="textAreaRight" b="textAreaBottom"/>
            <a:pathLst>
              <a:path w="7230498" h="2809876">
                <a:moveTo>
                  <a:pt x="5134608" y="0"/>
                </a:moveTo>
                <a:lnTo>
                  <a:pt x="5825560" y="0"/>
                </a:lnTo>
                <a:cubicBezTo>
                  <a:pt x="6601486" y="0"/>
                  <a:pt x="7230498" y="629012"/>
                  <a:pt x="7230498" y="1404938"/>
                </a:cubicBezTo>
                <a:lnTo>
                  <a:pt x="7230497" y="1404938"/>
                </a:lnTo>
                <a:cubicBezTo>
                  <a:pt x="7230497" y="2180864"/>
                  <a:pt x="6601485" y="2809876"/>
                  <a:pt x="5825559" y="2809876"/>
                </a:cubicBezTo>
                <a:lnTo>
                  <a:pt x="5688949" y="2809876"/>
                </a:lnTo>
                <a:lnTo>
                  <a:pt x="5688949" y="2669509"/>
                </a:lnTo>
                <a:lnTo>
                  <a:pt x="5804939" y="2669509"/>
                </a:lnTo>
                <a:cubicBezTo>
                  <a:pt x="6503342" y="2669509"/>
                  <a:pt x="7069510" y="2103341"/>
                  <a:pt x="7069510" y="1404938"/>
                </a:cubicBezTo>
                <a:lnTo>
                  <a:pt x="7069511" y="1404938"/>
                </a:lnTo>
                <a:cubicBezTo>
                  <a:pt x="7069511" y="706535"/>
                  <a:pt x="6503343" y="140367"/>
                  <a:pt x="5804940" y="140367"/>
                </a:cubicBezTo>
                <a:lnTo>
                  <a:pt x="5134608" y="140367"/>
                </a:lnTo>
                <a:lnTo>
                  <a:pt x="5134608" y="0"/>
                </a:lnTo>
                <a:close/>
                <a:moveTo>
                  <a:pt x="1405960" y="0"/>
                </a:moveTo>
                <a:lnTo>
                  <a:pt x="2096913" y="0"/>
                </a:lnTo>
                <a:lnTo>
                  <a:pt x="2096913" y="140367"/>
                </a:lnTo>
                <a:lnTo>
                  <a:pt x="1426579" y="140367"/>
                </a:lnTo>
                <a:cubicBezTo>
                  <a:pt x="815477" y="140367"/>
                  <a:pt x="307997" y="573840"/>
                  <a:pt x="190081" y="1150083"/>
                </a:cubicBezTo>
                <a:cubicBezTo>
                  <a:pt x="179135" y="1239797"/>
                  <a:pt x="168191" y="1319986"/>
                  <a:pt x="166770" y="1404938"/>
                </a:cubicBezTo>
                <a:cubicBezTo>
                  <a:pt x="170572" y="1492270"/>
                  <a:pt x="179136" y="1574841"/>
                  <a:pt x="187700" y="1659792"/>
                </a:cubicBezTo>
                <a:cubicBezTo>
                  <a:pt x="305616" y="2236036"/>
                  <a:pt x="815477" y="2669508"/>
                  <a:pt x="1426579" y="2669508"/>
                </a:cubicBezTo>
                <a:lnTo>
                  <a:pt x="1542571" y="2669508"/>
                </a:lnTo>
                <a:lnTo>
                  <a:pt x="1542571" y="2809875"/>
                </a:lnTo>
                <a:lnTo>
                  <a:pt x="1405960" y="2809875"/>
                </a:lnTo>
                <a:cubicBezTo>
                  <a:pt x="727025" y="2809875"/>
                  <a:pt x="160571" y="2328288"/>
                  <a:pt x="29566" y="1688081"/>
                </a:cubicBezTo>
                <a:cubicBezTo>
                  <a:pt x="20845" y="1599256"/>
                  <a:pt x="2599" y="1503288"/>
                  <a:pt x="1022" y="1416844"/>
                </a:cubicBezTo>
                <a:cubicBezTo>
                  <a:pt x="-4544" y="1319287"/>
                  <a:pt x="13701" y="1219351"/>
                  <a:pt x="29566" y="1121794"/>
                </a:cubicBezTo>
                <a:cubicBezTo>
                  <a:pt x="160571" y="481587"/>
                  <a:pt x="727025" y="0"/>
                  <a:pt x="1405960" y="0"/>
                </a:cubicBezTo>
                <a:close/>
              </a:path>
            </a:pathLst>
          </a:custGeom>
          <a:solidFill>
            <a:srgbClr val="002452"/>
          </a:solidFill>
          <a:ln w="127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4462920" y="2230560"/>
            <a:ext cx="104976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4642560" y="2513880"/>
            <a:ext cx="6912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4642560" y="4925160"/>
            <a:ext cx="6912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35" name="직선 연결선 14"/>
          <p:cNvCxnSpPr/>
          <p:nvPr/>
        </p:nvCxnSpPr>
        <p:spPr>
          <a:xfrm>
            <a:off x="3096360" y="4986360"/>
            <a:ext cx="1440" cy="562320"/>
          </a:xfrm>
          <a:prstGeom prst="straightConnector1">
            <a:avLst/>
          </a:prstGeom>
          <a:ln w="0">
            <a:solidFill>
              <a:srgbClr val="002452"/>
            </a:solidFill>
          </a:ln>
        </p:spPr>
      </p:cxnSp>
      <p:sp>
        <p:nvSpPr>
          <p:cNvPr id="136" name="자유형 16"/>
          <p:cNvSpPr/>
          <p:nvPr/>
        </p:nvSpPr>
        <p:spPr>
          <a:xfrm>
            <a:off x="2256840" y="3222360"/>
            <a:ext cx="1517400" cy="1514880"/>
          </a:xfrm>
          <a:custGeom>
            <a:avLst/>
            <a:gdLst>
              <a:gd name="textAreaLeft" fmla="*/ 0 w 1517400"/>
              <a:gd name="textAreaRight" fmla="*/ 1518840 w 1517400"/>
              <a:gd name="textAreaTop" fmla="*/ 0 h 1514880"/>
              <a:gd name="textAreaBottom" fmla="*/ 1516320 h 1514880"/>
            </a:gdLst>
            <a:ahLst/>
            <a:rect l="textAreaLeft" t="textAreaTop" r="textAreaRight" b="textAreaBottom"/>
            <a:pathLst>
              <a:path w="1518739" h="1516358">
                <a:moveTo>
                  <a:pt x="1263370" y="0"/>
                </a:moveTo>
                <a:cubicBezTo>
                  <a:pt x="1297681" y="41585"/>
                  <a:pt x="1310561" y="49834"/>
                  <a:pt x="1366303" y="124756"/>
                </a:cubicBezTo>
                <a:cubicBezTo>
                  <a:pt x="1462543" y="267210"/>
                  <a:pt x="1518739" y="438941"/>
                  <a:pt x="1518739" y="623796"/>
                </a:cubicBezTo>
                <a:cubicBezTo>
                  <a:pt x="1518739" y="1116744"/>
                  <a:pt x="1119125" y="1516358"/>
                  <a:pt x="626177" y="1516358"/>
                </a:cubicBezTo>
                <a:cubicBezTo>
                  <a:pt x="441322" y="1516358"/>
                  <a:pt x="269591" y="1460163"/>
                  <a:pt x="127137" y="1363923"/>
                </a:cubicBezTo>
                <a:cubicBezTo>
                  <a:pt x="35546" y="1298657"/>
                  <a:pt x="41585" y="1297681"/>
                  <a:pt x="0" y="1263370"/>
                </a:cubicBezTo>
                <a:lnTo>
                  <a:pt x="126337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7" name="자유형 17"/>
          <p:cNvSpPr/>
          <p:nvPr/>
        </p:nvSpPr>
        <p:spPr>
          <a:xfrm>
            <a:off x="4365000" y="3218760"/>
            <a:ext cx="1514880" cy="1514880"/>
          </a:xfrm>
          <a:custGeom>
            <a:avLst/>
            <a:gdLst>
              <a:gd name="textAreaLeft" fmla="*/ 0 w 1514880"/>
              <a:gd name="textAreaRight" fmla="*/ 1516320 w 1514880"/>
              <a:gd name="textAreaTop" fmla="*/ 0 h 1514880"/>
              <a:gd name="textAreaBottom" fmla="*/ 1516320 h 1514880"/>
            </a:gdLst>
            <a:ahLst/>
            <a:rect l="textAreaLeft" t="textAreaTop" r="textAreaRight" b="textAreaBottom"/>
            <a:pathLst>
              <a:path w="1516358" h="1516358">
                <a:moveTo>
                  <a:pt x="1260989" y="0"/>
                </a:moveTo>
                <a:cubicBezTo>
                  <a:pt x="1297682" y="36823"/>
                  <a:pt x="1322468" y="68883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67210" y="1460163"/>
                  <a:pt x="124756" y="1363923"/>
                </a:cubicBezTo>
                <a:cubicBezTo>
                  <a:pt x="83171" y="1329612"/>
                  <a:pt x="36822" y="1302444"/>
                  <a:pt x="0" y="1260989"/>
                </a:cubicBez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8" name="자유형 18"/>
          <p:cNvSpPr/>
          <p:nvPr/>
        </p:nvSpPr>
        <p:spPr>
          <a:xfrm>
            <a:off x="6472800" y="3218760"/>
            <a:ext cx="1514880" cy="1514880"/>
          </a:xfrm>
          <a:custGeom>
            <a:avLst/>
            <a:gdLst>
              <a:gd name="textAreaLeft" fmla="*/ 0 w 1514880"/>
              <a:gd name="textAreaRight" fmla="*/ 1516320 w 1514880"/>
              <a:gd name="textAreaTop" fmla="*/ 0 h 1514880"/>
              <a:gd name="textAreaBottom" fmla="*/ 1516320 h 1514880"/>
            </a:gdLst>
            <a:ahLst/>
            <a:rect l="textAreaLeft" t="textAreaTop" r="textAreaRight" b="textAreaBottom"/>
            <a:pathLst>
              <a:path w="1516358" h="1516358">
                <a:moveTo>
                  <a:pt x="1260989" y="0"/>
                </a:moveTo>
                <a:cubicBezTo>
                  <a:pt x="1295300" y="41585"/>
                  <a:pt x="1284367" y="16496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50541" y="1455400"/>
                  <a:pt x="108087" y="1359160"/>
                </a:cubicBezTo>
                <a:lnTo>
                  <a:pt x="0" y="1260989"/>
                </a:ln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2392200" y="3309480"/>
            <a:ext cx="9403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0" name="TextBox 20"/>
          <p:cNvSpPr/>
          <p:nvPr/>
        </p:nvSpPr>
        <p:spPr>
          <a:xfrm>
            <a:off x="6608160" y="3309480"/>
            <a:ext cx="9403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1" name="TextBox 21"/>
          <p:cNvSpPr/>
          <p:nvPr/>
        </p:nvSpPr>
        <p:spPr>
          <a:xfrm>
            <a:off x="4500000" y="3309480"/>
            <a:ext cx="9403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2" name="TextBox 22"/>
          <p:cNvSpPr/>
          <p:nvPr/>
        </p:nvSpPr>
        <p:spPr>
          <a:xfrm>
            <a:off x="2516760" y="3615480"/>
            <a:ext cx="6912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" name="TextBox 23"/>
          <p:cNvSpPr/>
          <p:nvPr/>
        </p:nvSpPr>
        <p:spPr>
          <a:xfrm>
            <a:off x="4624560" y="3615480"/>
            <a:ext cx="6912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4" name="TextBox 24"/>
          <p:cNvSpPr/>
          <p:nvPr/>
        </p:nvSpPr>
        <p:spPr>
          <a:xfrm>
            <a:off x="6732720" y="3615480"/>
            <a:ext cx="69120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145" name="직선 연결선 25"/>
          <p:cNvCxnSpPr/>
          <p:nvPr/>
        </p:nvCxnSpPr>
        <p:spPr>
          <a:xfrm>
            <a:off x="6957000" y="4986360"/>
            <a:ext cx="1440" cy="562320"/>
          </a:xfrm>
          <a:prstGeom prst="straightConnector1">
            <a:avLst/>
          </a:prstGeom>
          <a:ln w="0">
            <a:solidFill>
              <a:srgbClr val="002452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" name="타원 88"/>
          <p:cNvSpPr/>
          <p:nvPr/>
        </p:nvSpPr>
        <p:spPr>
          <a:xfrm>
            <a:off x="3056400" y="3010680"/>
            <a:ext cx="892800" cy="892800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sldNum" idx="11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871BF5-7452-4F71-B32D-0D0498EC8F2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ftr" idx="12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53" name="자유형 84"/>
          <p:cNvSpPr/>
          <p:nvPr/>
        </p:nvSpPr>
        <p:spPr>
          <a:xfrm rot="16200000">
            <a:off x="4581720" y="1769040"/>
            <a:ext cx="740520" cy="1847520"/>
          </a:xfrm>
          <a:custGeom>
            <a:avLst/>
            <a:gdLst>
              <a:gd name="textAreaLeft" fmla="*/ 0 w 740520"/>
              <a:gd name="textAreaRight" fmla="*/ 741960 w 740520"/>
              <a:gd name="textAreaTop" fmla="*/ 0 h 1847520"/>
              <a:gd name="textAreaBottom" fmla="*/ 1848960 h 1847520"/>
            </a:gdLst>
            <a:ahLst/>
            <a:rect l="textAreaLeft" t="textAreaTop" r="textAreaRight" b="textAreaBottom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4" name="자유형 85"/>
          <p:cNvSpPr/>
          <p:nvPr/>
        </p:nvSpPr>
        <p:spPr>
          <a:xfrm flipH="1" rot="5400000">
            <a:off x="5376240" y="2426040"/>
            <a:ext cx="2271960" cy="2064960"/>
          </a:xfrm>
          <a:custGeom>
            <a:avLst/>
            <a:gdLst>
              <a:gd name="textAreaLeft" fmla="*/ 720 w 2271960"/>
              <a:gd name="textAreaRight" fmla="*/ 2274120 w 2271960"/>
              <a:gd name="textAreaTop" fmla="*/ 0 h 2064960"/>
              <a:gd name="textAreaBottom" fmla="*/ 2066400 h 2064960"/>
            </a:gdLst>
            <a:ahLst/>
            <a:rect l="textAreaLeft" t="textAreaTop" r="textAreaRight" b="textAreaBottom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5" name="자유형 86"/>
          <p:cNvSpPr/>
          <p:nvPr/>
        </p:nvSpPr>
        <p:spPr>
          <a:xfrm flipV="1" rot="5400000">
            <a:off x="4581720" y="3293640"/>
            <a:ext cx="740520" cy="1847520"/>
          </a:xfrm>
          <a:custGeom>
            <a:avLst/>
            <a:gdLst>
              <a:gd name="textAreaLeft" fmla="*/ 0 w 740520"/>
              <a:gd name="textAreaRight" fmla="*/ 741960 w 740520"/>
              <a:gd name="textAreaTop" fmla="*/ -720 h 1847520"/>
              <a:gd name="textAreaBottom" fmla="*/ 1848240 h 1847520"/>
            </a:gdLst>
            <a:ahLst/>
            <a:rect l="textAreaLeft" t="textAreaTop" r="textAreaRight" b="textAreaBottom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6" name="자유형 87"/>
          <p:cNvSpPr/>
          <p:nvPr/>
        </p:nvSpPr>
        <p:spPr>
          <a:xfrm rot="16200000">
            <a:off x="2261160" y="2426040"/>
            <a:ext cx="2271960" cy="2064960"/>
          </a:xfrm>
          <a:custGeom>
            <a:avLst/>
            <a:gdLst>
              <a:gd name="textAreaLeft" fmla="*/ 0 w 2271960"/>
              <a:gd name="textAreaRight" fmla="*/ 2273400 w 2271960"/>
              <a:gd name="textAreaTop" fmla="*/ 0 h 2064960"/>
              <a:gd name="textAreaBottom" fmla="*/ 2066400 h 2064960"/>
            </a:gdLst>
            <a:ahLst/>
            <a:rect l="textAreaLeft" t="textAreaTop" r="textAreaRight" b="textAreaBottom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7" name="타원 89"/>
          <p:cNvSpPr/>
          <p:nvPr/>
        </p:nvSpPr>
        <p:spPr>
          <a:xfrm>
            <a:off x="4509000" y="3010680"/>
            <a:ext cx="892800" cy="89280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8" name="타원 90"/>
          <p:cNvSpPr/>
          <p:nvPr/>
        </p:nvSpPr>
        <p:spPr>
          <a:xfrm>
            <a:off x="5955480" y="3010680"/>
            <a:ext cx="892800" cy="892800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59" name="그룹 91"/>
          <p:cNvGrpSpPr/>
          <p:nvPr/>
        </p:nvGrpSpPr>
        <p:grpSpPr>
          <a:xfrm>
            <a:off x="770760" y="3003840"/>
            <a:ext cx="1489320" cy="1101240"/>
            <a:chOff x="770760" y="3003840"/>
            <a:chExt cx="1489320" cy="1101240"/>
          </a:xfrm>
        </p:grpSpPr>
        <p:sp>
          <p:nvSpPr>
            <p:cNvPr id="160" name="TextBox 92"/>
            <p:cNvSpPr/>
            <p:nvPr/>
          </p:nvSpPr>
          <p:spPr>
            <a:xfrm>
              <a:off x="1002960" y="3003840"/>
              <a:ext cx="105012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61" name="TextBox 93"/>
            <p:cNvSpPr/>
            <p:nvPr/>
          </p:nvSpPr>
          <p:spPr>
            <a:xfrm>
              <a:off x="770760" y="3357720"/>
              <a:ext cx="148932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62" name="그룹 94"/>
          <p:cNvGrpSpPr/>
          <p:nvPr/>
        </p:nvGrpSpPr>
        <p:grpSpPr>
          <a:xfrm>
            <a:off x="4156920" y="4689000"/>
            <a:ext cx="1590480" cy="1101240"/>
            <a:chOff x="4156920" y="4689000"/>
            <a:chExt cx="1590480" cy="1101240"/>
          </a:xfrm>
        </p:grpSpPr>
        <p:sp>
          <p:nvSpPr>
            <p:cNvPr id="163" name="TextBox 95"/>
            <p:cNvSpPr/>
            <p:nvPr/>
          </p:nvSpPr>
          <p:spPr>
            <a:xfrm>
              <a:off x="4424760" y="4689000"/>
              <a:ext cx="105012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</a:pP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64" name="TextBox 96"/>
            <p:cNvSpPr/>
            <p:nvPr/>
          </p:nvSpPr>
          <p:spPr>
            <a:xfrm>
              <a:off x="4156920" y="5042880"/>
              <a:ext cx="159048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165" name="그룹 97"/>
          <p:cNvGrpSpPr/>
          <p:nvPr/>
        </p:nvGrpSpPr>
        <p:grpSpPr>
          <a:xfrm>
            <a:off x="7612200" y="2986200"/>
            <a:ext cx="1488960" cy="1136520"/>
            <a:chOff x="7612200" y="2986200"/>
            <a:chExt cx="1488960" cy="1136520"/>
          </a:xfrm>
        </p:grpSpPr>
        <p:sp>
          <p:nvSpPr>
            <p:cNvPr id="166" name="TextBox 98"/>
            <p:cNvSpPr/>
            <p:nvPr/>
          </p:nvSpPr>
          <p:spPr>
            <a:xfrm>
              <a:off x="7827840" y="2986200"/>
              <a:ext cx="105012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</a:pP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167" name="TextBox 99"/>
            <p:cNvSpPr/>
            <p:nvPr/>
          </p:nvSpPr>
          <p:spPr>
            <a:xfrm>
              <a:off x="7612200" y="3375360"/>
              <a:ext cx="148896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168" name="자유형 100"/>
          <p:cNvSpPr/>
          <p:nvPr/>
        </p:nvSpPr>
        <p:spPr>
          <a:xfrm>
            <a:off x="3189960" y="3144600"/>
            <a:ext cx="758880" cy="758880"/>
          </a:xfrm>
          <a:custGeom>
            <a:avLst/>
            <a:gdLst>
              <a:gd name="textAreaLeft" fmla="*/ 0 w 758880"/>
              <a:gd name="textAreaRight" fmla="*/ 760320 w 758880"/>
              <a:gd name="textAreaTop" fmla="*/ 0 h 758880"/>
              <a:gd name="textAreaBottom" fmla="*/ 760320 h 75888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69" name="자유형 101"/>
          <p:cNvSpPr/>
          <p:nvPr/>
        </p:nvSpPr>
        <p:spPr>
          <a:xfrm>
            <a:off x="4642920" y="3144600"/>
            <a:ext cx="758880" cy="758880"/>
          </a:xfrm>
          <a:custGeom>
            <a:avLst/>
            <a:gdLst>
              <a:gd name="textAreaLeft" fmla="*/ 0 w 758880"/>
              <a:gd name="textAreaRight" fmla="*/ 760320 w 758880"/>
              <a:gd name="textAreaTop" fmla="*/ 0 h 758880"/>
              <a:gd name="textAreaBottom" fmla="*/ 760320 h 75888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70" name="자유형 102"/>
          <p:cNvSpPr/>
          <p:nvPr/>
        </p:nvSpPr>
        <p:spPr>
          <a:xfrm>
            <a:off x="6089400" y="3144600"/>
            <a:ext cx="758880" cy="758880"/>
          </a:xfrm>
          <a:custGeom>
            <a:avLst/>
            <a:gdLst>
              <a:gd name="textAreaLeft" fmla="*/ 0 w 758880"/>
              <a:gd name="textAreaRight" fmla="*/ 760320 w 758880"/>
              <a:gd name="textAreaTop" fmla="*/ 0 h 758880"/>
              <a:gd name="textAreaBottom" fmla="*/ 760320 h 75888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71" name="Group 74"/>
          <p:cNvGrpSpPr/>
          <p:nvPr/>
        </p:nvGrpSpPr>
        <p:grpSpPr>
          <a:xfrm>
            <a:off x="3347640" y="3393000"/>
            <a:ext cx="443520" cy="284040"/>
            <a:chOff x="3347640" y="3393000"/>
            <a:chExt cx="443520" cy="284040"/>
          </a:xfrm>
        </p:grpSpPr>
        <p:sp>
          <p:nvSpPr>
            <p:cNvPr id="172" name="AutoShape 73"/>
            <p:cNvSpPr/>
            <p:nvPr/>
          </p:nvSpPr>
          <p:spPr>
            <a:xfrm>
              <a:off x="3347640" y="3393000"/>
              <a:ext cx="443520" cy="28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73" name="Freeform 75"/>
            <p:cNvSpPr/>
            <p:nvPr/>
          </p:nvSpPr>
          <p:spPr>
            <a:xfrm>
              <a:off x="3347640" y="3393000"/>
              <a:ext cx="443520" cy="284040"/>
            </a:xfrm>
            <a:custGeom>
              <a:avLst/>
              <a:gdLst>
                <a:gd name="textAreaLeft" fmla="*/ 0 w 443520"/>
                <a:gd name="textAreaRight" fmla="*/ 444960 w 443520"/>
                <a:gd name="textAreaTop" fmla="*/ 0 h 284040"/>
                <a:gd name="textAreaBottom" fmla="*/ 285480 h 284040"/>
              </a:gdLst>
              <a:ahLst/>
              <a:rect l="textAreaLeft" t="textAreaTop" r="textAreaRight" b="textAreaBottom"/>
              <a:pathLst>
                <a:path w="1971" h="1264">
                  <a:moveTo>
                    <a:pt x="1921" y="115"/>
                  </a:moveTo>
                  <a:lnTo>
                    <a:pt x="1756" y="192"/>
                  </a:lnTo>
                  <a:lnTo>
                    <a:pt x="1658" y="159"/>
                  </a:lnTo>
                  <a:lnTo>
                    <a:pt x="1658" y="19"/>
                  </a:lnTo>
                  <a:lnTo>
                    <a:pt x="1607" y="0"/>
                  </a:lnTo>
                  <a:lnTo>
                    <a:pt x="0" y="716"/>
                  </a:lnTo>
                  <a:lnTo>
                    <a:pt x="0" y="1106"/>
                  </a:lnTo>
                  <a:lnTo>
                    <a:pt x="59" y="1127"/>
                  </a:lnTo>
                  <a:lnTo>
                    <a:pt x="211" y="1027"/>
                  </a:lnTo>
                  <a:lnTo>
                    <a:pt x="372" y="1087"/>
                  </a:lnTo>
                  <a:lnTo>
                    <a:pt x="372" y="1242"/>
                  </a:lnTo>
                  <a:lnTo>
                    <a:pt x="430" y="1264"/>
                  </a:lnTo>
                  <a:lnTo>
                    <a:pt x="1965" y="469"/>
                  </a:lnTo>
                  <a:lnTo>
                    <a:pt x="1971" y="465"/>
                  </a:lnTo>
                  <a:lnTo>
                    <a:pt x="1971" y="134"/>
                  </a:lnTo>
                  <a:lnTo>
                    <a:pt x="1921" y="115"/>
                  </a:lnTo>
                  <a:close/>
                  <a:moveTo>
                    <a:pt x="1922" y="142"/>
                  </a:moveTo>
                  <a:lnTo>
                    <a:pt x="1929" y="144"/>
                  </a:lnTo>
                  <a:lnTo>
                    <a:pt x="429" y="863"/>
                  </a:lnTo>
                  <a:lnTo>
                    <a:pt x="415" y="859"/>
                  </a:lnTo>
                  <a:lnTo>
                    <a:pt x="1762" y="215"/>
                  </a:lnTo>
                  <a:lnTo>
                    <a:pt x="1922" y="142"/>
                  </a:lnTo>
                  <a:close/>
                  <a:moveTo>
                    <a:pt x="1725" y="206"/>
                  </a:moveTo>
                  <a:lnTo>
                    <a:pt x="372" y="853"/>
                  </a:lnTo>
                  <a:lnTo>
                    <a:pt x="372" y="1010"/>
                  </a:lnTo>
                  <a:lnTo>
                    <a:pt x="83" y="908"/>
                  </a:lnTo>
                  <a:lnTo>
                    <a:pt x="1646" y="181"/>
                  </a:lnTo>
                  <a:lnTo>
                    <a:pt x="1725" y="206"/>
                  </a:lnTo>
                  <a:close/>
                  <a:moveTo>
                    <a:pt x="1634" y="159"/>
                  </a:moveTo>
                  <a:lnTo>
                    <a:pt x="70" y="887"/>
                  </a:lnTo>
                  <a:lnTo>
                    <a:pt x="70" y="748"/>
                  </a:lnTo>
                  <a:lnTo>
                    <a:pt x="1634" y="46"/>
                  </a:lnTo>
                  <a:lnTo>
                    <a:pt x="1634" y="159"/>
                  </a:lnTo>
                  <a:close/>
                  <a:moveTo>
                    <a:pt x="1608" y="26"/>
                  </a:moveTo>
                  <a:lnTo>
                    <a:pt x="1614" y="29"/>
                  </a:lnTo>
                  <a:lnTo>
                    <a:pt x="58" y="727"/>
                  </a:lnTo>
                  <a:lnTo>
                    <a:pt x="43" y="722"/>
                  </a:lnTo>
                  <a:lnTo>
                    <a:pt x="1608" y="26"/>
                  </a:lnTo>
                  <a:close/>
                  <a:moveTo>
                    <a:pt x="70" y="1091"/>
                  </a:moveTo>
                  <a:lnTo>
                    <a:pt x="70" y="975"/>
                  </a:lnTo>
                  <a:lnTo>
                    <a:pt x="182" y="1017"/>
                  </a:lnTo>
                  <a:lnTo>
                    <a:pt x="70" y="1091"/>
                  </a:lnTo>
                  <a:close/>
                  <a:moveTo>
                    <a:pt x="213" y="1003"/>
                  </a:moveTo>
                  <a:lnTo>
                    <a:pt x="213" y="1003"/>
                  </a:lnTo>
                  <a:lnTo>
                    <a:pt x="209" y="1001"/>
                  </a:lnTo>
                  <a:lnTo>
                    <a:pt x="207" y="1000"/>
                  </a:lnTo>
                  <a:lnTo>
                    <a:pt x="207" y="1000"/>
                  </a:lnTo>
                  <a:lnTo>
                    <a:pt x="46" y="941"/>
                  </a:lnTo>
                  <a:lnTo>
                    <a:pt x="46" y="1097"/>
                  </a:lnTo>
                  <a:lnTo>
                    <a:pt x="24" y="1089"/>
                  </a:lnTo>
                  <a:lnTo>
                    <a:pt x="24" y="740"/>
                  </a:lnTo>
                  <a:lnTo>
                    <a:pt x="46" y="748"/>
                  </a:lnTo>
                  <a:lnTo>
                    <a:pt x="46" y="920"/>
                  </a:lnTo>
                  <a:lnTo>
                    <a:pt x="52" y="922"/>
                  </a:lnTo>
                  <a:lnTo>
                    <a:pt x="396" y="1043"/>
                  </a:lnTo>
                  <a:lnTo>
                    <a:pt x="396" y="877"/>
                  </a:lnTo>
                  <a:lnTo>
                    <a:pt x="417" y="885"/>
                  </a:lnTo>
                  <a:lnTo>
                    <a:pt x="417" y="1234"/>
                  </a:lnTo>
                  <a:lnTo>
                    <a:pt x="396" y="1226"/>
                  </a:lnTo>
                  <a:lnTo>
                    <a:pt x="396" y="1070"/>
                  </a:lnTo>
                  <a:lnTo>
                    <a:pt x="213" y="1003"/>
                  </a:lnTo>
                  <a:close/>
                  <a:moveTo>
                    <a:pt x="441" y="1230"/>
                  </a:moveTo>
                  <a:lnTo>
                    <a:pt x="441" y="884"/>
                  </a:lnTo>
                  <a:lnTo>
                    <a:pt x="1947" y="162"/>
                  </a:lnTo>
                  <a:lnTo>
                    <a:pt x="1947" y="451"/>
                  </a:lnTo>
                  <a:lnTo>
                    <a:pt x="441" y="12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74" name="그룹 36"/>
          <p:cNvGrpSpPr/>
          <p:nvPr/>
        </p:nvGrpSpPr>
        <p:grpSpPr>
          <a:xfrm>
            <a:off x="6212880" y="3279240"/>
            <a:ext cx="378360" cy="344880"/>
            <a:chOff x="6212880" y="3279240"/>
            <a:chExt cx="378360" cy="344880"/>
          </a:xfrm>
        </p:grpSpPr>
        <p:sp>
          <p:nvSpPr>
            <p:cNvPr id="175" name="AutoShape 56"/>
            <p:cNvSpPr/>
            <p:nvPr/>
          </p:nvSpPr>
          <p:spPr>
            <a:xfrm>
              <a:off x="6212880" y="3279240"/>
              <a:ext cx="378360" cy="344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76" name="Freeform 58"/>
            <p:cNvSpPr/>
            <p:nvPr/>
          </p:nvSpPr>
          <p:spPr>
            <a:xfrm>
              <a:off x="6230880" y="3411360"/>
              <a:ext cx="147600" cy="192240"/>
            </a:xfrm>
            <a:custGeom>
              <a:avLst/>
              <a:gdLst>
                <a:gd name="textAreaLeft" fmla="*/ 0 w 147600"/>
                <a:gd name="textAreaRight" fmla="*/ 149040 w 147600"/>
                <a:gd name="textAreaTop" fmla="*/ 0 h 192240"/>
                <a:gd name="textAreaBottom" fmla="*/ 193680 h 192240"/>
              </a:gdLst>
              <a:ahLst/>
              <a:rect l="textAreaLeft" t="textAreaTop" r="textAreaRight" b="textAreaBottom"/>
              <a:pathLst>
                <a:path w="1010" h="1313">
                  <a:moveTo>
                    <a:pt x="1010" y="945"/>
                  </a:move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08" y="913"/>
                  </a:lnTo>
                  <a:lnTo>
                    <a:pt x="1008" y="911"/>
                  </a:lnTo>
                  <a:lnTo>
                    <a:pt x="1008" y="911"/>
                  </a:lnTo>
                  <a:lnTo>
                    <a:pt x="1006" y="891"/>
                  </a:lnTo>
                  <a:lnTo>
                    <a:pt x="1006" y="891"/>
                  </a:lnTo>
                  <a:lnTo>
                    <a:pt x="1004" y="877"/>
                  </a:lnTo>
                  <a:lnTo>
                    <a:pt x="1004" y="877"/>
                  </a:lnTo>
                  <a:lnTo>
                    <a:pt x="1002" y="854"/>
                  </a:lnTo>
                  <a:lnTo>
                    <a:pt x="1002" y="852"/>
                  </a:lnTo>
                  <a:lnTo>
                    <a:pt x="1002" y="852"/>
                  </a:lnTo>
                  <a:lnTo>
                    <a:pt x="996" y="816"/>
                  </a:lnTo>
                  <a:lnTo>
                    <a:pt x="988" y="778"/>
                  </a:lnTo>
                  <a:lnTo>
                    <a:pt x="978" y="740"/>
                  </a:lnTo>
                  <a:lnTo>
                    <a:pt x="966" y="702"/>
                  </a:lnTo>
                  <a:lnTo>
                    <a:pt x="954" y="664"/>
                  </a:lnTo>
                  <a:lnTo>
                    <a:pt x="940" y="626"/>
                  </a:lnTo>
                  <a:lnTo>
                    <a:pt x="924" y="588"/>
                  </a:lnTo>
                  <a:lnTo>
                    <a:pt x="906" y="550"/>
                  </a:lnTo>
                  <a:lnTo>
                    <a:pt x="902" y="544"/>
                  </a:lnTo>
                  <a:lnTo>
                    <a:pt x="902" y="544"/>
                  </a:lnTo>
                  <a:lnTo>
                    <a:pt x="892" y="522"/>
                  </a:lnTo>
                  <a:lnTo>
                    <a:pt x="892" y="522"/>
                  </a:lnTo>
                  <a:lnTo>
                    <a:pt x="888" y="512"/>
                  </a:lnTo>
                  <a:lnTo>
                    <a:pt x="888" y="512"/>
                  </a:lnTo>
                  <a:lnTo>
                    <a:pt x="874" y="488"/>
                  </a:lnTo>
                  <a:lnTo>
                    <a:pt x="874" y="488"/>
                  </a:lnTo>
                  <a:lnTo>
                    <a:pt x="858" y="458"/>
                  </a:lnTo>
                  <a:lnTo>
                    <a:pt x="858" y="458"/>
                  </a:lnTo>
                  <a:lnTo>
                    <a:pt x="840" y="430"/>
                  </a:lnTo>
                  <a:lnTo>
                    <a:pt x="840" y="43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786" y="348"/>
                  </a:lnTo>
                  <a:lnTo>
                    <a:pt x="748" y="298"/>
                  </a:lnTo>
                  <a:lnTo>
                    <a:pt x="708" y="252"/>
                  </a:lnTo>
                  <a:lnTo>
                    <a:pt x="666" y="208"/>
                  </a:lnTo>
                  <a:lnTo>
                    <a:pt x="624" y="168"/>
                  </a:lnTo>
                  <a:lnTo>
                    <a:pt x="580" y="132"/>
                  </a:lnTo>
                  <a:lnTo>
                    <a:pt x="534" y="98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68" y="58"/>
                  </a:lnTo>
                  <a:lnTo>
                    <a:pt x="468" y="58"/>
                  </a:lnTo>
                  <a:lnTo>
                    <a:pt x="462" y="54"/>
                  </a:lnTo>
                  <a:lnTo>
                    <a:pt x="462" y="54"/>
                  </a:lnTo>
                  <a:lnTo>
                    <a:pt x="456" y="52"/>
                  </a:lnTo>
                  <a:lnTo>
                    <a:pt x="456" y="52"/>
                  </a:lnTo>
                  <a:lnTo>
                    <a:pt x="446" y="46"/>
                  </a:lnTo>
                  <a:lnTo>
                    <a:pt x="446" y="46"/>
                  </a:lnTo>
                  <a:lnTo>
                    <a:pt x="442" y="46"/>
                  </a:lnTo>
                  <a:lnTo>
                    <a:pt x="442" y="46"/>
                  </a:lnTo>
                  <a:lnTo>
                    <a:pt x="416" y="34"/>
                  </a:lnTo>
                  <a:lnTo>
                    <a:pt x="416" y="34"/>
                  </a:lnTo>
                  <a:lnTo>
                    <a:pt x="398" y="26"/>
                  </a:lnTo>
                  <a:lnTo>
                    <a:pt x="398" y="26"/>
                  </a:lnTo>
                  <a:lnTo>
                    <a:pt x="388" y="22"/>
                  </a:lnTo>
                  <a:lnTo>
                    <a:pt x="388" y="22"/>
                  </a:lnTo>
                  <a:lnTo>
                    <a:pt x="378" y="20"/>
                  </a:lnTo>
                  <a:lnTo>
                    <a:pt x="378" y="20"/>
                  </a:lnTo>
                  <a:lnTo>
                    <a:pt x="362" y="14"/>
                  </a:lnTo>
                  <a:lnTo>
                    <a:pt x="362" y="14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16" y="4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2" y="0"/>
                  </a:lnTo>
                  <a:lnTo>
                    <a:pt x="272" y="0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2" y="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42" y="30"/>
                  </a:lnTo>
                  <a:lnTo>
                    <a:pt x="142" y="30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2" y="50"/>
                  </a:lnTo>
                  <a:lnTo>
                    <a:pt x="98" y="62"/>
                  </a:lnTo>
                  <a:lnTo>
                    <a:pt x="84" y="74"/>
                  </a:lnTo>
                  <a:lnTo>
                    <a:pt x="72" y="88"/>
                  </a:lnTo>
                  <a:lnTo>
                    <a:pt x="62" y="104"/>
                  </a:lnTo>
                  <a:lnTo>
                    <a:pt x="50" y="122"/>
                  </a:lnTo>
                  <a:lnTo>
                    <a:pt x="42" y="138"/>
                  </a:lnTo>
                  <a:lnTo>
                    <a:pt x="32" y="158"/>
                  </a:lnTo>
                  <a:lnTo>
                    <a:pt x="26" y="178"/>
                  </a:lnTo>
                  <a:lnTo>
                    <a:pt x="18" y="198"/>
                  </a:lnTo>
                  <a:lnTo>
                    <a:pt x="8" y="244"/>
                  </a:lnTo>
                  <a:lnTo>
                    <a:pt x="2" y="292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2" y="400"/>
                  </a:lnTo>
                  <a:lnTo>
                    <a:pt x="8" y="458"/>
                  </a:lnTo>
                  <a:lnTo>
                    <a:pt x="20" y="518"/>
                  </a:lnTo>
                  <a:lnTo>
                    <a:pt x="34" y="580"/>
                  </a:lnTo>
                  <a:lnTo>
                    <a:pt x="54" y="640"/>
                  </a:lnTo>
                  <a:lnTo>
                    <a:pt x="78" y="702"/>
                  </a:lnTo>
                  <a:lnTo>
                    <a:pt x="104" y="764"/>
                  </a:lnTo>
                  <a:lnTo>
                    <a:pt x="136" y="824"/>
                  </a:lnTo>
                  <a:lnTo>
                    <a:pt x="136" y="824"/>
                  </a:lnTo>
                  <a:lnTo>
                    <a:pt x="152" y="854"/>
                  </a:lnTo>
                  <a:lnTo>
                    <a:pt x="152" y="854"/>
                  </a:lnTo>
                  <a:lnTo>
                    <a:pt x="170" y="883"/>
                  </a:lnTo>
                  <a:lnTo>
                    <a:pt x="170" y="883"/>
                  </a:lnTo>
                  <a:lnTo>
                    <a:pt x="206" y="941"/>
                  </a:lnTo>
                  <a:lnTo>
                    <a:pt x="246" y="995"/>
                  </a:lnTo>
                  <a:lnTo>
                    <a:pt x="288" y="1047"/>
                  </a:lnTo>
                  <a:lnTo>
                    <a:pt x="332" y="1093"/>
                  </a:lnTo>
                  <a:lnTo>
                    <a:pt x="378" y="1137"/>
                  </a:lnTo>
                  <a:lnTo>
                    <a:pt x="426" y="1177"/>
                  </a:lnTo>
                  <a:lnTo>
                    <a:pt x="474" y="1213"/>
                  </a:lnTo>
                  <a:lnTo>
                    <a:pt x="522" y="1243"/>
                  </a:lnTo>
                  <a:lnTo>
                    <a:pt x="522" y="1243"/>
                  </a:lnTo>
                  <a:lnTo>
                    <a:pt x="568" y="1267"/>
                  </a:lnTo>
                  <a:lnTo>
                    <a:pt x="614" y="1287"/>
                  </a:lnTo>
                  <a:lnTo>
                    <a:pt x="658" y="1301"/>
                  </a:lnTo>
                  <a:lnTo>
                    <a:pt x="680" y="1307"/>
                  </a:lnTo>
                  <a:lnTo>
                    <a:pt x="702" y="1309"/>
                  </a:lnTo>
                  <a:lnTo>
                    <a:pt x="722" y="1313"/>
                  </a:lnTo>
                  <a:lnTo>
                    <a:pt x="742" y="1313"/>
                  </a:lnTo>
                  <a:lnTo>
                    <a:pt x="762" y="1313"/>
                  </a:lnTo>
                  <a:lnTo>
                    <a:pt x="782" y="1311"/>
                  </a:lnTo>
                  <a:lnTo>
                    <a:pt x="802" y="1309"/>
                  </a:lnTo>
                  <a:lnTo>
                    <a:pt x="820" y="1305"/>
                  </a:lnTo>
                  <a:lnTo>
                    <a:pt x="838" y="1299"/>
                  </a:lnTo>
                  <a:lnTo>
                    <a:pt x="854" y="1291"/>
                  </a:lnTo>
                  <a:lnTo>
                    <a:pt x="854" y="1291"/>
                  </a:lnTo>
                  <a:lnTo>
                    <a:pt x="870" y="1283"/>
                  </a:lnTo>
                  <a:lnTo>
                    <a:pt x="870" y="1283"/>
                  </a:lnTo>
                  <a:lnTo>
                    <a:pt x="876" y="1281"/>
                  </a:lnTo>
                  <a:lnTo>
                    <a:pt x="876" y="1281"/>
                  </a:lnTo>
                  <a:lnTo>
                    <a:pt x="878" y="1279"/>
                  </a:lnTo>
                  <a:lnTo>
                    <a:pt x="878" y="1279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906" y="1259"/>
                  </a:lnTo>
                  <a:lnTo>
                    <a:pt x="926" y="1239"/>
                  </a:lnTo>
                  <a:lnTo>
                    <a:pt x="944" y="1217"/>
                  </a:lnTo>
                  <a:lnTo>
                    <a:pt x="960" y="1191"/>
                  </a:lnTo>
                  <a:lnTo>
                    <a:pt x="974" y="1165"/>
                  </a:lnTo>
                  <a:lnTo>
                    <a:pt x="986" y="1135"/>
                  </a:lnTo>
                  <a:lnTo>
                    <a:pt x="994" y="1103"/>
                  </a:lnTo>
                  <a:lnTo>
                    <a:pt x="1002" y="1071"/>
                  </a:lnTo>
                  <a:lnTo>
                    <a:pt x="1002" y="1071"/>
                  </a:lnTo>
                  <a:lnTo>
                    <a:pt x="1002" y="1069"/>
                  </a:lnTo>
                  <a:lnTo>
                    <a:pt x="1002" y="1069"/>
                  </a:lnTo>
                  <a:lnTo>
                    <a:pt x="1006" y="1049"/>
                  </a:lnTo>
                  <a:lnTo>
                    <a:pt x="1006" y="1049"/>
                  </a:lnTo>
                  <a:lnTo>
                    <a:pt x="1006" y="1045"/>
                  </a:lnTo>
                  <a:lnTo>
                    <a:pt x="1006" y="1043"/>
                  </a:lnTo>
                  <a:lnTo>
                    <a:pt x="1006" y="1043"/>
                  </a:lnTo>
                  <a:lnTo>
                    <a:pt x="1006" y="1041"/>
                  </a:lnTo>
                  <a:lnTo>
                    <a:pt x="1006" y="1041"/>
                  </a:lnTo>
                  <a:lnTo>
                    <a:pt x="1008" y="1023"/>
                  </a:lnTo>
                  <a:lnTo>
                    <a:pt x="1008" y="1021"/>
                  </a:lnTo>
                  <a:lnTo>
                    <a:pt x="1008" y="1021"/>
                  </a:lnTo>
                  <a:lnTo>
                    <a:pt x="1010" y="1011"/>
                  </a:lnTo>
                  <a:lnTo>
                    <a:pt x="1010" y="1011"/>
                  </a:lnTo>
                  <a:lnTo>
                    <a:pt x="1010" y="999"/>
                  </a:lnTo>
                  <a:lnTo>
                    <a:pt x="1010" y="995"/>
                  </a:lnTo>
                  <a:lnTo>
                    <a:pt x="1010" y="995"/>
                  </a:lnTo>
                  <a:lnTo>
                    <a:pt x="1010" y="969"/>
                  </a:lnTo>
                  <a:lnTo>
                    <a:pt x="1010" y="969"/>
                  </a:lnTo>
                  <a:lnTo>
                    <a:pt x="1010" y="945"/>
                  </a:lnTo>
                  <a:lnTo>
                    <a:pt x="1010" y="945"/>
                  </a:lnTo>
                  <a:close/>
                  <a:moveTo>
                    <a:pt x="960" y="961"/>
                  </a:moveTo>
                  <a:lnTo>
                    <a:pt x="960" y="963"/>
                  </a:lnTo>
                  <a:lnTo>
                    <a:pt x="960" y="963"/>
                  </a:lnTo>
                  <a:lnTo>
                    <a:pt x="958" y="975"/>
                  </a:lnTo>
                  <a:lnTo>
                    <a:pt x="958" y="975"/>
                  </a:lnTo>
                  <a:lnTo>
                    <a:pt x="958" y="985"/>
                  </a:lnTo>
                  <a:lnTo>
                    <a:pt x="958" y="987"/>
                  </a:lnTo>
                  <a:lnTo>
                    <a:pt x="958" y="987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5"/>
                  </a:lnTo>
                  <a:lnTo>
                    <a:pt x="956" y="1005"/>
                  </a:lnTo>
                  <a:lnTo>
                    <a:pt x="956" y="1009"/>
                  </a:lnTo>
                  <a:lnTo>
                    <a:pt x="956" y="1009"/>
                  </a:lnTo>
                  <a:lnTo>
                    <a:pt x="952" y="1027"/>
                  </a:lnTo>
                  <a:lnTo>
                    <a:pt x="952" y="1027"/>
                  </a:lnTo>
                  <a:lnTo>
                    <a:pt x="952" y="1029"/>
                  </a:lnTo>
                  <a:lnTo>
                    <a:pt x="952" y="1029"/>
                  </a:lnTo>
                  <a:lnTo>
                    <a:pt x="946" y="1059"/>
                  </a:lnTo>
                  <a:lnTo>
                    <a:pt x="938" y="1087"/>
                  </a:lnTo>
                  <a:lnTo>
                    <a:pt x="926" y="1115"/>
                  </a:lnTo>
                  <a:lnTo>
                    <a:pt x="914" y="1139"/>
                  </a:lnTo>
                  <a:lnTo>
                    <a:pt x="900" y="1161"/>
                  </a:lnTo>
                  <a:lnTo>
                    <a:pt x="884" y="1181"/>
                  </a:lnTo>
                  <a:lnTo>
                    <a:pt x="866" y="1197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0" y="1217"/>
                  </a:lnTo>
                  <a:lnTo>
                    <a:pt x="840" y="1217"/>
                  </a:lnTo>
                  <a:lnTo>
                    <a:pt x="838" y="1217"/>
                  </a:lnTo>
                  <a:lnTo>
                    <a:pt x="838" y="1217"/>
                  </a:lnTo>
                  <a:lnTo>
                    <a:pt x="832" y="1221"/>
                  </a:lnTo>
                  <a:lnTo>
                    <a:pt x="832" y="1221"/>
                  </a:lnTo>
                  <a:lnTo>
                    <a:pt x="820" y="1227"/>
                  </a:lnTo>
                  <a:lnTo>
                    <a:pt x="820" y="1227"/>
                  </a:lnTo>
                  <a:lnTo>
                    <a:pt x="804" y="1235"/>
                  </a:lnTo>
                  <a:lnTo>
                    <a:pt x="788" y="1239"/>
                  </a:lnTo>
                  <a:lnTo>
                    <a:pt x="772" y="1243"/>
                  </a:lnTo>
                  <a:lnTo>
                    <a:pt x="754" y="1245"/>
                  </a:lnTo>
                  <a:lnTo>
                    <a:pt x="738" y="1247"/>
                  </a:lnTo>
                  <a:lnTo>
                    <a:pt x="720" y="1247"/>
                  </a:lnTo>
                  <a:lnTo>
                    <a:pt x="682" y="1245"/>
                  </a:lnTo>
                  <a:lnTo>
                    <a:pt x="644" y="1237"/>
                  </a:lnTo>
                  <a:lnTo>
                    <a:pt x="604" y="1225"/>
                  </a:lnTo>
                  <a:lnTo>
                    <a:pt x="562" y="1207"/>
                  </a:lnTo>
                  <a:lnTo>
                    <a:pt x="520" y="1185"/>
                  </a:lnTo>
                  <a:lnTo>
                    <a:pt x="520" y="1185"/>
                  </a:lnTo>
                  <a:lnTo>
                    <a:pt x="476" y="1157"/>
                  </a:lnTo>
                  <a:lnTo>
                    <a:pt x="434" y="1125"/>
                  </a:lnTo>
                  <a:lnTo>
                    <a:pt x="392" y="1089"/>
                  </a:lnTo>
                  <a:lnTo>
                    <a:pt x="350" y="1051"/>
                  </a:lnTo>
                  <a:lnTo>
                    <a:pt x="310" y="1007"/>
                  </a:lnTo>
                  <a:lnTo>
                    <a:pt x="272" y="961"/>
                  </a:lnTo>
                  <a:lnTo>
                    <a:pt x="236" y="913"/>
                  </a:lnTo>
                  <a:lnTo>
                    <a:pt x="204" y="860"/>
                  </a:lnTo>
                  <a:lnTo>
                    <a:pt x="204" y="860"/>
                  </a:lnTo>
                  <a:lnTo>
                    <a:pt x="188" y="834"/>
                  </a:lnTo>
                  <a:lnTo>
                    <a:pt x="188" y="834"/>
                  </a:lnTo>
                  <a:lnTo>
                    <a:pt x="174" y="808"/>
                  </a:lnTo>
                  <a:lnTo>
                    <a:pt x="174" y="808"/>
                  </a:lnTo>
                  <a:lnTo>
                    <a:pt x="144" y="752"/>
                  </a:lnTo>
                  <a:lnTo>
                    <a:pt x="120" y="698"/>
                  </a:lnTo>
                  <a:lnTo>
                    <a:pt x="100" y="642"/>
                  </a:lnTo>
                  <a:lnTo>
                    <a:pt x="82" y="586"/>
                  </a:lnTo>
                  <a:lnTo>
                    <a:pt x="68" y="532"/>
                  </a:lnTo>
                  <a:lnTo>
                    <a:pt x="58" y="478"/>
                  </a:lnTo>
                  <a:lnTo>
                    <a:pt x="52" y="426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52" y="328"/>
                  </a:lnTo>
                  <a:lnTo>
                    <a:pt x="58" y="284"/>
                  </a:lnTo>
                  <a:lnTo>
                    <a:pt x="68" y="244"/>
                  </a:lnTo>
                  <a:lnTo>
                    <a:pt x="80" y="208"/>
                  </a:lnTo>
                  <a:lnTo>
                    <a:pt x="96" y="174"/>
                  </a:lnTo>
                  <a:lnTo>
                    <a:pt x="106" y="160"/>
                  </a:lnTo>
                  <a:lnTo>
                    <a:pt x="116" y="146"/>
                  </a:lnTo>
                  <a:lnTo>
                    <a:pt x="126" y="132"/>
                  </a:lnTo>
                  <a:lnTo>
                    <a:pt x="138" y="120"/>
                  </a:lnTo>
                  <a:lnTo>
                    <a:pt x="152" y="110"/>
                  </a:lnTo>
                  <a:lnTo>
                    <a:pt x="164" y="100"/>
                  </a:lnTo>
                  <a:lnTo>
                    <a:pt x="164" y="100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4" y="80"/>
                  </a:lnTo>
                  <a:lnTo>
                    <a:pt x="206" y="80"/>
                  </a:lnTo>
                  <a:lnTo>
                    <a:pt x="206" y="80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6" y="72"/>
                  </a:lnTo>
                  <a:lnTo>
                    <a:pt x="226" y="72"/>
                  </a:lnTo>
                  <a:lnTo>
                    <a:pt x="244" y="68"/>
                  </a:lnTo>
                  <a:lnTo>
                    <a:pt x="244" y="68"/>
                  </a:lnTo>
                  <a:lnTo>
                    <a:pt x="250" y="68"/>
                  </a:lnTo>
                  <a:lnTo>
                    <a:pt x="250" y="68"/>
                  </a:lnTo>
                  <a:lnTo>
                    <a:pt x="268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96" y="66"/>
                  </a:lnTo>
                  <a:lnTo>
                    <a:pt x="296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34" y="70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6" y="78"/>
                  </a:lnTo>
                  <a:lnTo>
                    <a:pt x="376" y="78"/>
                  </a:lnTo>
                  <a:lnTo>
                    <a:pt x="390" y="84"/>
                  </a:lnTo>
                  <a:lnTo>
                    <a:pt x="390" y="84"/>
                  </a:lnTo>
                  <a:lnTo>
                    <a:pt x="400" y="86"/>
                  </a:lnTo>
                  <a:lnTo>
                    <a:pt x="400" y="86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450" y="106"/>
                  </a:lnTo>
                  <a:lnTo>
                    <a:pt x="450" y="106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62" y="112"/>
                  </a:lnTo>
                  <a:lnTo>
                    <a:pt x="462" y="112"/>
                  </a:lnTo>
                  <a:lnTo>
                    <a:pt x="466" y="114"/>
                  </a:lnTo>
                  <a:lnTo>
                    <a:pt x="466" y="114"/>
                  </a:lnTo>
                  <a:lnTo>
                    <a:pt x="470" y="118"/>
                  </a:lnTo>
                  <a:lnTo>
                    <a:pt x="470" y="11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532" y="154"/>
                  </a:lnTo>
                  <a:lnTo>
                    <a:pt x="572" y="184"/>
                  </a:lnTo>
                  <a:lnTo>
                    <a:pt x="612" y="216"/>
                  </a:lnTo>
                  <a:lnTo>
                    <a:pt x="650" y="252"/>
                  </a:lnTo>
                  <a:lnTo>
                    <a:pt x="688" y="292"/>
                  </a:lnTo>
                  <a:lnTo>
                    <a:pt x="724" y="334"/>
                  </a:lnTo>
                  <a:lnTo>
                    <a:pt x="758" y="380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808" y="452"/>
                  </a:lnTo>
                  <a:lnTo>
                    <a:pt x="808" y="452"/>
                  </a:lnTo>
                  <a:lnTo>
                    <a:pt x="822" y="478"/>
                  </a:lnTo>
                  <a:lnTo>
                    <a:pt x="822" y="478"/>
                  </a:lnTo>
                  <a:lnTo>
                    <a:pt x="838" y="504"/>
                  </a:lnTo>
                  <a:lnTo>
                    <a:pt x="838" y="504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64" y="554"/>
                  </a:lnTo>
                  <a:lnTo>
                    <a:pt x="866" y="560"/>
                  </a:lnTo>
                  <a:lnTo>
                    <a:pt x="866" y="560"/>
                  </a:lnTo>
                  <a:lnTo>
                    <a:pt x="882" y="594"/>
                  </a:lnTo>
                  <a:lnTo>
                    <a:pt x="896" y="630"/>
                  </a:lnTo>
                  <a:lnTo>
                    <a:pt x="908" y="664"/>
                  </a:lnTo>
                  <a:lnTo>
                    <a:pt x="920" y="698"/>
                  </a:lnTo>
                  <a:lnTo>
                    <a:pt x="930" y="732"/>
                  </a:lnTo>
                  <a:lnTo>
                    <a:pt x="940" y="766"/>
                  </a:lnTo>
                  <a:lnTo>
                    <a:pt x="946" y="800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4" y="854"/>
                  </a:lnTo>
                  <a:lnTo>
                    <a:pt x="954" y="854"/>
                  </a:lnTo>
                  <a:lnTo>
                    <a:pt x="956" y="867"/>
                  </a:lnTo>
                  <a:lnTo>
                    <a:pt x="956" y="867"/>
                  </a:lnTo>
                  <a:lnTo>
                    <a:pt x="958" y="887"/>
                  </a:lnTo>
                  <a:lnTo>
                    <a:pt x="958" y="889"/>
                  </a:lnTo>
                  <a:lnTo>
                    <a:pt x="958" y="889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5"/>
                  </a:lnTo>
                  <a:lnTo>
                    <a:pt x="960" y="915"/>
                  </a:lnTo>
                  <a:lnTo>
                    <a:pt x="960" y="939"/>
                  </a:lnTo>
                  <a:lnTo>
                    <a:pt x="960" y="939"/>
                  </a:lnTo>
                  <a:lnTo>
                    <a:pt x="960" y="961"/>
                  </a:lnTo>
                  <a:lnTo>
                    <a:pt x="960" y="9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77" name="Freeform 59"/>
            <p:cNvSpPr/>
            <p:nvPr/>
          </p:nvSpPr>
          <p:spPr>
            <a:xfrm>
              <a:off x="6244920" y="3429720"/>
              <a:ext cx="119160" cy="155520"/>
            </a:xfrm>
            <a:custGeom>
              <a:avLst/>
              <a:gdLst>
                <a:gd name="textAreaLeft" fmla="*/ 0 w 119160"/>
                <a:gd name="textAreaRight" fmla="*/ 120600 w 119160"/>
                <a:gd name="textAreaTop" fmla="*/ 0 h 155520"/>
                <a:gd name="textAreaBottom" fmla="*/ 156960 h 155520"/>
              </a:gdLst>
              <a:ahLst/>
              <a:rect l="textAreaLeft" t="textAreaTop" r="textAreaRight" b="textAreaBottom"/>
              <a:pathLst>
                <a:path w="818" h="1065">
                  <a:moveTo>
                    <a:pt x="818" y="761"/>
                  </a:moveTo>
                  <a:lnTo>
                    <a:pt x="818" y="761"/>
                  </a:lnTo>
                  <a:lnTo>
                    <a:pt x="818" y="761"/>
                  </a:lnTo>
                  <a:lnTo>
                    <a:pt x="818" y="761"/>
                  </a:lnTo>
                  <a:lnTo>
                    <a:pt x="816" y="740"/>
                  </a:lnTo>
                  <a:lnTo>
                    <a:pt x="816" y="738"/>
                  </a:lnTo>
                  <a:lnTo>
                    <a:pt x="816" y="738"/>
                  </a:lnTo>
                  <a:lnTo>
                    <a:pt x="816" y="722"/>
                  </a:lnTo>
                  <a:lnTo>
                    <a:pt x="816" y="722"/>
                  </a:lnTo>
                  <a:lnTo>
                    <a:pt x="814" y="710"/>
                  </a:lnTo>
                  <a:lnTo>
                    <a:pt x="814" y="710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06" y="662"/>
                  </a:lnTo>
                  <a:lnTo>
                    <a:pt x="800" y="632"/>
                  </a:lnTo>
                  <a:lnTo>
                    <a:pt x="792" y="600"/>
                  </a:lnTo>
                  <a:lnTo>
                    <a:pt x="782" y="570"/>
                  </a:lnTo>
                  <a:lnTo>
                    <a:pt x="760" y="508"/>
                  </a:lnTo>
                  <a:lnTo>
                    <a:pt x="734" y="446"/>
                  </a:lnTo>
                  <a:lnTo>
                    <a:pt x="732" y="440"/>
                  </a:lnTo>
                  <a:lnTo>
                    <a:pt x="732" y="440"/>
                  </a:lnTo>
                  <a:lnTo>
                    <a:pt x="722" y="424"/>
                  </a:lnTo>
                  <a:lnTo>
                    <a:pt x="722" y="424"/>
                  </a:lnTo>
                  <a:lnTo>
                    <a:pt x="718" y="416"/>
                  </a:lnTo>
                  <a:lnTo>
                    <a:pt x="718" y="416"/>
                  </a:lnTo>
                  <a:lnTo>
                    <a:pt x="708" y="396"/>
                  </a:lnTo>
                  <a:lnTo>
                    <a:pt x="708" y="396"/>
                  </a:lnTo>
                  <a:lnTo>
                    <a:pt x="694" y="372"/>
                  </a:lnTo>
                  <a:lnTo>
                    <a:pt x="694" y="372"/>
                  </a:lnTo>
                  <a:lnTo>
                    <a:pt x="682" y="348"/>
                  </a:lnTo>
                  <a:lnTo>
                    <a:pt x="682" y="348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36" y="282"/>
                  </a:lnTo>
                  <a:lnTo>
                    <a:pt x="606" y="242"/>
                  </a:lnTo>
                  <a:lnTo>
                    <a:pt x="574" y="204"/>
                  </a:lnTo>
                  <a:lnTo>
                    <a:pt x="540" y="170"/>
                  </a:lnTo>
                  <a:lnTo>
                    <a:pt x="504" y="136"/>
                  </a:lnTo>
                  <a:lnTo>
                    <a:pt x="470" y="106"/>
                  </a:lnTo>
                  <a:lnTo>
                    <a:pt x="432" y="80"/>
                  </a:lnTo>
                  <a:lnTo>
                    <a:pt x="396" y="58"/>
                  </a:lnTo>
                  <a:lnTo>
                    <a:pt x="396" y="58"/>
                  </a:lnTo>
                  <a:lnTo>
                    <a:pt x="396" y="56"/>
                  </a:lnTo>
                  <a:lnTo>
                    <a:pt x="396" y="56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4" y="44"/>
                  </a:lnTo>
                  <a:lnTo>
                    <a:pt x="374" y="44"/>
                  </a:lnTo>
                  <a:lnTo>
                    <a:pt x="370" y="42"/>
                  </a:lnTo>
                  <a:lnTo>
                    <a:pt x="370" y="42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58" y="38"/>
                  </a:lnTo>
                  <a:lnTo>
                    <a:pt x="358" y="3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22" y="22"/>
                  </a:lnTo>
                  <a:lnTo>
                    <a:pt x="322" y="22"/>
                  </a:lnTo>
                  <a:lnTo>
                    <a:pt x="314" y="20"/>
                  </a:lnTo>
                  <a:lnTo>
                    <a:pt x="314" y="20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56" y="4"/>
                  </a:lnTo>
                  <a:lnTo>
                    <a:pt x="224" y="0"/>
                  </a:lnTo>
                  <a:lnTo>
                    <a:pt x="224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196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42" y="12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34" y="16"/>
                  </a:lnTo>
                  <a:lnTo>
                    <a:pt x="134" y="16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90" y="40"/>
                  </a:lnTo>
                  <a:lnTo>
                    <a:pt x="80" y="50"/>
                  </a:lnTo>
                  <a:lnTo>
                    <a:pt x="58" y="72"/>
                  </a:lnTo>
                  <a:lnTo>
                    <a:pt x="42" y="98"/>
                  </a:lnTo>
                  <a:lnTo>
                    <a:pt x="26" y="128"/>
                  </a:lnTo>
                  <a:lnTo>
                    <a:pt x="16" y="162"/>
                  </a:lnTo>
                  <a:lnTo>
                    <a:pt x="6" y="198"/>
                  </a:lnTo>
                  <a:lnTo>
                    <a:pt x="2" y="236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324"/>
                  </a:lnTo>
                  <a:lnTo>
                    <a:pt x="6" y="372"/>
                  </a:lnTo>
                  <a:lnTo>
                    <a:pt x="16" y="420"/>
                  </a:lnTo>
                  <a:lnTo>
                    <a:pt x="28" y="470"/>
                  </a:lnTo>
                  <a:lnTo>
                    <a:pt x="44" y="520"/>
                  </a:lnTo>
                  <a:lnTo>
                    <a:pt x="62" y="570"/>
                  </a:lnTo>
                  <a:lnTo>
                    <a:pt x="84" y="620"/>
                  </a:lnTo>
                  <a:lnTo>
                    <a:pt x="110" y="668"/>
                  </a:lnTo>
                  <a:lnTo>
                    <a:pt x="110" y="668"/>
                  </a:lnTo>
                  <a:lnTo>
                    <a:pt x="124" y="692"/>
                  </a:lnTo>
                  <a:lnTo>
                    <a:pt x="124" y="692"/>
                  </a:lnTo>
                  <a:lnTo>
                    <a:pt x="138" y="714"/>
                  </a:lnTo>
                  <a:lnTo>
                    <a:pt x="138" y="714"/>
                  </a:lnTo>
                  <a:lnTo>
                    <a:pt x="168" y="763"/>
                  </a:lnTo>
                  <a:lnTo>
                    <a:pt x="200" y="807"/>
                  </a:lnTo>
                  <a:lnTo>
                    <a:pt x="234" y="849"/>
                  </a:lnTo>
                  <a:lnTo>
                    <a:pt x="270" y="887"/>
                  </a:lnTo>
                  <a:lnTo>
                    <a:pt x="306" y="923"/>
                  </a:lnTo>
                  <a:lnTo>
                    <a:pt x="344" y="955"/>
                  </a:lnTo>
                  <a:lnTo>
                    <a:pt x="384" y="983"/>
                  </a:lnTo>
                  <a:lnTo>
                    <a:pt x="422" y="1009"/>
                  </a:lnTo>
                  <a:lnTo>
                    <a:pt x="422" y="1009"/>
                  </a:lnTo>
                  <a:lnTo>
                    <a:pt x="460" y="1027"/>
                  </a:lnTo>
                  <a:lnTo>
                    <a:pt x="498" y="1043"/>
                  </a:lnTo>
                  <a:lnTo>
                    <a:pt x="534" y="1055"/>
                  </a:lnTo>
                  <a:lnTo>
                    <a:pt x="568" y="1061"/>
                  </a:lnTo>
                  <a:lnTo>
                    <a:pt x="602" y="1065"/>
                  </a:lnTo>
                  <a:lnTo>
                    <a:pt x="634" y="1063"/>
                  </a:lnTo>
                  <a:lnTo>
                    <a:pt x="664" y="1057"/>
                  </a:lnTo>
                  <a:lnTo>
                    <a:pt x="678" y="1053"/>
                  </a:lnTo>
                  <a:lnTo>
                    <a:pt x="692" y="1047"/>
                  </a:lnTo>
                  <a:lnTo>
                    <a:pt x="692" y="1047"/>
                  </a:lnTo>
                  <a:lnTo>
                    <a:pt x="704" y="1041"/>
                  </a:lnTo>
                  <a:lnTo>
                    <a:pt x="704" y="1041"/>
                  </a:lnTo>
                  <a:lnTo>
                    <a:pt x="708" y="1037"/>
                  </a:lnTo>
                  <a:lnTo>
                    <a:pt x="708" y="1037"/>
                  </a:lnTo>
                  <a:lnTo>
                    <a:pt x="710" y="1037"/>
                  </a:lnTo>
                  <a:lnTo>
                    <a:pt x="710" y="1037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34" y="1019"/>
                  </a:lnTo>
                  <a:lnTo>
                    <a:pt x="750" y="1005"/>
                  </a:lnTo>
                  <a:lnTo>
                    <a:pt x="764" y="987"/>
                  </a:lnTo>
                  <a:lnTo>
                    <a:pt x="778" y="967"/>
                  </a:lnTo>
                  <a:lnTo>
                    <a:pt x="788" y="945"/>
                  </a:lnTo>
                  <a:lnTo>
                    <a:pt x="798" y="921"/>
                  </a:lnTo>
                  <a:lnTo>
                    <a:pt x="806" y="895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4" y="851"/>
                  </a:lnTo>
                  <a:lnTo>
                    <a:pt x="814" y="851"/>
                  </a:lnTo>
                  <a:lnTo>
                    <a:pt x="814" y="847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8" y="819"/>
                  </a:lnTo>
                  <a:lnTo>
                    <a:pt x="818" y="819"/>
                  </a:lnTo>
                  <a:lnTo>
                    <a:pt x="818" y="809"/>
                  </a:lnTo>
                  <a:lnTo>
                    <a:pt x="818" y="807"/>
                  </a:lnTo>
                  <a:lnTo>
                    <a:pt x="818" y="807"/>
                  </a:lnTo>
                  <a:lnTo>
                    <a:pt x="818" y="787"/>
                  </a:lnTo>
                  <a:lnTo>
                    <a:pt x="818" y="787"/>
                  </a:lnTo>
                  <a:lnTo>
                    <a:pt x="818" y="767"/>
                  </a:lnTo>
                  <a:lnTo>
                    <a:pt x="818" y="761"/>
                  </a:lnTo>
                  <a:close/>
                  <a:moveTo>
                    <a:pt x="778" y="779"/>
                  </a:moveTo>
                  <a:lnTo>
                    <a:pt x="776" y="781"/>
                  </a:lnTo>
                  <a:lnTo>
                    <a:pt x="776" y="781"/>
                  </a:lnTo>
                  <a:lnTo>
                    <a:pt x="776" y="791"/>
                  </a:lnTo>
                  <a:lnTo>
                    <a:pt x="776" y="791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4" y="813"/>
                  </a:lnTo>
                  <a:lnTo>
                    <a:pt x="774" y="813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9"/>
                  </a:lnTo>
                  <a:lnTo>
                    <a:pt x="774" y="819"/>
                  </a:lnTo>
                  <a:lnTo>
                    <a:pt x="772" y="833"/>
                  </a:lnTo>
                  <a:lnTo>
                    <a:pt x="772" y="833"/>
                  </a:lnTo>
                  <a:lnTo>
                    <a:pt x="772" y="835"/>
                  </a:lnTo>
                  <a:lnTo>
                    <a:pt x="772" y="835"/>
                  </a:lnTo>
                  <a:lnTo>
                    <a:pt x="766" y="859"/>
                  </a:lnTo>
                  <a:lnTo>
                    <a:pt x="758" y="881"/>
                  </a:lnTo>
                  <a:lnTo>
                    <a:pt x="750" y="903"/>
                  </a:lnTo>
                  <a:lnTo>
                    <a:pt x="740" y="923"/>
                  </a:lnTo>
                  <a:lnTo>
                    <a:pt x="728" y="941"/>
                  </a:lnTo>
                  <a:lnTo>
                    <a:pt x="716" y="957"/>
                  </a:lnTo>
                  <a:lnTo>
                    <a:pt x="700" y="971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8" y="987"/>
                  </a:lnTo>
                  <a:lnTo>
                    <a:pt x="678" y="987"/>
                  </a:lnTo>
                  <a:lnTo>
                    <a:pt x="674" y="989"/>
                  </a:lnTo>
                  <a:lnTo>
                    <a:pt x="674" y="989"/>
                  </a:lnTo>
                  <a:lnTo>
                    <a:pt x="664" y="995"/>
                  </a:lnTo>
                  <a:lnTo>
                    <a:pt x="664" y="995"/>
                  </a:lnTo>
                  <a:lnTo>
                    <a:pt x="638" y="1005"/>
                  </a:lnTo>
                  <a:lnTo>
                    <a:pt x="612" y="1011"/>
                  </a:lnTo>
                  <a:lnTo>
                    <a:pt x="582" y="1011"/>
                  </a:lnTo>
                  <a:lnTo>
                    <a:pt x="552" y="1009"/>
                  </a:lnTo>
                  <a:lnTo>
                    <a:pt x="520" y="1003"/>
                  </a:lnTo>
                  <a:lnTo>
                    <a:pt x="488" y="993"/>
                  </a:lnTo>
                  <a:lnTo>
                    <a:pt x="456" y="979"/>
                  </a:lnTo>
                  <a:lnTo>
                    <a:pt x="422" y="961"/>
                  </a:lnTo>
                  <a:lnTo>
                    <a:pt x="422" y="961"/>
                  </a:lnTo>
                  <a:lnTo>
                    <a:pt x="386" y="939"/>
                  </a:lnTo>
                  <a:lnTo>
                    <a:pt x="350" y="913"/>
                  </a:lnTo>
                  <a:lnTo>
                    <a:pt x="316" y="883"/>
                  </a:lnTo>
                  <a:lnTo>
                    <a:pt x="284" y="851"/>
                  </a:lnTo>
                  <a:lnTo>
                    <a:pt x="252" y="817"/>
                  </a:lnTo>
                  <a:lnTo>
                    <a:pt x="220" y="779"/>
                  </a:lnTo>
                  <a:lnTo>
                    <a:pt x="192" y="738"/>
                  </a:lnTo>
                  <a:lnTo>
                    <a:pt x="164" y="696"/>
                  </a:lnTo>
                  <a:lnTo>
                    <a:pt x="164" y="696"/>
                  </a:lnTo>
                  <a:lnTo>
                    <a:pt x="152" y="676"/>
                  </a:lnTo>
                  <a:lnTo>
                    <a:pt x="152" y="676"/>
                  </a:lnTo>
                  <a:lnTo>
                    <a:pt x="140" y="654"/>
                  </a:lnTo>
                  <a:lnTo>
                    <a:pt x="140" y="654"/>
                  </a:lnTo>
                  <a:lnTo>
                    <a:pt x="118" y="610"/>
                  </a:lnTo>
                  <a:lnTo>
                    <a:pt x="98" y="566"/>
                  </a:lnTo>
                  <a:lnTo>
                    <a:pt x="80" y="520"/>
                  </a:lnTo>
                  <a:lnTo>
                    <a:pt x="66" y="476"/>
                  </a:lnTo>
                  <a:lnTo>
                    <a:pt x="56" y="432"/>
                  </a:lnTo>
                  <a:lnTo>
                    <a:pt x="48" y="388"/>
                  </a:lnTo>
                  <a:lnTo>
                    <a:pt x="42" y="346"/>
                  </a:lnTo>
                  <a:lnTo>
                    <a:pt x="40" y="304"/>
                  </a:lnTo>
                  <a:lnTo>
                    <a:pt x="40" y="304"/>
                  </a:lnTo>
                  <a:lnTo>
                    <a:pt x="42" y="266"/>
                  </a:lnTo>
                  <a:lnTo>
                    <a:pt x="46" y="230"/>
                  </a:lnTo>
                  <a:lnTo>
                    <a:pt x="54" y="198"/>
                  </a:lnTo>
                  <a:lnTo>
                    <a:pt x="64" y="168"/>
                  </a:lnTo>
                  <a:lnTo>
                    <a:pt x="78" y="142"/>
                  </a:lnTo>
                  <a:lnTo>
                    <a:pt x="94" y="118"/>
                  </a:lnTo>
                  <a:lnTo>
                    <a:pt x="112" y="98"/>
                  </a:lnTo>
                  <a:lnTo>
                    <a:pt x="134" y="82"/>
                  </a:lnTo>
                  <a:lnTo>
                    <a:pt x="134" y="82"/>
                  </a:lnTo>
                  <a:lnTo>
                    <a:pt x="144" y="76"/>
                  </a:lnTo>
                  <a:lnTo>
                    <a:pt x="144" y="76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6" y="64"/>
                  </a:lnTo>
                  <a:lnTo>
                    <a:pt x="166" y="64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96" y="56"/>
                  </a:lnTo>
                  <a:lnTo>
                    <a:pt x="196" y="56"/>
                  </a:lnTo>
                  <a:lnTo>
                    <a:pt x="202" y="56"/>
                  </a:lnTo>
                  <a:lnTo>
                    <a:pt x="202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70" y="56"/>
                  </a:lnTo>
                  <a:lnTo>
                    <a:pt x="300" y="62"/>
                  </a:lnTo>
                  <a:lnTo>
                    <a:pt x="300" y="62"/>
                  </a:lnTo>
                  <a:lnTo>
                    <a:pt x="304" y="64"/>
                  </a:lnTo>
                  <a:lnTo>
                    <a:pt x="304" y="64"/>
                  </a:lnTo>
                  <a:lnTo>
                    <a:pt x="316" y="68"/>
                  </a:lnTo>
                  <a:lnTo>
                    <a:pt x="316" y="68"/>
                  </a:lnTo>
                  <a:lnTo>
                    <a:pt x="324" y="70"/>
                  </a:lnTo>
                  <a:lnTo>
                    <a:pt x="324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44" y="78"/>
                  </a:lnTo>
                  <a:lnTo>
                    <a:pt x="344" y="78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74" y="92"/>
                  </a:lnTo>
                  <a:lnTo>
                    <a:pt x="374" y="92"/>
                  </a:lnTo>
                  <a:lnTo>
                    <a:pt x="376" y="94"/>
                  </a:lnTo>
                  <a:lnTo>
                    <a:pt x="376" y="94"/>
                  </a:lnTo>
                  <a:lnTo>
                    <a:pt x="382" y="96"/>
                  </a:lnTo>
                  <a:lnTo>
                    <a:pt x="382" y="96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430" y="126"/>
                  </a:lnTo>
                  <a:lnTo>
                    <a:pt x="464" y="150"/>
                  </a:lnTo>
                  <a:lnTo>
                    <a:pt x="496" y="176"/>
                  </a:lnTo>
                  <a:lnTo>
                    <a:pt x="526" y="206"/>
                  </a:lnTo>
                  <a:lnTo>
                    <a:pt x="556" y="238"/>
                  </a:lnTo>
                  <a:lnTo>
                    <a:pt x="586" y="272"/>
                  </a:lnTo>
                  <a:lnTo>
                    <a:pt x="614" y="308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54" y="368"/>
                  </a:lnTo>
                  <a:lnTo>
                    <a:pt x="654" y="368"/>
                  </a:lnTo>
                  <a:lnTo>
                    <a:pt x="666" y="388"/>
                  </a:lnTo>
                  <a:lnTo>
                    <a:pt x="666" y="388"/>
                  </a:lnTo>
                  <a:lnTo>
                    <a:pt x="678" y="410"/>
                  </a:lnTo>
                  <a:lnTo>
                    <a:pt x="678" y="410"/>
                  </a:lnTo>
                  <a:lnTo>
                    <a:pt x="688" y="428"/>
                  </a:lnTo>
                  <a:lnTo>
                    <a:pt x="688" y="428"/>
                  </a:lnTo>
                  <a:lnTo>
                    <a:pt x="692" y="434"/>
                  </a:lnTo>
                  <a:lnTo>
                    <a:pt x="692" y="434"/>
                  </a:lnTo>
                  <a:lnTo>
                    <a:pt x="700" y="450"/>
                  </a:lnTo>
                  <a:lnTo>
                    <a:pt x="702" y="454"/>
                  </a:lnTo>
                  <a:lnTo>
                    <a:pt x="702" y="454"/>
                  </a:lnTo>
                  <a:lnTo>
                    <a:pt x="726" y="510"/>
                  </a:lnTo>
                  <a:lnTo>
                    <a:pt x="746" y="566"/>
                  </a:lnTo>
                  <a:lnTo>
                    <a:pt x="760" y="622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4" y="692"/>
                  </a:lnTo>
                  <a:lnTo>
                    <a:pt x="774" y="692"/>
                  </a:lnTo>
                  <a:lnTo>
                    <a:pt x="774" y="702"/>
                  </a:lnTo>
                  <a:lnTo>
                    <a:pt x="774" y="702"/>
                  </a:lnTo>
                  <a:lnTo>
                    <a:pt x="776" y="718"/>
                  </a:lnTo>
                  <a:lnTo>
                    <a:pt x="776" y="720"/>
                  </a:lnTo>
                  <a:lnTo>
                    <a:pt x="776" y="720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43"/>
                  </a:lnTo>
                  <a:lnTo>
                    <a:pt x="778" y="743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79"/>
                  </a:lnTo>
                  <a:lnTo>
                    <a:pt x="778" y="77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78" name="Freeform 60"/>
            <p:cNvSpPr/>
            <p:nvPr/>
          </p:nvSpPr>
          <p:spPr>
            <a:xfrm>
              <a:off x="6256440" y="3444840"/>
              <a:ext cx="96120" cy="125640"/>
            </a:xfrm>
            <a:custGeom>
              <a:avLst/>
              <a:gdLst>
                <a:gd name="textAreaLeft" fmla="*/ 0 w 96120"/>
                <a:gd name="textAreaRight" fmla="*/ 97560 w 96120"/>
                <a:gd name="textAreaTop" fmla="*/ 0 h 125640"/>
                <a:gd name="textAreaBottom" fmla="*/ 127080 h 125640"/>
              </a:gdLst>
              <a:ahLst/>
              <a:rect l="textAreaLeft" t="textAreaTop" r="textAreaRight" b="textAreaBottom"/>
              <a:pathLst>
                <a:path w="662" h="861">
                  <a:moveTo>
                    <a:pt x="662" y="616"/>
                  </a:moveTo>
                  <a:lnTo>
                    <a:pt x="662" y="616"/>
                  </a:lnTo>
                  <a:lnTo>
                    <a:pt x="662" y="614"/>
                  </a:lnTo>
                  <a:lnTo>
                    <a:pt x="662" y="614"/>
                  </a:lnTo>
                  <a:lnTo>
                    <a:pt x="662" y="598"/>
                  </a:lnTo>
                  <a:lnTo>
                    <a:pt x="662" y="596"/>
                  </a:lnTo>
                  <a:lnTo>
                    <a:pt x="662" y="596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58" y="574"/>
                  </a:lnTo>
                  <a:lnTo>
                    <a:pt x="658" y="574"/>
                  </a:lnTo>
                  <a:lnTo>
                    <a:pt x="658" y="560"/>
                  </a:lnTo>
                  <a:lnTo>
                    <a:pt x="656" y="560"/>
                  </a:lnTo>
                  <a:lnTo>
                    <a:pt x="656" y="560"/>
                  </a:lnTo>
                  <a:lnTo>
                    <a:pt x="648" y="510"/>
                  </a:lnTo>
                  <a:lnTo>
                    <a:pt x="634" y="460"/>
                  </a:lnTo>
                  <a:lnTo>
                    <a:pt x="616" y="410"/>
                  </a:lnTo>
                  <a:lnTo>
                    <a:pt x="594" y="360"/>
                  </a:lnTo>
                  <a:lnTo>
                    <a:pt x="592" y="356"/>
                  </a:lnTo>
                  <a:lnTo>
                    <a:pt x="592" y="356"/>
                  </a:lnTo>
                  <a:lnTo>
                    <a:pt x="586" y="342"/>
                  </a:lnTo>
                  <a:lnTo>
                    <a:pt x="586" y="342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74" y="320"/>
                  </a:lnTo>
                  <a:lnTo>
                    <a:pt x="574" y="320"/>
                  </a:lnTo>
                  <a:lnTo>
                    <a:pt x="562" y="300"/>
                  </a:lnTo>
                  <a:lnTo>
                    <a:pt x="562" y="300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16" y="228"/>
                  </a:lnTo>
                  <a:lnTo>
                    <a:pt x="490" y="196"/>
                  </a:lnTo>
                  <a:lnTo>
                    <a:pt x="464" y="164"/>
                  </a:lnTo>
                  <a:lnTo>
                    <a:pt x="436" y="136"/>
                  </a:lnTo>
                  <a:lnTo>
                    <a:pt x="408" y="110"/>
                  </a:lnTo>
                  <a:lnTo>
                    <a:pt x="380" y="86"/>
                  </a:lnTo>
                  <a:lnTo>
                    <a:pt x="350" y="64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06" y="38"/>
                  </a:lnTo>
                  <a:lnTo>
                    <a:pt x="306" y="38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298" y="34"/>
                  </a:lnTo>
                  <a:lnTo>
                    <a:pt x="298" y="34"/>
                  </a:lnTo>
                  <a:lnTo>
                    <a:pt x="292" y="30"/>
                  </a:lnTo>
                  <a:lnTo>
                    <a:pt x="292" y="30"/>
                  </a:lnTo>
                  <a:lnTo>
                    <a:pt x="290" y="30"/>
                  </a:lnTo>
                  <a:lnTo>
                    <a:pt x="290" y="3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38" y="10"/>
                  </a:lnTo>
                  <a:lnTo>
                    <a:pt x="238" y="10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06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4" y="40"/>
                  </a:lnTo>
                  <a:lnTo>
                    <a:pt x="48" y="58"/>
                  </a:lnTo>
                  <a:lnTo>
                    <a:pt x="34" y="80"/>
                  </a:lnTo>
                  <a:lnTo>
                    <a:pt x="22" y="104"/>
                  </a:lnTo>
                  <a:lnTo>
                    <a:pt x="12" y="130"/>
                  </a:lnTo>
                  <a:lnTo>
                    <a:pt x="6" y="160"/>
                  </a:lnTo>
                  <a:lnTo>
                    <a:pt x="2" y="19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62"/>
                  </a:lnTo>
                  <a:lnTo>
                    <a:pt x="6" y="300"/>
                  </a:lnTo>
                  <a:lnTo>
                    <a:pt x="12" y="340"/>
                  </a:lnTo>
                  <a:lnTo>
                    <a:pt x="22" y="380"/>
                  </a:lnTo>
                  <a:lnTo>
                    <a:pt x="36" y="420"/>
                  </a:lnTo>
                  <a:lnTo>
                    <a:pt x="50" y="460"/>
                  </a:lnTo>
                  <a:lnTo>
                    <a:pt x="68" y="500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100" y="560"/>
                  </a:lnTo>
                  <a:lnTo>
                    <a:pt x="100" y="560"/>
                  </a:lnTo>
                  <a:lnTo>
                    <a:pt x="110" y="578"/>
                  </a:lnTo>
                  <a:lnTo>
                    <a:pt x="110" y="578"/>
                  </a:lnTo>
                  <a:lnTo>
                    <a:pt x="136" y="616"/>
                  </a:lnTo>
                  <a:lnTo>
                    <a:pt x="162" y="653"/>
                  </a:lnTo>
                  <a:lnTo>
                    <a:pt x="190" y="687"/>
                  </a:lnTo>
                  <a:lnTo>
                    <a:pt x="218" y="717"/>
                  </a:lnTo>
                  <a:lnTo>
                    <a:pt x="248" y="747"/>
                  </a:lnTo>
                  <a:lnTo>
                    <a:pt x="278" y="773"/>
                  </a:lnTo>
                  <a:lnTo>
                    <a:pt x="310" y="795"/>
                  </a:lnTo>
                  <a:lnTo>
                    <a:pt x="342" y="815"/>
                  </a:lnTo>
                  <a:lnTo>
                    <a:pt x="342" y="815"/>
                  </a:lnTo>
                  <a:lnTo>
                    <a:pt x="372" y="831"/>
                  </a:lnTo>
                  <a:lnTo>
                    <a:pt x="402" y="845"/>
                  </a:lnTo>
                  <a:lnTo>
                    <a:pt x="432" y="853"/>
                  </a:lnTo>
                  <a:lnTo>
                    <a:pt x="460" y="859"/>
                  </a:lnTo>
                  <a:lnTo>
                    <a:pt x="488" y="861"/>
                  </a:lnTo>
                  <a:lnTo>
                    <a:pt x="512" y="861"/>
                  </a:lnTo>
                  <a:lnTo>
                    <a:pt x="538" y="855"/>
                  </a:lnTo>
                  <a:lnTo>
                    <a:pt x="560" y="847"/>
                  </a:lnTo>
                  <a:lnTo>
                    <a:pt x="560" y="847"/>
                  </a:lnTo>
                  <a:lnTo>
                    <a:pt x="570" y="841"/>
                  </a:lnTo>
                  <a:lnTo>
                    <a:pt x="570" y="841"/>
                  </a:lnTo>
                  <a:lnTo>
                    <a:pt x="574" y="839"/>
                  </a:lnTo>
                  <a:lnTo>
                    <a:pt x="574" y="839"/>
                  </a:lnTo>
                  <a:lnTo>
                    <a:pt x="576" y="839"/>
                  </a:lnTo>
                  <a:lnTo>
                    <a:pt x="576" y="839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94" y="825"/>
                  </a:lnTo>
                  <a:lnTo>
                    <a:pt x="606" y="813"/>
                  </a:lnTo>
                  <a:lnTo>
                    <a:pt x="618" y="799"/>
                  </a:lnTo>
                  <a:lnTo>
                    <a:pt x="630" y="781"/>
                  </a:lnTo>
                  <a:lnTo>
                    <a:pt x="638" y="765"/>
                  </a:lnTo>
                  <a:lnTo>
                    <a:pt x="646" y="745"/>
                  </a:lnTo>
                  <a:lnTo>
                    <a:pt x="652" y="725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60" y="689"/>
                  </a:lnTo>
                  <a:lnTo>
                    <a:pt x="660" y="689"/>
                  </a:lnTo>
                  <a:lnTo>
                    <a:pt x="660" y="685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63"/>
                  </a:lnTo>
                  <a:lnTo>
                    <a:pt x="662" y="663"/>
                  </a:lnTo>
                  <a:lnTo>
                    <a:pt x="662" y="655"/>
                  </a:lnTo>
                  <a:lnTo>
                    <a:pt x="662" y="653"/>
                  </a:lnTo>
                  <a:lnTo>
                    <a:pt x="662" y="653"/>
                  </a:lnTo>
                  <a:lnTo>
                    <a:pt x="662" y="636"/>
                  </a:lnTo>
                  <a:lnTo>
                    <a:pt x="662" y="636"/>
                  </a:lnTo>
                  <a:lnTo>
                    <a:pt x="662" y="618"/>
                  </a:lnTo>
                  <a:lnTo>
                    <a:pt x="662" y="616"/>
                  </a:lnTo>
                  <a:close/>
                  <a:moveTo>
                    <a:pt x="630" y="630"/>
                  </a:moveTo>
                  <a:lnTo>
                    <a:pt x="630" y="632"/>
                  </a:lnTo>
                  <a:lnTo>
                    <a:pt x="630" y="632"/>
                  </a:lnTo>
                  <a:lnTo>
                    <a:pt x="628" y="638"/>
                  </a:lnTo>
                  <a:lnTo>
                    <a:pt x="628" y="638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6" y="657"/>
                  </a:lnTo>
                  <a:lnTo>
                    <a:pt x="626" y="657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63"/>
                  </a:lnTo>
                  <a:lnTo>
                    <a:pt x="626" y="663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0" y="695"/>
                  </a:lnTo>
                  <a:lnTo>
                    <a:pt x="614" y="713"/>
                  </a:lnTo>
                  <a:lnTo>
                    <a:pt x="608" y="731"/>
                  </a:lnTo>
                  <a:lnTo>
                    <a:pt x="600" y="747"/>
                  </a:lnTo>
                  <a:lnTo>
                    <a:pt x="590" y="761"/>
                  </a:lnTo>
                  <a:lnTo>
                    <a:pt x="580" y="775"/>
                  </a:lnTo>
                  <a:lnTo>
                    <a:pt x="568" y="78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46" y="801"/>
                  </a:lnTo>
                  <a:lnTo>
                    <a:pt x="546" y="801"/>
                  </a:lnTo>
                  <a:lnTo>
                    <a:pt x="538" y="805"/>
                  </a:lnTo>
                  <a:lnTo>
                    <a:pt x="538" y="805"/>
                  </a:lnTo>
                  <a:lnTo>
                    <a:pt x="516" y="813"/>
                  </a:lnTo>
                  <a:lnTo>
                    <a:pt x="494" y="817"/>
                  </a:lnTo>
                  <a:lnTo>
                    <a:pt x="472" y="819"/>
                  </a:lnTo>
                  <a:lnTo>
                    <a:pt x="448" y="817"/>
                  </a:lnTo>
                  <a:lnTo>
                    <a:pt x="422" y="811"/>
                  </a:lnTo>
                  <a:lnTo>
                    <a:pt x="396" y="803"/>
                  </a:lnTo>
                  <a:lnTo>
                    <a:pt x="368" y="791"/>
                  </a:lnTo>
                  <a:lnTo>
                    <a:pt x="340" y="777"/>
                  </a:lnTo>
                  <a:lnTo>
                    <a:pt x="340" y="777"/>
                  </a:lnTo>
                  <a:lnTo>
                    <a:pt x="312" y="759"/>
                  </a:lnTo>
                  <a:lnTo>
                    <a:pt x="284" y="739"/>
                  </a:lnTo>
                  <a:lnTo>
                    <a:pt x="256" y="715"/>
                  </a:lnTo>
                  <a:lnTo>
                    <a:pt x="230" y="689"/>
                  </a:lnTo>
                  <a:lnTo>
                    <a:pt x="204" y="661"/>
                  </a:lnTo>
                  <a:lnTo>
                    <a:pt x="178" y="630"/>
                  </a:lnTo>
                  <a:lnTo>
                    <a:pt x="156" y="598"/>
                  </a:lnTo>
                  <a:lnTo>
                    <a:pt x="132" y="564"/>
                  </a:lnTo>
                  <a:lnTo>
                    <a:pt x="132" y="564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14" y="530"/>
                  </a:lnTo>
                  <a:lnTo>
                    <a:pt x="114" y="530"/>
                  </a:lnTo>
                  <a:lnTo>
                    <a:pt x="94" y="494"/>
                  </a:lnTo>
                  <a:lnTo>
                    <a:pt x="78" y="458"/>
                  </a:lnTo>
                  <a:lnTo>
                    <a:pt x="64" y="420"/>
                  </a:lnTo>
                  <a:lnTo>
                    <a:pt x="54" y="384"/>
                  </a:lnTo>
                  <a:lnTo>
                    <a:pt x="44" y="348"/>
                  </a:lnTo>
                  <a:lnTo>
                    <a:pt x="38" y="314"/>
                  </a:lnTo>
                  <a:lnTo>
                    <a:pt x="34" y="278"/>
                  </a:lnTo>
                  <a:lnTo>
                    <a:pt x="32" y="246"/>
                  </a:lnTo>
                  <a:lnTo>
                    <a:pt x="32" y="246"/>
                  </a:lnTo>
                  <a:lnTo>
                    <a:pt x="34" y="214"/>
                  </a:lnTo>
                  <a:lnTo>
                    <a:pt x="38" y="186"/>
                  </a:lnTo>
                  <a:lnTo>
                    <a:pt x="44" y="160"/>
                  </a:lnTo>
                  <a:lnTo>
                    <a:pt x="52" y="136"/>
                  </a:lnTo>
                  <a:lnTo>
                    <a:pt x="62" y="114"/>
                  </a:lnTo>
                  <a:lnTo>
                    <a:pt x="76" y="96"/>
                  </a:lnTo>
                  <a:lnTo>
                    <a:pt x="90" y="78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30" y="54"/>
                  </a:lnTo>
                  <a:lnTo>
                    <a:pt x="130" y="54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142" y="48"/>
                  </a:lnTo>
                  <a:lnTo>
                    <a:pt x="142" y="48"/>
                  </a:lnTo>
                  <a:lnTo>
                    <a:pt x="146" y="48"/>
                  </a:lnTo>
                  <a:lnTo>
                    <a:pt x="146" y="48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60" y="44"/>
                  </a:lnTo>
                  <a:lnTo>
                    <a:pt x="160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4" y="42"/>
                  </a:lnTo>
                  <a:lnTo>
                    <a:pt x="194" y="42"/>
                  </a:lnTo>
                  <a:lnTo>
                    <a:pt x="196" y="42"/>
                  </a:lnTo>
                  <a:lnTo>
                    <a:pt x="196" y="42"/>
                  </a:lnTo>
                  <a:lnTo>
                    <a:pt x="218" y="44"/>
                  </a:lnTo>
                  <a:lnTo>
                    <a:pt x="242" y="50"/>
                  </a:lnTo>
                  <a:lnTo>
                    <a:pt x="242" y="50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56" y="54"/>
                  </a:lnTo>
                  <a:lnTo>
                    <a:pt x="256" y="54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78" y="62"/>
                  </a:lnTo>
                  <a:lnTo>
                    <a:pt x="278" y="62"/>
                  </a:lnTo>
                  <a:lnTo>
                    <a:pt x="294" y="70"/>
                  </a:lnTo>
                  <a:lnTo>
                    <a:pt x="294" y="70"/>
                  </a:lnTo>
                  <a:lnTo>
                    <a:pt x="296" y="70"/>
                  </a:lnTo>
                  <a:lnTo>
                    <a:pt x="296" y="70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48" y="100"/>
                  </a:lnTo>
                  <a:lnTo>
                    <a:pt x="374" y="120"/>
                  </a:lnTo>
                  <a:lnTo>
                    <a:pt x="400" y="142"/>
                  </a:lnTo>
                  <a:lnTo>
                    <a:pt x="426" y="166"/>
                  </a:lnTo>
                  <a:lnTo>
                    <a:pt x="450" y="192"/>
                  </a:lnTo>
                  <a:lnTo>
                    <a:pt x="474" y="218"/>
                  </a:lnTo>
                  <a:lnTo>
                    <a:pt x="498" y="248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30" y="296"/>
                  </a:lnTo>
                  <a:lnTo>
                    <a:pt x="530" y="296"/>
                  </a:lnTo>
                  <a:lnTo>
                    <a:pt x="540" y="314"/>
                  </a:lnTo>
                  <a:lnTo>
                    <a:pt x="540" y="314"/>
                  </a:lnTo>
                  <a:lnTo>
                    <a:pt x="550" y="330"/>
                  </a:lnTo>
                  <a:lnTo>
                    <a:pt x="550" y="330"/>
                  </a:lnTo>
                  <a:lnTo>
                    <a:pt x="556" y="346"/>
                  </a:lnTo>
                  <a:lnTo>
                    <a:pt x="556" y="346"/>
                  </a:lnTo>
                  <a:lnTo>
                    <a:pt x="560" y="352"/>
                  </a:lnTo>
                  <a:lnTo>
                    <a:pt x="560" y="352"/>
                  </a:lnTo>
                  <a:lnTo>
                    <a:pt x="566" y="364"/>
                  </a:lnTo>
                  <a:lnTo>
                    <a:pt x="568" y="368"/>
                  </a:lnTo>
                  <a:lnTo>
                    <a:pt x="568" y="368"/>
                  </a:lnTo>
                  <a:lnTo>
                    <a:pt x="588" y="412"/>
                  </a:lnTo>
                  <a:lnTo>
                    <a:pt x="604" y="458"/>
                  </a:lnTo>
                  <a:lnTo>
                    <a:pt x="616" y="502"/>
                  </a:lnTo>
                  <a:lnTo>
                    <a:pt x="624" y="546"/>
                  </a:lnTo>
                  <a:lnTo>
                    <a:pt x="624" y="548"/>
                  </a:lnTo>
                  <a:lnTo>
                    <a:pt x="624" y="548"/>
                  </a:lnTo>
                  <a:lnTo>
                    <a:pt x="626" y="560"/>
                  </a:lnTo>
                  <a:lnTo>
                    <a:pt x="626" y="560"/>
                  </a:lnTo>
                  <a:lnTo>
                    <a:pt x="626" y="568"/>
                  </a:lnTo>
                  <a:lnTo>
                    <a:pt x="626" y="568"/>
                  </a:lnTo>
                  <a:lnTo>
                    <a:pt x="628" y="580"/>
                  </a:lnTo>
                  <a:lnTo>
                    <a:pt x="628" y="582"/>
                  </a:lnTo>
                  <a:lnTo>
                    <a:pt x="628" y="582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600"/>
                  </a:lnTo>
                  <a:lnTo>
                    <a:pt x="630" y="600"/>
                  </a:lnTo>
                  <a:lnTo>
                    <a:pt x="630" y="614"/>
                  </a:lnTo>
                  <a:lnTo>
                    <a:pt x="630" y="614"/>
                  </a:lnTo>
                  <a:lnTo>
                    <a:pt x="630" y="630"/>
                  </a:lnTo>
                  <a:lnTo>
                    <a:pt x="630" y="6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79" name="Freeform 61"/>
            <p:cNvSpPr/>
            <p:nvPr/>
          </p:nvSpPr>
          <p:spPr>
            <a:xfrm>
              <a:off x="6265440" y="3456720"/>
              <a:ext cx="77760" cy="101160"/>
            </a:xfrm>
            <a:custGeom>
              <a:avLst/>
              <a:gdLst>
                <a:gd name="textAreaLeft" fmla="*/ 0 w 77760"/>
                <a:gd name="textAreaRight" fmla="*/ 79200 w 77760"/>
                <a:gd name="textAreaTop" fmla="*/ 0 h 101160"/>
                <a:gd name="textAreaBottom" fmla="*/ 102600 h 101160"/>
              </a:gdLst>
              <a:ahLst/>
              <a:rect l="textAreaLeft" t="textAreaTop" r="textAreaRight" b="textAreaBottom"/>
              <a:pathLst>
                <a:path w="538" h="697">
                  <a:moveTo>
                    <a:pt x="538" y="498"/>
                  </a:moveTo>
                  <a:lnTo>
                    <a:pt x="538" y="498"/>
                  </a:lnTo>
                  <a:lnTo>
                    <a:pt x="538" y="498"/>
                  </a:lnTo>
                  <a:lnTo>
                    <a:pt x="538" y="498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72"/>
                  </a:lnTo>
                  <a:lnTo>
                    <a:pt x="536" y="472"/>
                  </a:lnTo>
                  <a:lnTo>
                    <a:pt x="534" y="464"/>
                  </a:lnTo>
                  <a:lnTo>
                    <a:pt x="534" y="464"/>
                  </a:lnTo>
                  <a:lnTo>
                    <a:pt x="534" y="454"/>
                  </a:lnTo>
                  <a:lnTo>
                    <a:pt x="532" y="452"/>
                  </a:lnTo>
                  <a:lnTo>
                    <a:pt x="532" y="452"/>
                  </a:lnTo>
                  <a:lnTo>
                    <a:pt x="526" y="414"/>
                  </a:lnTo>
                  <a:lnTo>
                    <a:pt x="514" y="372"/>
                  </a:lnTo>
                  <a:lnTo>
                    <a:pt x="500" y="332"/>
                  </a:lnTo>
                  <a:lnTo>
                    <a:pt x="482" y="292"/>
                  </a:lnTo>
                  <a:lnTo>
                    <a:pt x="480" y="288"/>
                  </a:lnTo>
                  <a:lnTo>
                    <a:pt x="480" y="288"/>
                  </a:lnTo>
                  <a:lnTo>
                    <a:pt x="474" y="276"/>
                  </a:lnTo>
                  <a:lnTo>
                    <a:pt x="474" y="276"/>
                  </a:lnTo>
                  <a:lnTo>
                    <a:pt x="472" y="272"/>
                  </a:lnTo>
                  <a:lnTo>
                    <a:pt x="472" y="272"/>
                  </a:lnTo>
                  <a:lnTo>
                    <a:pt x="466" y="258"/>
                  </a:lnTo>
                  <a:lnTo>
                    <a:pt x="466" y="258"/>
                  </a:lnTo>
                  <a:lnTo>
                    <a:pt x="456" y="244"/>
                  </a:lnTo>
                  <a:lnTo>
                    <a:pt x="456" y="244"/>
                  </a:lnTo>
                  <a:lnTo>
                    <a:pt x="448" y="228"/>
                  </a:lnTo>
                  <a:lnTo>
                    <a:pt x="448" y="228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18" y="184"/>
                  </a:lnTo>
                  <a:lnTo>
                    <a:pt x="398" y="158"/>
                  </a:lnTo>
                  <a:lnTo>
                    <a:pt x="376" y="134"/>
                  </a:lnTo>
                  <a:lnTo>
                    <a:pt x="354" y="110"/>
                  </a:lnTo>
                  <a:lnTo>
                    <a:pt x="332" y="88"/>
                  </a:lnTo>
                  <a:lnTo>
                    <a:pt x="308" y="70"/>
                  </a:lnTo>
                  <a:lnTo>
                    <a:pt x="284" y="52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48" y="30"/>
                  </a:lnTo>
                  <a:lnTo>
                    <a:pt x="248" y="30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38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22" y="16"/>
                  </a:lnTo>
                  <a:lnTo>
                    <a:pt x="222" y="16"/>
                  </a:lnTo>
                  <a:lnTo>
                    <a:pt x="212" y="14"/>
                  </a:lnTo>
                  <a:lnTo>
                    <a:pt x="212" y="14"/>
                  </a:lnTo>
                  <a:lnTo>
                    <a:pt x="208" y="12"/>
                  </a:lnTo>
                  <a:lnTo>
                    <a:pt x="208" y="12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68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52" y="32"/>
                  </a:lnTo>
                  <a:lnTo>
                    <a:pt x="40" y="46"/>
                  </a:lnTo>
                  <a:lnTo>
                    <a:pt x="28" y="64"/>
                  </a:lnTo>
                  <a:lnTo>
                    <a:pt x="18" y="84"/>
                  </a:lnTo>
                  <a:lnTo>
                    <a:pt x="10" y="104"/>
                  </a:lnTo>
                  <a:lnTo>
                    <a:pt x="6" y="128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212"/>
                  </a:lnTo>
                  <a:lnTo>
                    <a:pt x="6" y="244"/>
                  </a:lnTo>
                  <a:lnTo>
                    <a:pt x="10" y="274"/>
                  </a:lnTo>
                  <a:lnTo>
                    <a:pt x="20" y="308"/>
                  </a:lnTo>
                  <a:lnTo>
                    <a:pt x="30" y="340"/>
                  </a:lnTo>
                  <a:lnTo>
                    <a:pt x="42" y="372"/>
                  </a:lnTo>
                  <a:lnTo>
                    <a:pt x="56" y="406"/>
                  </a:lnTo>
                  <a:lnTo>
                    <a:pt x="72" y="438"/>
                  </a:lnTo>
                  <a:lnTo>
                    <a:pt x="72" y="438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110" y="498"/>
                  </a:lnTo>
                  <a:lnTo>
                    <a:pt x="132" y="528"/>
                  </a:lnTo>
                  <a:lnTo>
                    <a:pt x="154" y="554"/>
                  </a:lnTo>
                  <a:lnTo>
                    <a:pt x="178" y="581"/>
                  </a:lnTo>
                  <a:lnTo>
                    <a:pt x="202" y="605"/>
                  </a:lnTo>
                  <a:lnTo>
                    <a:pt x="226" y="625"/>
                  </a:lnTo>
                  <a:lnTo>
                    <a:pt x="252" y="645"/>
                  </a:lnTo>
                  <a:lnTo>
                    <a:pt x="278" y="661"/>
                  </a:lnTo>
                  <a:lnTo>
                    <a:pt x="278" y="661"/>
                  </a:lnTo>
                  <a:lnTo>
                    <a:pt x="302" y="673"/>
                  </a:lnTo>
                  <a:lnTo>
                    <a:pt x="326" y="683"/>
                  </a:lnTo>
                  <a:lnTo>
                    <a:pt x="350" y="691"/>
                  </a:lnTo>
                  <a:lnTo>
                    <a:pt x="374" y="697"/>
                  </a:lnTo>
                  <a:lnTo>
                    <a:pt x="396" y="697"/>
                  </a:lnTo>
                  <a:lnTo>
                    <a:pt x="416" y="697"/>
                  </a:lnTo>
                  <a:lnTo>
                    <a:pt x="436" y="693"/>
                  </a:lnTo>
                  <a:lnTo>
                    <a:pt x="454" y="687"/>
                  </a:lnTo>
                  <a:lnTo>
                    <a:pt x="454" y="687"/>
                  </a:lnTo>
                  <a:lnTo>
                    <a:pt x="462" y="681"/>
                  </a:lnTo>
                  <a:lnTo>
                    <a:pt x="462" y="681"/>
                  </a:lnTo>
                  <a:lnTo>
                    <a:pt x="466" y="681"/>
                  </a:lnTo>
                  <a:lnTo>
                    <a:pt x="466" y="681"/>
                  </a:lnTo>
                  <a:lnTo>
                    <a:pt x="466" y="679"/>
                  </a:lnTo>
                  <a:lnTo>
                    <a:pt x="466" y="679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82" y="669"/>
                  </a:lnTo>
                  <a:lnTo>
                    <a:pt x="492" y="659"/>
                  </a:lnTo>
                  <a:lnTo>
                    <a:pt x="502" y="647"/>
                  </a:lnTo>
                  <a:lnTo>
                    <a:pt x="510" y="633"/>
                  </a:lnTo>
                  <a:lnTo>
                    <a:pt x="518" y="619"/>
                  </a:lnTo>
                  <a:lnTo>
                    <a:pt x="524" y="603"/>
                  </a:lnTo>
                  <a:lnTo>
                    <a:pt x="530" y="587"/>
                  </a:lnTo>
                  <a:lnTo>
                    <a:pt x="534" y="569"/>
                  </a:lnTo>
                  <a:lnTo>
                    <a:pt x="534" y="569"/>
                  </a:lnTo>
                  <a:lnTo>
                    <a:pt x="534" y="567"/>
                  </a:lnTo>
                  <a:lnTo>
                    <a:pt x="534" y="567"/>
                  </a:lnTo>
                  <a:lnTo>
                    <a:pt x="534" y="556"/>
                  </a:lnTo>
                  <a:lnTo>
                    <a:pt x="534" y="556"/>
                  </a:lnTo>
                  <a:lnTo>
                    <a:pt x="536" y="554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36"/>
                  </a:lnTo>
                  <a:lnTo>
                    <a:pt x="536" y="536"/>
                  </a:lnTo>
                  <a:lnTo>
                    <a:pt x="538" y="530"/>
                  </a:lnTo>
                  <a:lnTo>
                    <a:pt x="538" y="528"/>
                  </a:lnTo>
                  <a:lnTo>
                    <a:pt x="538" y="528"/>
                  </a:lnTo>
                  <a:lnTo>
                    <a:pt x="538" y="514"/>
                  </a:lnTo>
                  <a:lnTo>
                    <a:pt x="538" y="514"/>
                  </a:lnTo>
                  <a:lnTo>
                    <a:pt x="538" y="500"/>
                  </a:lnTo>
                  <a:lnTo>
                    <a:pt x="538" y="498"/>
                  </a:lnTo>
                  <a:close/>
                  <a:moveTo>
                    <a:pt x="510" y="510"/>
                  </a:moveTo>
                  <a:lnTo>
                    <a:pt x="510" y="512"/>
                  </a:lnTo>
                  <a:lnTo>
                    <a:pt x="510" y="512"/>
                  </a:lnTo>
                  <a:lnTo>
                    <a:pt x="510" y="516"/>
                  </a:lnTo>
                  <a:lnTo>
                    <a:pt x="510" y="516"/>
                  </a:lnTo>
                  <a:lnTo>
                    <a:pt x="510" y="522"/>
                  </a:lnTo>
                  <a:lnTo>
                    <a:pt x="510" y="524"/>
                  </a:lnTo>
                  <a:lnTo>
                    <a:pt x="510" y="524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4"/>
                  </a:lnTo>
                  <a:lnTo>
                    <a:pt x="508" y="534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506" y="544"/>
                  </a:lnTo>
                  <a:lnTo>
                    <a:pt x="506" y="544"/>
                  </a:lnTo>
                  <a:lnTo>
                    <a:pt x="506" y="546"/>
                  </a:lnTo>
                  <a:lnTo>
                    <a:pt x="506" y="546"/>
                  </a:lnTo>
                  <a:lnTo>
                    <a:pt x="504" y="563"/>
                  </a:lnTo>
                  <a:lnTo>
                    <a:pt x="498" y="577"/>
                  </a:lnTo>
                  <a:lnTo>
                    <a:pt x="492" y="591"/>
                  </a:lnTo>
                  <a:lnTo>
                    <a:pt x="486" y="605"/>
                  </a:lnTo>
                  <a:lnTo>
                    <a:pt x="478" y="617"/>
                  </a:lnTo>
                  <a:lnTo>
                    <a:pt x="470" y="627"/>
                  </a:lnTo>
                  <a:lnTo>
                    <a:pt x="460" y="637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48" y="647"/>
                  </a:lnTo>
                  <a:lnTo>
                    <a:pt x="448" y="647"/>
                  </a:lnTo>
                  <a:lnTo>
                    <a:pt x="446" y="647"/>
                  </a:lnTo>
                  <a:lnTo>
                    <a:pt x="446" y="647"/>
                  </a:lnTo>
                  <a:lnTo>
                    <a:pt x="444" y="649"/>
                  </a:lnTo>
                  <a:lnTo>
                    <a:pt x="444" y="649"/>
                  </a:lnTo>
                  <a:lnTo>
                    <a:pt x="436" y="653"/>
                  </a:lnTo>
                  <a:lnTo>
                    <a:pt x="436" y="653"/>
                  </a:lnTo>
                  <a:lnTo>
                    <a:pt x="420" y="659"/>
                  </a:lnTo>
                  <a:lnTo>
                    <a:pt x="402" y="663"/>
                  </a:lnTo>
                  <a:lnTo>
                    <a:pt x="382" y="663"/>
                  </a:lnTo>
                  <a:lnTo>
                    <a:pt x="362" y="661"/>
                  </a:lnTo>
                  <a:lnTo>
                    <a:pt x="342" y="657"/>
                  </a:lnTo>
                  <a:lnTo>
                    <a:pt x="322" y="651"/>
                  </a:lnTo>
                  <a:lnTo>
                    <a:pt x="300" y="641"/>
                  </a:lnTo>
                  <a:lnTo>
                    <a:pt x="278" y="629"/>
                  </a:lnTo>
                  <a:lnTo>
                    <a:pt x="278" y="629"/>
                  </a:lnTo>
                  <a:lnTo>
                    <a:pt x="254" y="615"/>
                  </a:lnTo>
                  <a:lnTo>
                    <a:pt x="230" y="597"/>
                  </a:lnTo>
                  <a:lnTo>
                    <a:pt x="208" y="579"/>
                  </a:lnTo>
                  <a:lnTo>
                    <a:pt x="186" y="556"/>
                  </a:lnTo>
                  <a:lnTo>
                    <a:pt x="166" y="534"/>
                  </a:lnTo>
                  <a:lnTo>
                    <a:pt x="146" y="510"/>
                  </a:lnTo>
                  <a:lnTo>
                    <a:pt x="126" y="484"/>
                  </a:lnTo>
                  <a:lnTo>
                    <a:pt x="108" y="456"/>
                  </a:lnTo>
                  <a:lnTo>
                    <a:pt x="108" y="456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2" y="428"/>
                  </a:lnTo>
                  <a:lnTo>
                    <a:pt x="92" y="428"/>
                  </a:lnTo>
                  <a:lnTo>
                    <a:pt x="78" y="400"/>
                  </a:lnTo>
                  <a:lnTo>
                    <a:pt x="64" y="370"/>
                  </a:lnTo>
                  <a:lnTo>
                    <a:pt x="54" y="340"/>
                  </a:lnTo>
                  <a:lnTo>
                    <a:pt x="44" y="312"/>
                  </a:lnTo>
                  <a:lnTo>
                    <a:pt x="36" y="282"/>
                  </a:lnTo>
                  <a:lnTo>
                    <a:pt x="32" y="254"/>
                  </a:lnTo>
                  <a:lnTo>
                    <a:pt x="28" y="22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28" y="174"/>
                  </a:lnTo>
                  <a:lnTo>
                    <a:pt x="32" y="150"/>
                  </a:lnTo>
                  <a:lnTo>
                    <a:pt x="36" y="130"/>
                  </a:lnTo>
                  <a:lnTo>
                    <a:pt x="44" y="110"/>
                  </a:lnTo>
                  <a:lnTo>
                    <a:pt x="52" y="92"/>
                  </a:lnTo>
                  <a:lnTo>
                    <a:pt x="62" y="76"/>
                  </a:lnTo>
                  <a:lnTo>
                    <a:pt x="74" y="64"/>
                  </a:lnTo>
                  <a:lnTo>
                    <a:pt x="88" y="52"/>
                  </a:lnTo>
                  <a:lnTo>
                    <a:pt x="88" y="52"/>
                  </a:lnTo>
                  <a:lnTo>
                    <a:pt x="94" y="48"/>
                  </a:lnTo>
                  <a:lnTo>
                    <a:pt x="94" y="48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52" y="34"/>
                  </a:lnTo>
                  <a:lnTo>
                    <a:pt x="152" y="34"/>
                  </a:lnTo>
                  <a:lnTo>
                    <a:pt x="158" y="34"/>
                  </a:lnTo>
                  <a:lnTo>
                    <a:pt x="158" y="34"/>
                  </a:lnTo>
                  <a:lnTo>
                    <a:pt x="160" y="34"/>
                  </a:lnTo>
                  <a:lnTo>
                    <a:pt x="160" y="34"/>
                  </a:lnTo>
                  <a:lnTo>
                    <a:pt x="178" y="36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200" y="42"/>
                  </a:lnTo>
                  <a:lnTo>
                    <a:pt x="200" y="42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14" y="46"/>
                  </a:lnTo>
                  <a:lnTo>
                    <a:pt x="214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6" y="60"/>
                  </a:lnTo>
                  <a:lnTo>
                    <a:pt x="246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50" y="62"/>
                  </a:lnTo>
                  <a:lnTo>
                    <a:pt x="250" y="62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84" y="82"/>
                  </a:lnTo>
                  <a:lnTo>
                    <a:pt x="304" y="96"/>
                  </a:lnTo>
                  <a:lnTo>
                    <a:pt x="326" y="114"/>
                  </a:lnTo>
                  <a:lnTo>
                    <a:pt x="346" y="134"/>
                  </a:lnTo>
                  <a:lnTo>
                    <a:pt x="366" y="154"/>
                  </a:lnTo>
                  <a:lnTo>
                    <a:pt x="386" y="178"/>
                  </a:lnTo>
                  <a:lnTo>
                    <a:pt x="404" y="200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30" y="240"/>
                  </a:lnTo>
                  <a:lnTo>
                    <a:pt x="430" y="240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52" y="280"/>
                  </a:lnTo>
                  <a:lnTo>
                    <a:pt x="452" y="280"/>
                  </a:lnTo>
                  <a:lnTo>
                    <a:pt x="454" y="284"/>
                  </a:lnTo>
                  <a:lnTo>
                    <a:pt x="454" y="284"/>
                  </a:lnTo>
                  <a:lnTo>
                    <a:pt x="460" y="294"/>
                  </a:lnTo>
                  <a:lnTo>
                    <a:pt x="460" y="298"/>
                  </a:lnTo>
                  <a:lnTo>
                    <a:pt x="460" y="298"/>
                  </a:lnTo>
                  <a:lnTo>
                    <a:pt x="476" y="334"/>
                  </a:lnTo>
                  <a:lnTo>
                    <a:pt x="490" y="370"/>
                  </a:lnTo>
                  <a:lnTo>
                    <a:pt x="500" y="406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8" y="454"/>
                  </a:lnTo>
                  <a:lnTo>
                    <a:pt x="508" y="454"/>
                  </a:lnTo>
                  <a:lnTo>
                    <a:pt x="508" y="460"/>
                  </a:lnTo>
                  <a:lnTo>
                    <a:pt x="508" y="46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82"/>
                  </a:lnTo>
                  <a:lnTo>
                    <a:pt x="510" y="482"/>
                  </a:lnTo>
                  <a:lnTo>
                    <a:pt x="510" y="484"/>
                  </a:lnTo>
                  <a:lnTo>
                    <a:pt x="510" y="486"/>
                  </a:lnTo>
                  <a:lnTo>
                    <a:pt x="510" y="486"/>
                  </a:lnTo>
                  <a:lnTo>
                    <a:pt x="510" y="498"/>
                  </a:lnTo>
                  <a:lnTo>
                    <a:pt x="510" y="498"/>
                  </a:lnTo>
                  <a:lnTo>
                    <a:pt x="510" y="510"/>
                  </a:lnTo>
                  <a:lnTo>
                    <a:pt x="510" y="51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80" name="Freeform 62"/>
            <p:cNvSpPr/>
            <p:nvPr/>
          </p:nvSpPr>
          <p:spPr>
            <a:xfrm>
              <a:off x="6273360" y="3466440"/>
              <a:ext cx="62640" cy="81720"/>
            </a:xfrm>
            <a:custGeom>
              <a:avLst/>
              <a:gdLst>
                <a:gd name="textAreaLeft" fmla="*/ 0 w 62640"/>
                <a:gd name="textAreaRight" fmla="*/ 64080 w 62640"/>
                <a:gd name="textAreaTop" fmla="*/ 0 h 81720"/>
                <a:gd name="textAreaBottom" fmla="*/ 83160 h 81720"/>
              </a:gdLst>
              <a:ahLst/>
              <a:rect l="textAreaLeft" t="textAreaTop" r="textAreaRight" b="textAreaBottom"/>
              <a:pathLst>
                <a:path w="434" h="565">
                  <a:moveTo>
                    <a:pt x="434" y="404"/>
                  </a:moveTo>
                  <a:lnTo>
                    <a:pt x="434" y="404"/>
                  </a:lnTo>
                  <a:lnTo>
                    <a:pt x="434" y="404"/>
                  </a:lnTo>
                  <a:lnTo>
                    <a:pt x="434" y="404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2" y="382"/>
                  </a:lnTo>
                  <a:lnTo>
                    <a:pt x="432" y="382"/>
                  </a:lnTo>
                  <a:lnTo>
                    <a:pt x="432" y="376"/>
                  </a:lnTo>
                  <a:lnTo>
                    <a:pt x="432" y="376"/>
                  </a:lnTo>
                  <a:lnTo>
                    <a:pt x="430" y="368"/>
                  </a:lnTo>
                  <a:lnTo>
                    <a:pt x="430" y="366"/>
                  </a:lnTo>
                  <a:lnTo>
                    <a:pt x="430" y="366"/>
                  </a:lnTo>
                  <a:lnTo>
                    <a:pt x="424" y="334"/>
                  </a:lnTo>
                  <a:lnTo>
                    <a:pt x="416" y="302"/>
                  </a:lnTo>
                  <a:lnTo>
                    <a:pt x="404" y="270"/>
                  </a:lnTo>
                  <a:lnTo>
                    <a:pt x="390" y="236"/>
                  </a:lnTo>
                  <a:lnTo>
                    <a:pt x="388" y="234"/>
                  </a:lnTo>
                  <a:lnTo>
                    <a:pt x="388" y="234"/>
                  </a:lnTo>
                  <a:lnTo>
                    <a:pt x="384" y="224"/>
                  </a:lnTo>
                  <a:lnTo>
                    <a:pt x="384" y="224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76" y="210"/>
                  </a:lnTo>
                  <a:lnTo>
                    <a:pt x="376" y="210"/>
                  </a:lnTo>
                  <a:lnTo>
                    <a:pt x="368" y="196"/>
                  </a:lnTo>
                  <a:lnTo>
                    <a:pt x="368" y="196"/>
                  </a:lnTo>
                  <a:lnTo>
                    <a:pt x="362" y="184"/>
                  </a:lnTo>
                  <a:lnTo>
                    <a:pt x="362" y="184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38" y="150"/>
                  </a:lnTo>
                  <a:lnTo>
                    <a:pt x="322" y="128"/>
                  </a:lnTo>
                  <a:lnTo>
                    <a:pt x="304" y="108"/>
                  </a:lnTo>
                  <a:lnTo>
                    <a:pt x="286" y="90"/>
                  </a:lnTo>
                  <a:lnTo>
                    <a:pt x="268" y="72"/>
                  </a:lnTo>
                  <a:lnTo>
                    <a:pt x="250" y="56"/>
                  </a:lnTo>
                  <a:lnTo>
                    <a:pt x="230" y="42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2"/>
                  </a:lnTo>
                  <a:lnTo>
                    <a:pt x="196" y="22"/>
                  </a:lnTo>
                  <a:lnTo>
                    <a:pt x="192" y="20"/>
                  </a:lnTo>
                  <a:lnTo>
                    <a:pt x="192" y="20"/>
                  </a:lnTo>
                  <a:lnTo>
                    <a:pt x="190" y="20"/>
                  </a:lnTo>
                  <a:lnTo>
                    <a:pt x="190" y="2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66" y="10"/>
                  </a:lnTo>
                  <a:lnTo>
                    <a:pt x="166" y="10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3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2" y="26"/>
                  </a:lnTo>
                  <a:lnTo>
                    <a:pt x="30" y="38"/>
                  </a:lnTo>
                  <a:lnTo>
                    <a:pt x="22" y="52"/>
                  </a:lnTo>
                  <a:lnTo>
                    <a:pt x="14" y="68"/>
                  </a:lnTo>
                  <a:lnTo>
                    <a:pt x="8" y="86"/>
                  </a:lnTo>
                  <a:lnTo>
                    <a:pt x="4" y="104"/>
                  </a:lnTo>
                  <a:lnTo>
                    <a:pt x="0" y="12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72"/>
                  </a:lnTo>
                  <a:lnTo>
                    <a:pt x="4" y="196"/>
                  </a:lnTo>
                  <a:lnTo>
                    <a:pt x="8" y="222"/>
                  </a:lnTo>
                  <a:lnTo>
                    <a:pt x="14" y="248"/>
                  </a:lnTo>
                  <a:lnTo>
                    <a:pt x="22" y="276"/>
                  </a:lnTo>
                  <a:lnTo>
                    <a:pt x="32" y="302"/>
                  </a:lnTo>
                  <a:lnTo>
                    <a:pt x="44" y="328"/>
                  </a:lnTo>
                  <a:lnTo>
                    <a:pt x="58" y="354"/>
                  </a:lnTo>
                  <a:lnTo>
                    <a:pt x="58" y="354"/>
                  </a:lnTo>
                  <a:lnTo>
                    <a:pt x="66" y="366"/>
                  </a:lnTo>
                  <a:lnTo>
                    <a:pt x="66" y="366"/>
                  </a:lnTo>
                  <a:lnTo>
                    <a:pt x="72" y="380"/>
                  </a:lnTo>
                  <a:lnTo>
                    <a:pt x="72" y="380"/>
                  </a:lnTo>
                  <a:lnTo>
                    <a:pt x="88" y="404"/>
                  </a:lnTo>
                  <a:lnTo>
                    <a:pt x="106" y="428"/>
                  </a:lnTo>
                  <a:lnTo>
                    <a:pt x="124" y="450"/>
                  </a:lnTo>
                  <a:lnTo>
                    <a:pt x="142" y="470"/>
                  </a:lnTo>
                  <a:lnTo>
                    <a:pt x="162" y="488"/>
                  </a:lnTo>
                  <a:lnTo>
                    <a:pt x="182" y="507"/>
                  </a:lnTo>
                  <a:lnTo>
                    <a:pt x="204" y="523"/>
                  </a:lnTo>
                  <a:lnTo>
                    <a:pt x="224" y="535"/>
                  </a:lnTo>
                  <a:lnTo>
                    <a:pt x="224" y="535"/>
                  </a:lnTo>
                  <a:lnTo>
                    <a:pt x="244" y="547"/>
                  </a:lnTo>
                  <a:lnTo>
                    <a:pt x="264" y="555"/>
                  </a:lnTo>
                  <a:lnTo>
                    <a:pt x="284" y="561"/>
                  </a:lnTo>
                  <a:lnTo>
                    <a:pt x="302" y="565"/>
                  </a:lnTo>
                  <a:lnTo>
                    <a:pt x="320" y="565"/>
                  </a:lnTo>
                  <a:lnTo>
                    <a:pt x="336" y="565"/>
                  </a:lnTo>
                  <a:lnTo>
                    <a:pt x="352" y="561"/>
                  </a:lnTo>
                  <a:lnTo>
                    <a:pt x="368" y="557"/>
                  </a:lnTo>
                  <a:lnTo>
                    <a:pt x="368" y="557"/>
                  </a:lnTo>
                  <a:lnTo>
                    <a:pt x="374" y="553"/>
                  </a:lnTo>
                  <a:lnTo>
                    <a:pt x="374" y="553"/>
                  </a:lnTo>
                  <a:lnTo>
                    <a:pt x="376" y="551"/>
                  </a:lnTo>
                  <a:lnTo>
                    <a:pt x="376" y="551"/>
                  </a:lnTo>
                  <a:lnTo>
                    <a:pt x="378" y="551"/>
                  </a:lnTo>
                  <a:lnTo>
                    <a:pt x="378" y="551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90" y="541"/>
                  </a:lnTo>
                  <a:lnTo>
                    <a:pt x="398" y="533"/>
                  </a:lnTo>
                  <a:lnTo>
                    <a:pt x="406" y="523"/>
                  </a:lnTo>
                  <a:lnTo>
                    <a:pt x="412" y="513"/>
                  </a:lnTo>
                  <a:lnTo>
                    <a:pt x="418" y="501"/>
                  </a:lnTo>
                  <a:lnTo>
                    <a:pt x="424" y="488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2" y="450"/>
                  </a:lnTo>
                  <a:lnTo>
                    <a:pt x="432" y="450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4" y="440"/>
                  </a:lnTo>
                  <a:lnTo>
                    <a:pt x="434" y="438"/>
                  </a:lnTo>
                  <a:lnTo>
                    <a:pt x="434" y="438"/>
                  </a:lnTo>
                  <a:lnTo>
                    <a:pt x="434" y="434"/>
                  </a:lnTo>
                  <a:lnTo>
                    <a:pt x="434" y="434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16"/>
                  </a:lnTo>
                  <a:lnTo>
                    <a:pt x="434" y="416"/>
                  </a:lnTo>
                  <a:lnTo>
                    <a:pt x="434" y="406"/>
                  </a:lnTo>
                  <a:lnTo>
                    <a:pt x="434" y="404"/>
                  </a:lnTo>
                  <a:close/>
                  <a:moveTo>
                    <a:pt x="412" y="412"/>
                  </a:moveTo>
                  <a:lnTo>
                    <a:pt x="412" y="414"/>
                  </a:lnTo>
                  <a:lnTo>
                    <a:pt x="412" y="414"/>
                  </a:lnTo>
                  <a:lnTo>
                    <a:pt x="412" y="418"/>
                  </a:lnTo>
                  <a:lnTo>
                    <a:pt x="412" y="418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30"/>
                  </a:lnTo>
                  <a:lnTo>
                    <a:pt x="412" y="430"/>
                  </a:lnTo>
                  <a:lnTo>
                    <a:pt x="412" y="432"/>
                  </a:lnTo>
                  <a:lnTo>
                    <a:pt x="410" y="432"/>
                  </a:lnTo>
                  <a:lnTo>
                    <a:pt x="410" y="432"/>
                  </a:lnTo>
                  <a:lnTo>
                    <a:pt x="410" y="434"/>
                  </a:lnTo>
                  <a:lnTo>
                    <a:pt x="410" y="434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02" y="468"/>
                  </a:lnTo>
                  <a:lnTo>
                    <a:pt x="394" y="490"/>
                  </a:lnTo>
                  <a:lnTo>
                    <a:pt x="386" y="499"/>
                  </a:lnTo>
                  <a:lnTo>
                    <a:pt x="380" y="509"/>
                  </a:lnTo>
                  <a:lnTo>
                    <a:pt x="372" y="515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2" y="523"/>
                  </a:lnTo>
                  <a:lnTo>
                    <a:pt x="362" y="523"/>
                  </a:lnTo>
                  <a:lnTo>
                    <a:pt x="360" y="525"/>
                  </a:lnTo>
                  <a:lnTo>
                    <a:pt x="360" y="525"/>
                  </a:lnTo>
                  <a:lnTo>
                    <a:pt x="358" y="525"/>
                  </a:lnTo>
                  <a:lnTo>
                    <a:pt x="358" y="525"/>
                  </a:lnTo>
                  <a:lnTo>
                    <a:pt x="352" y="529"/>
                  </a:lnTo>
                  <a:lnTo>
                    <a:pt x="352" y="529"/>
                  </a:lnTo>
                  <a:lnTo>
                    <a:pt x="338" y="533"/>
                  </a:lnTo>
                  <a:lnTo>
                    <a:pt x="324" y="537"/>
                  </a:lnTo>
                  <a:lnTo>
                    <a:pt x="310" y="537"/>
                  </a:lnTo>
                  <a:lnTo>
                    <a:pt x="294" y="535"/>
                  </a:lnTo>
                  <a:lnTo>
                    <a:pt x="276" y="533"/>
                  </a:lnTo>
                  <a:lnTo>
                    <a:pt x="260" y="527"/>
                  </a:lnTo>
                  <a:lnTo>
                    <a:pt x="242" y="519"/>
                  </a:lnTo>
                  <a:lnTo>
                    <a:pt x="224" y="511"/>
                  </a:lnTo>
                  <a:lnTo>
                    <a:pt x="224" y="511"/>
                  </a:lnTo>
                  <a:lnTo>
                    <a:pt x="204" y="499"/>
                  </a:lnTo>
                  <a:lnTo>
                    <a:pt x="186" y="484"/>
                  </a:lnTo>
                  <a:lnTo>
                    <a:pt x="168" y="468"/>
                  </a:lnTo>
                  <a:lnTo>
                    <a:pt x="150" y="452"/>
                  </a:lnTo>
                  <a:lnTo>
                    <a:pt x="134" y="432"/>
                  </a:lnTo>
                  <a:lnTo>
                    <a:pt x="116" y="412"/>
                  </a:lnTo>
                  <a:lnTo>
                    <a:pt x="102" y="392"/>
                  </a:lnTo>
                  <a:lnTo>
                    <a:pt x="86" y="370"/>
                  </a:lnTo>
                  <a:lnTo>
                    <a:pt x="86" y="370"/>
                  </a:lnTo>
                  <a:lnTo>
                    <a:pt x="80" y="358"/>
                  </a:lnTo>
                  <a:lnTo>
                    <a:pt x="80" y="358"/>
                  </a:lnTo>
                  <a:lnTo>
                    <a:pt x="74" y="348"/>
                  </a:lnTo>
                  <a:lnTo>
                    <a:pt x="74" y="348"/>
                  </a:lnTo>
                  <a:lnTo>
                    <a:pt x="62" y="324"/>
                  </a:lnTo>
                  <a:lnTo>
                    <a:pt x="52" y="300"/>
                  </a:lnTo>
                  <a:lnTo>
                    <a:pt x="42" y="276"/>
                  </a:lnTo>
                  <a:lnTo>
                    <a:pt x="34" y="252"/>
                  </a:lnTo>
                  <a:lnTo>
                    <a:pt x="28" y="228"/>
                  </a:lnTo>
                  <a:lnTo>
                    <a:pt x="24" y="206"/>
                  </a:lnTo>
                  <a:lnTo>
                    <a:pt x="22" y="182"/>
                  </a:lnTo>
                  <a:lnTo>
                    <a:pt x="22" y="160"/>
                  </a:lnTo>
                  <a:lnTo>
                    <a:pt x="22" y="160"/>
                  </a:lnTo>
                  <a:lnTo>
                    <a:pt x="22" y="140"/>
                  </a:lnTo>
                  <a:lnTo>
                    <a:pt x="24" y="122"/>
                  </a:lnTo>
                  <a:lnTo>
                    <a:pt x="28" y="104"/>
                  </a:lnTo>
                  <a:lnTo>
                    <a:pt x="34" y="88"/>
                  </a:lnTo>
                  <a:lnTo>
                    <a:pt x="42" y="74"/>
                  </a:lnTo>
                  <a:lnTo>
                    <a:pt x="50" y="62"/>
                  </a:lnTo>
                  <a:lnTo>
                    <a:pt x="60" y="52"/>
                  </a:lnTo>
                  <a:lnTo>
                    <a:pt x="70" y="42"/>
                  </a:lnTo>
                  <a:lnTo>
                    <a:pt x="70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96" y="32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8" y="28"/>
                  </a:lnTo>
                  <a:lnTo>
                    <a:pt x="108" y="28"/>
                  </a:lnTo>
                  <a:lnTo>
                    <a:pt x="122" y="28"/>
                  </a:lnTo>
                  <a:lnTo>
                    <a:pt x="122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44" y="30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6" y="38"/>
                  </a:lnTo>
                  <a:lnTo>
                    <a:pt x="176" y="38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194" y="46"/>
                  </a:lnTo>
                  <a:lnTo>
                    <a:pt x="194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28" y="66"/>
                  </a:lnTo>
                  <a:lnTo>
                    <a:pt x="246" y="78"/>
                  </a:lnTo>
                  <a:lnTo>
                    <a:pt x="262" y="92"/>
                  </a:lnTo>
                  <a:lnTo>
                    <a:pt x="280" y="108"/>
                  </a:lnTo>
                  <a:lnTo>
                    <a:pt x="296" y="126"/>
                  </a:lnTo>
                  <a:lnTo>
                    <a:pt x="312" y="144"/>
                  </a:lnTo>
                  <a:lnTo>
                    <a:pt x="326" y="162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54" y="206"/>
                  </a:lnTo>
                  <a:lnTo>
                    <a:pt x="354" y="206"/>
                  </a:lnTo>
                  <a:lnTo>
                    <a:pt x="360" y="216"/>
                  </a:lnTo>
                  <a:lnTo>
                    <a:pt x="360" y="216"/>
                  </a:lnTo>
                  <a:lnTo>
                    <a:pt x="366" y="226"/>
                  </a:lnTo>
                  <a:lnTo>
                    <a:pt x="366" y="226"/>
                  </a:lnTo>
                  <a:lnTo>
                    <a:pt x="368" y="230"/>
                  </a:lnTo>
                  <a:lnTo>
                    <a:pt x="368" y="230"/>
                  </a:lnTo>
                  <a:lnTo>
                    <a:pt x="372" y="238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86" y="270"/>
                  </a:lnTo>
                  <a:lnTo>
                    <a:pt x="396" y="300"/>
                  </a:lnTo>
                  <a:lnTo>
                    <a:pt x="404" y="330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68"/>
                  </a:lnTo>
                  <a:lnTo>
                    <a:pt x="410" y="368"/>
                  </a:lnTo>
                  <a:lnTo>
                    <a:pt x="412" y="372"/>
                  </a:lnTo>
                  <a:lnTo>
                    <a:pt x="412" y="372"/>
                  </a:lnTo>
                  <a:lnTo>
                    <a:pt x="412" y="380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4"/>
                  </a:lnTo>
                  <a:lnTo>
                    <a:pt x="412" y="394"/>
                  </a:lnTo>
                  <a:lnTo>
                    <a:pt x="412" y="404"/>
                  </a:lnTo>
                  <a:lnTo>
                    <a:pt x="412" y="404"/>
                  </a:lnTo>
                  <a:lnTo>
                    <a:pt x="412" y="412"/>
                  </a:lnTo>
                  <a:lnTo>
                    <a:pt x="412" y="4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81" name="Freeform 63"/>
            <p:cNvSpPr/>
            <p:nvPr/>
          </p:nvSpPr>
          <p:spPr>
            <a:xfrm>
              <a:off x="6279120" y="3474360"/>
              <a:ext cx="50760" cy="65880"/>
            </a:xfrm>
            <a:custGeom>
              <a:avLst/>
              <a:gdLst>
                <a:gd name="textAreaLeft" fmla="*/ 0 w 50760"/>
                <a:gd name="textAreaRight" fmla="*/ 52200 w 50760"/>
                <a:gd name="textAreaTop" fmla="*/ 0 h 65880"/>
                <a:gd name="textAreaBottom" fmla="*/ 67320 h 65880"/>
              </a:gdLst>
              <a:ahLst/>
              <a:rect l="textAreaLeft" t="textAreaTop" r="textAreaRight" b="textAreaBottom"/>
              <a:pathLst>
                <a:path w="354" h="457">
                  <a:moveTo>
                    <a:pt x="354" y="326"/>
                  </a:moveTo>
                  <a:lnTo>
                    <a:pt x="354" y="326"/>
                  </a:lnTo>
                  <a:lnTo>
                    <a:pt x="354" y="326"/>
                  </a:lnTo>
                  <a:lnTo>
                    <a:pt x="354" y="326"/>
                  </a:lnTo>
                  <a:lnTo>
                    <a:pt x="352" y="318"/>
                  </a:lnTo>
                  <a:lnTo>
                    <a:pt x="352" y="316"/>
                  </a:lnTo>
                  <a:lnTo>
                    <a:pt x="352" y="316"/>
                  </a:lnTo>
                  <a:lnTo>
                    <a:pt x="352" y="310"/>
                  </a:lnTo>
                  <a:lnTo>
                    <a:pt x="352" y="310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50" y="298"/>
                  </a:lnTo>
                  <a:lnTo>
                    <a:pt x="350" y="296"/>
                  </a:lnTo>
                  <a:lnTo>
                    <a:pt x="350" y="296"/>
                  </a:lnTo>
                  <a:lnTo>
                    <a:pt x="346" y="270"/>
                  </a:lnTo>
                  <a:lnTo>
                    <a:pt x="338" y="244"/>
                  </a:lnTo>
                  <a:lnTo>
                    <a:pt x="328" y="218"/>
                  </a:lnTo>
                  <a:lnTo>
                    <a:pt x="316" y="192"/>
                  </a:lnTo>
                  <a:lnTo>
                    <a:pt x="316" y="188"/>
                  </a:lnTo>
                  <a:lnTo>
                    <a:pt x="316" y="188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78"/>
                  </a:lnTo>
                  <a:lnTo>
                    <a:pt x="310" y="178"/>
                  </a:lnTo>
                  <a:lnTo>
                    <a:pt x="306" y="170"/>
                  </a:lnTo>
                  <a:lnTo>
                    <a:pt x="306" y="170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4" y="150"/>
                  </a:lnTo>
                  <a:lnTo>
                    <a:pt x="294" y="15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62" y="104"/>
                  </a:lnTo>
                  <a:lnTo>
                    <a:pt x="234" y="72"/>
                  </a:lnTo>
                  <a:lnTo>
                    <a:pt x="218" y="58"/>
                  </a:lnTo>
                  <a:lnTo>
                    <a:pt x="202" y="44"/>
                  </a:lnTo>
                  <a:lnTo>
                    <a:pt x="188" y="3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64" y="20"/>
                  </a:lnTo>
                  <a:lnTo>
                    <a:pt x="164" y="20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0" y="18"/>
                  </a:lnTo>
                  <a:lnTo>
                    <a:pt x="160" y="18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46" y="10"/>
                  </a:lnTo>
                  <a:lnTo>
                    <a:pt x="146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36" y="8"/>
                  </a:lnTo>
                  <a:lnTo>
                    <a:pt x="136" y="8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36" y="20"/>
                  </a:lnTo>
                  <a:lnTo>
                    <a:pt x="26" y="30"/>
                  </a:lnTo>
                  <a:lnTo>
                    <a:pt x="18" y="42"/>
                  </a:lnTo>
                  <a:lnTo>
                    <a:pt x="12" y="54"/>
                  </a:lnTo>
                  <a:lnTo>
                    <a:pt x="8" y="68"/>
                  </a:lnTo>
                  <a:lnTo>
                    <a:pt x="4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2" y="138"/>
                  </a:lnTo>
                  <a:lnTo>
                    <a:pt x="4" y="160"/>
                  </a:lnTo>
                  <a:lnTo>
                    <a:pt x="8" y="180"/>
                  </a:lnTo>
                  <a:lnTo>
                    <a:pt x="14" y="202"/>
                  </a:lnTo>
                  <a:lnTo>
                    <a:pt x="20" y="222"/>
                  </a:lnTo>
                  <a:lnTo>
                    <a:pt x="28" y="244"/>
                  </a:lnTo>
                  <a:lnTo>
                    <a:pt x="38" y="26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4" y="296"/>
                  </a:lnTo>
                  <a:lnTo>
                    <a:pt x="54" y="296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74" y="326"/>
                  </a:lnTo>
                  <a:lnTo>
                    <a:pt x="86" y="346"/>
                  </a:lnTo>
                  <a:lnTo>
                    <a:pt x="102" y="364"/>
                  </a:lnTo>
                  <a:lnTo>
                    <a:pt x="116" y="380"/>
                  </a:lnTo>
                  <a:lnTo>
                    <a:pt x="132" y="396"/>
                  </a:lnTo>
                  <a:lnTo>
                    <a:pt x="150" y="410"/>
                  </a:lnTo>
                  <a:lnTo>
                    <a:pt x="166" y="422"/>
                  </a:lnTo>
                  <a:lnTo>
                    <a:pt x="182" y="432"/>
                  </a:lnTo>
                  <a:lnTo>
                    <a:pt x="182" y="432"/>
                  </a:lnTo>
                  <a:lnTo>
                    <a:pt x="200" y="443"/>
                  </a:lnTo>
                  <a:lnTo>
                    <a:pt x="216" y="449"/>
                  </a:lnTo>
                  <a:lnTo>
                    <a:pt x="230" y="453"/>
                  </a:lnTo>
                  <a:lnTo>
                    <a:pt x="246" y="457"/>
                  </a:lnTo>
                  <a:lnTo>
                    <a:pt x="260" y="457"/>
                  </a:lnTo>
                  <a:lnTo>
                    <a:pt x="274" y="457"/>
                  </a:lnTo>
                  <a:lnTo>
                    <a:pt x="286" y="455"/>
                  </a:lnTo>
                  <a:lnTo>
                    <a:pt x="298" y="451"/>
                  </a:lnTo>
                  <a:lnTo>
                    <a:pt x="298" y="451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06" y="445"/>
                  </a:lnTo>
                  <a:lnTo>
                    <a:pt x="306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24" y="430"/>
                  </a:lnTo>
                  <a:lnTo>
                    <a:pt x="336" y="414"/>
                  </a:lnTo>
                  <a:lnTo>
                    <a:pt x="344" y="394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2"/>
                  </a:lnTo>
                  <a:lnTo>
                    <a:pt x="352" y="352"/>
                  </a:lnTo>
                  <a:lnTo>
                    <a:pt x="352" y="346"/>
                  </a:lnTo>
                  <a:lnTo>
                    <a:pt x="354" y="346"/>
                  </a:lnTo>
                  <a:lnTo>
                    <a:pt x="354" y="346"/>
                  </a:lnTo>
                  <a:lnTo>
                    <a:pt x="354" y="338"/>
                  </a:lnTo>
                  <a:lnTo>
                    <a:pt x="354" y="338"/>
                  </a:lnTo>
                  <a:lnTo>
                    <a:pt x="354" y="328"/>
                  </a:lnTo>
                  <a:lnTo>
                    <a:pt x="354" y="326"/>
                  </a:lnTo>
                  <a:close/>
                  <a:moveTo>
                    <a:pt x="336" y="334"/>
                  </a:moveTo>
                  <a:lnTo>
                    <a:pt x="336" y="336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6" y="338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28" y="378"/>
                  </a:lnTo>
                  <a:lnTo>
                    <a:pt x="320" y="396"/>
                  </a:lnTo>
                  <a:lnTo>
                    <a:pt x="308" y="410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2" y="424"/>
                  </a:lnTo>
                  <a:lnTo>
                    <a:pt x="292" y="424"/>
                  </a:lnTo>
                  <a:lnTo>
                    <a:pt x="286" y="428"/>
                  </a:lnTo>
                  <a:lnTo>
                    <a:pt x="286" y="428"/>
                  </a:lnTo>
                  <a:lnTo>
                    <a:pt x="276" y="432"/>
                  </a:lnTo>
                  <a:lnTo>
                    <a:pt x="264" y="434"/>
                  </a:lnTo>
                  <a:lnTo>
                    <a:pt x="252" y="434"/>
                  </a:lnTo>
                  <a:lnTo>
                    <a:pt x="238" y="432"/>
                  </a:lnTo>
                  <a:lnTo>
                    <a:pt x="226" y="430"/>
                  </a:lnTo>
                  <a:lnTo>
                    <a:pt x="212" y="426"/>
                  </a:lnTo>
                  <a:lnTo>
                    <a:pt x="196" y="420"/>
                  </a:lnTo>
                  <a:lnTo>
                    <a:pt x="182" y="412"/>
                  </a:lnTo>
                  <a:lnTo>
                    <a:pt x="182" y="412"/>
                  </a:lnTo>
                  <a:lnTo>
                    <a:pt x="166" y="402"/>
                  </a:lnTo>
                  <a:lnTo>
                    <a:pt x="152" y="392"/>
                  </a:lnTo>
                  <a:lnTo>
                    <a:pt x="138" y="378"/>
                  </a:lnTo>
                  <a:lnTo>
                    <a:pt x="122" y="366"/>
                  </a:lnTo>
                  <a:lnTo>
                    <a:pt x="96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66" y="290"/>
                  </a:lnTo>
                  <a:lnTo>
                    <a:pt x="66" y="290"/>
                  </a:lnTo>
                  <a:lnTo>
                    <a:pt x="62" y="280"/>
                  </a:lnTo>
                  <a:lnTo>
                    <a:pt x="62" y="280"/>
                  </a:lnTo>
                  <a:lnTo>
                    <a:pt x="42" y="242"/>
                  </a:lnTo>
                  <a:lnTo>
                    <a:pt x="30" y="204"/>
                  </a:lnTo>
                  <a:lnTo>
                    <a:pt x="24" y="184"/>
                  </a:lnTo>
                  <a:lnTo>
                    <a:pt x="22" y="166"/>
                  </a:lnTo>
                  <a:lnTo>
                    <a:pt x="20" y="148"/>
                  </a:lnTo>
                  <a:lnTo>
                    <a:pt x="18" y="130"/>
                  </a:lnTo>
                  <a:lnTo>
                    <a:pt x="18" y="130"/>
                  </a:lnTo>
                  <a:lnTo>
                    <a:pt x="20" y="114"/>
                  </a:lnTo>
                  <a:lnTo>
                    <a:pt x="22" y="98"/>
                  </a:lnTo>
                  <a:lnTo>
                    <a:pt x="24" y="84"/>
                  </a:lnTo>
                  <a:lnTo>
                    <a:pt x="28" y="72"/>
                  </a:lnTo>
                  <a:lnTo>
                    <a:pt x="34" y="60"/>
                  </a:lnTo>
                  <a:lnTo>
                    <a:pt x="42" y="50"/>
                  </a:lnTo>
                  <a:lnTo>
                    <a:pt x="50" y="42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4" y="26"/>
                  </a:lnTo>
                  <a:lnTo>
                    <a:pt x="74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8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48" y="32"/>
                  </a:lnTo>
                  <a:lnTo>
                    <a:pt x="148" y="32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8"/>
                  </a:lnTo>
                  <a:lnTo>
                    <a:pt x="164" y="40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200" y="64"/>
                  </a:lnTo>
                  <a:lnTo>
                    <a:pt x="228" y="88"/>
                  </a:lnTo>
                  <a:lnTo>
                    <a:pt x="254" y="116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82" y="158"/>
                  </a:lnTo>
                  <a:lnTo>
                    <a:pt x="282" y="158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92" y="176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8" y="186"/>
                  </a:lnTo>
                  <a:lnTo>
                    <a:pt x="298" y="186"/>
                  </a:lnTo>
                  <a:lnTo>
                    <a:pt x="302" y="192"/>
                  </a:lnTo>
                  <a:lnTo>
                    <a:pt x="302" y="194"/>
                  </a:lnTo>
                  <a:lnTo>
                    <a:pt x="302" y="194"/>
                  </a:lnTo>
                  <a:lnTo>
                    <a:pt x="314" y="218"/>
                  </a:lnTo>
                  <a:lnTo>
                    <a:pt x="322" y="242"/>
                  </a:lnTo>
                  <a:lnTo>
                    <a:pt x="328" y="266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4" y="296"/>
                  </a:lnTo>
                  <a:lnTo>
                    <a:pt x="334" y="296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8"/>
                  </a:lnTo>
                  <a:lnTo>
                    <a:pt x="336" y="318"/>
                  </a:lnTo>
                  <a:lnTo>
                    <a:pt x="336" y="326"/>
                  </a:lnTo>
                  <a:lnTo>
                    <a:pt x="336" y="326"/>
                  </a:lnTo>
                  <a:lnTo>
                    <a:pt x="336" y="334"/>
                  </a:lnTo>
                  <a:lnTo>
                    <a:pt x="336" y="33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3480" bIns="334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82" name="Freeform 64"/>
            <p:cNvSpPr/>
            <p:nvPr/>
          </p:nvSpPr>
          <p:spPr>
            <a:xfrm>
              <a:off x="6284160" y="3480480"/>
              <a:ext cx="40680" cy="53280"/>
            </a:xfrm>
            <a:custGeom>
              <a:avLst/>
              <a:gdLst>
                <a:gd name="textAreaLeft" fmla="*/ 0 w 40680"/>
                <a:gd name="textAreaRight" fmla="*/ 42120 w 40680"/>
                <a:gd name="textAreaTop" fmla="*/ 0 h 53280"/>
                <a:gd name="textAreaBottom" fmla="*/ 54720 h 53280"/>
              </a:gdLst>
              <a:ahLst/>
              <a:rect l="textAreaLeft" t="textAreaTop" r="textAreaRight" b="textAreaBottom"/>
              <a:pathLst>
                <a:path w="286" h="372">
                  <a:moveTo>
                    <a:pt x="286" y="266"/>
                  </a:moveTo>
                  <a:lnTo>
                    <a:pt x="286" y="266"/>
                  </a:lnTo>
                  <a:lnTo>
                    <a:pt x="286" y="266"/>
                  </a:lnTo>
                  <a:lnTo>
                    <a:pt x="286" y="266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4" y="252"/>
                  </a:lnTo>
                  <a:lnTo>
                    <a:pt x="284" y="252"/>
                  </a:lnTo>
                  <a:lnTo>
                    <a:pt x="284" y="248"/>
                  </a:lnTo>
                  <a:lnTo>
                    <a:pt x="284" y="248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0" y="220"/>
                  </a:lnTo>
                  <a:lnTo>
                    <a:pt x="274" y="200"/>
                  </a:lnTo>
                  <a:lnTo>
                    <a:pt x="266" y="178"/>
                  </a:lnTo>
                  <a:lnTo>
                    <a:pt x="256" y="156"/>
                  </a:lnTo>
                  <a:lnTo>
                    <a:pt x="256" y="154"/>
                  </a:lnTo>
                  <a:lnTo>
                    <a:pt x="256" y="154"/>
                  </a:lnTo>
                  <a:lnTo>
                    <a:pt x="252" y="148"/>
                  </a:lnTo>
                  <a:lnTo>
                    <a:pt x="252" y="148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48" y="138"/>
                  </a:lnTo>
                  <a:lnTo>
                    <a:pt x="248" y="138"/>
                  </a:lnTo>
                  <a:lnTo>
                    <a:pt x="242" y="130"/>
                  </a:lnTo>
                  <a:lnTo>
                    <a:pt x="242" y="130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12" y="86"/>
                  </a:lnTo>
                  <a:lnTo>
                    <a:pt x="188" y="60"/>
                  </a:lnTo>
                  <a:lnTo>
                    <a:pt x="164" y="38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2" y="8"/>
                  </a:lnTo>
                  <a:lnTo>
                    <a:pt x="112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28" y="18"/>
                  </a:lnTo>
                  <a:lnTo>
                    <a:pt x="20" y="26"/>
                  </a:lnTo>
                  <a:lnTo>
                    <a:pt x="14" y="34"/>
                  </a:lnTo>
                  <a:lnTo>
                    <a:pt x="10" y="46"/>
                  </a:lnTo>
                  <a:lnTo>
                    <a:pt x="6" y="56"/>
                  </a:lnTo>
                  <a:lnTo>
                    <a:pt x="2" y="70"/>
                  </a:lnTo>
                  <a:lnTo>
                    <a:pt x="0" y="84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4"/>
                  </a:lnTo>
                  <a:lnTo>
                    <a:pt x="2" y="130"/>
                  </a:lnTo>
                  <a:lnTo>
                    <a:pt x="10" y="164"/>
                  </a:lnTo>
                  <a:lnTo>
                    <a:pt x="22" y="200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4" y="242"/>
                  </a:lnTo>
                  <a:lnTo>
                    <a:pt x="44" y="242"/>
                  </a:lnTo>
                  <a:lnTo>
                    <a:pt x="48" y="250"/>
                  </a:lnTo>
                  <a:lnTo>
                    <a:pt x="48" y="250"/>
                  </a:lnTo>
                  <a:lnTo>
                    <a:pt x="70" y="282"/>
                  </a:lnTo>
                  <a:lnTo>
                    <a:pt x="94" y="310"/>
                  </a:lnTo>
                  <a:lnTo>
                    <a:pt x="120" y="332"/>
                  </a:lnTo>
                  <a:lnTo>
                    <a:pt x="134" y="342"/>
                  </a:lnTo>
                  <a:lnTo>
                    <a:pt x="148" y="352"/>
                  </a:lnTo>
                  <a:lnTo>
                    <a:pt x="148" y="352"/>
                  </a:lnTo>
                  <a:lnTo>
                    <a:pt x="160" y="358"/>
                  </a:lnTo>
                  <a:lnTo>
                    <a:pt x="174" y="364"/>
                  </a:lnTo>
                  <a:lnTo>
                    <a:pt x="186" y="368"/>
                  </a:lnTo>
                  <a:lnTo>
                    <a:pt x="198" y="370"/>
                  </a:lnTo>
                  <a:lnTo>
                    <a:pt x="210" y="372"/>
                  </a:lnTo>
                  <a:lnTo>
                    <a:pt x="222" y="370"/>
                  </a:lnTo>
                  <a:lnTo>
                    <a:pt x="232" y="368"/>
                  </a:lnTo>
                  <a:lnTo>
                    <a:pt x="242" y="366"/>
                  </a:lnTo>
                  <a:lnTo>
                    <a:pt x="242" y="366"/>
                  </a:lnTo>
                  <a:lnTo>
                    <a:pt x="246" y="362"/>
                  </a:lnTo>
                  <a:lnTo>
                    <a:pt x="246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62" y="350"/>
                  </a:lnTo>
                  <a:lnTo>
                    <a:pt x="272" y="338"/>
                  </a:lnTo>
                  <a:lnTo>
                    <a:pt x="278" y="32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86"/>
                  </a:lnTo>
                  <a:lnTo>
                    <a:pt x="286" y="286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74"/>
                  </a:lnTo>
                  <a:lnTo>
                    <a:pt x="286" y="274"/>
                  </a:lnTo>
                  <a:lnTo>
                    <a:pt x="286" y="268"/>
                  </a:lnTo>
                  <a:lnTo>
                    <a:pt x="286" y="266"/>
                  </a:lnTo>
                  <a:close/>
                  <a:moveTo>
                    <a:pt x="272" y="272"/>
                  </a:moveTo>
                  <a:lnTo>
                    <a:pt x="272" y="272"/>
                  </a:lnTo>
                  <a:lnTo>
                    <a:pt x="272" y="272"/>
                  </a:lnTo>
                  <a:lnTo>
                    <a:pt x="272" y="276"/>
                  </a:lnTo>
                  <a:lnTo>
                    <a:pt x="272" y="276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0" y="280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64" y="308"/>
                  </a:lnTo>
                  <a:lnTo>
                    <a:pt x="258" y="322"/>
                  </a:lnTo>
                  <a:lnTo>
                    <a:pt x="250" y="33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6" y="346"/>
                  </a:lnTo>
                  <a:lnTo>
                    <a:pt x="236" y="346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22" y="350"/>
                  </a:lnTo>
                  <a:lnTo>
                    <a:pt x="214" y="352"/>
                  </a:lnTo>
                  <a:lnTo>
                    <a:pt x="204" y="352"/>
                  </a:lnTo>
                  <a:lnTo>
                    <a:pt x="192" y="352"/>
                  </a:lnTo>
                  <a:lnTo>
                    <a:pt x="182" y="350"/>
                  </a:lnTo>
                  <a:lnTo>
                    <a:pt x="170" y="346"/>
                  </a:lnTo>
                  <a:lnTo>
                    <a:pt x="148" y="336"/>
                  </a:lnTo>
                  <a:lnTo>
                    <a:pt x="148" y="336"/>
                  </a:lnTo>
                  <a:lnTo>
                    <a:pt x="122" y="318"/>
                  </a:lnTo>
                  <a:lnTo>
                    <a:pt x="100" y="298"/>
                  </a:lnTo>
                  <a:lnTo>
                    <a:pt x="78" y="272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0" y="228"/>
                  </a:lnTo>
                  <a:lnTo>
                    <a:pt x="50" y="228"/>
                  </a:lnTo>
                  <a:lnTo>
                    <a:pt x="34" y="198"/>
                  </a:lnTo>
                  <a:lnTo>
                    <a:pt x="24" y="166"/>
                  </a:lnTo>
                  <a:lnTo>
                    <a:pt x="16" y="13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82"/>
                  </a:lnTo>
                  <a:lnTo>
                    <a:pt x="20" y="70"/>
                  </a:lnTo>
                  <a:lnTo>
                    <a:pt x="22" y="60"/>
                  </a:lnTo>
                  <a:lnTo>
                    <a:pt x="28" y="50"/>
                  </a:lnTo>
                  <a:lnTo>
                    <a:pt x="34" y="42"/>
                  </a:lnTo>
                  <a:lnTo>
                    <a:pt x="40" y="34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20"/>
                  </a:lnTo>
                  <a:lnTo>
                    <a:pt x="86" y="20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2"/>
                  </a:lnTo>
                  <a:lnTo>
                    <a:pt x="130" y="32"/>
                  </a:lnTo>
                  <a:lnTo>
                    <a:pt x="132" y="34"/>
                  </a:lnTo>
                  <a:lnTo>
                    <a:pt x="132" y="34"/>
                  </a:lnTo>
                  <a:lnTo>
                    <a:pt x="134" y="34"/>
                  </a:lnTo>
                  <a:lnTo>
                    <a:pt x="134" y="34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62" y="52"/>
                  </a:lnTo>
                  <a:lnTo>
                    <a:pt x="184" y="72"/>
                  </a:lnTo>
                  <a:lnTo>
                    <a:pt x="204" y="96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32" y="136"/>
                  </a:lnTo>
                  <a:lnTo>
                    <a:pt x="232" y="136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8"/>
                  </a:lnTo>
                  <a:lnTo>
                    <a:pt x="244" y="160"/>
                  </a:lnTo>
                  <a:lnTo>
                    <a:pt x="244" y="160"/>
                  </a:lnTo>
                  <a:lnTo>
                    <a:pt x="254" y="178"/>
                  </a:lnTo>
                  <a:lnTo>
                    <a:pt x="260" y="198"/>
                  </a:lnTo>
                  <a:lnTo>
                    <a:pt x="266" y="218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0" y="250"/>
                  </a:lnTo>
                  <a:lnTo>
                    <a:pt x="270" y="252"/>
                  </a:lnTo>
                  <a:lnTo>
                    <a:pt x="270" y="252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60"/>
                  </a:lnTo>
                  <a:lnTo>
                    <a:pt x="272" y="260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272" y="272"/>
                  </a:lnTo>
                  <a:lnTo>
                    <a:pt x="272" y="2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7360" bIns="27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83" name="Freeform 65"/>
            <p:cNvSpPr/>
            <p:nvPr/>
          </p:nvSpPr>
          <p:spPr>
            <a:xfrm>
              <a:off x="6212880" y="3279240"/>
              <a:ext cx="378360" cy="344880"/>
            </a:xfrm>
            <a:custGeom>
              <a:avLst/>
              <a:gdLst>
                <a:gd name="textAreaLeft" fmla="*/ 0 w 378360"/>
                <a:gd name="textAreaRight" fmla="*/ 379800 w 378360"/>
                <a:gd name="textAreaTop" fmla="*/ 0 h 344880"/>
                <a:gd name="textAreaBottom" fmla="*/ 346320 h 344880"/>
              </a:gdLst>
              <a:ahLst/>
              <a:rect l="textAreaLeft" t="textAreaTop" r="textAreaRight" b="textAreaBottom"/>
              <a:pathLst>
                <a:path w="2576" h="2350">
                  <a:moveTo>
                    <a:pt x="2574" y="1105"/>
                  </a:moveTo>
                  <a:lnTo>
                    <a:pt x="2574" y="1099"/>
                  </a:lnTo>
                  <a:lnTo>
                    <a:pt x="2574" y="1099"/>
                  </a:lnTo>
                  <a:lnTo>
                    <a:pt x="2572" y="1069"/>
                  </a:lnTo>
                  <a:lnTo>
                    <a:pt x="2572" y="1061"/>
                  </a:lnTo>
                  <a:lnTo>
                    <a:pt x="2572" y="1061"/>
                  </a:lnTo>
                  <a:lnTo>
                    <a:pt x="2572" y="1049"/>
                  </a:lnTo>
                  <a:lnTo>
                    <a:pt x="2572" y="1049"/>
                  </a:lnTo>
                  <a:lnTo>
                    <a:pt x="2570" y="1045"/>
                  </a:lnTo>
                  <a:lnTo>
                    <a:pt x="2570" y="1041"/>
                  </a:lnTo>
                  <a:lnTo>
                    <a:pt x="2570" y="1041"/>
                  </a:lnTo>
                  <a:lnTo>
                    <a:pt x="2568" y="1023"/>
                  </a:lnTo>
                  <a:lnTo>
                    <a:pt x="2568" y="1019"/>
                  </a:lnTo>
                  <a:lnTo>
                    <a:pt x="2568" y="1019"/>
                  </a:lnTo>
                  <a:lnTo>
                    <a:pt x="2566" y="1013"/>
                  </a:lnTo>
                  <a:lnTo>
                    <a:pt x="2566" y="1013"/>
                  </a:lnTo>
                  <a:lnTo>
                    <a:pt x="2566" y="1007"/>
                  </a:lnTo>
                  <a:lnTo>
                    <a:pt x="2566" y="1003"/>
                  </a:lnTo>
                  <a:lnTo>
                    <a:pt x="2566" y="1003"/>
                  </a:lnTo>
                  <a:lnTo>
                    <a:pt x="2564" y="995"/>
                  </a:lnTo>
                  <a:lnTo>
                    <a:pt x="2564" y="989"/>
                  </a:lnTo>
                  <a:lnTo>
                    <a:pt x="2564" y="989"/>
                  </a:lnTo>
                  <a:lnTo>
                    <a:pt x="2560" y="969"/>
                  </a:lnTo>
                  <a:lnTo>
                    <a:pt x="2558" y="955"/>
                  </a:lnTo>
                  <a:lnTo>
                    <a:pt x="2558" y="955"/>
                  </a:lnTo>
                  <a:lnTo>
                    <a:pt x="2554" y="941"/>
                  </a:lnTo>
                  <a:lnTo>
                    <a:pt x="2554" y="941"/>
                  </a:lnTo>
                  <a:lnTo>
                    <a:pt x="2552" y="929"/>
                  </a:lnTo>
                  <a:lnTo>
                    <a:pt x="2550" y="919"/>
                  </a:lnTo>
                  <a:lnTo>
                    <a:pt x="2550" y="919"/>
                  </a:lnTo>
                  <a:lnTo>
                    <a:pt x="2548" y="909"/>
                  </a:lnTo>
                  <a:lnTo>
                    <a:pt x="2544" y="893"/>
                  </a:lnTo>
                  <a:lnTo>
                    <a:pt x="2544" y="891"/>
                  </a:lnTo>
                  <a:lnTo>
                    <a:pt x="2544" y="891"/>
                  </a:lnTo>
                  <a:lnTo>
                    <a:pt x="2542" y="887"/>
                  </a:lnTo>
                  <a:lnTo>
                    <a:pt x="2540" y="877"/>
                  </a:lnTo>
                  <a:lnTo>
                    <a:pt x="2536" y="879"/>
                  </a:lnTo>
                  <a:lnTo>
                    <a:pt x="2540" y="877"/>
                  </a:lnTo>
                  <a:lnTo>
                    <a:pt x="2538" y="869"/>
                  </a:lnTo>
                  <a:lnTo>
                    <a:pt x="2536" y="871"/>
                  </a:lnTo>
                  <a:lnTo>
                    <a:pt x="2538" y="869"/>
                  </a:lnTo>
                  <a:lnTo>
                    <a:pt x="2536" y="863"/>
                  </a:lnTo>
                  <a:lnTo>
                    <a:pt x="2522" y="867"/>
                  </a:lnTo>
                  <a:lnTo>
                    <a:pt x="2522" y="867"/>
                  </a:lnTo>
                  <a:lnTo>
                    <a:pt x="2536" y="863"/>
                  </a:lnTo>
                  <a:lnTo>
                    <a:pt x="2534" y="855"/>
                  </a:lnTo>
                  <a:lnTo>
                    <a:pt x="2518" y="861"/>
                  </a:lnTo>
                  <a:lnTo>
                    <a:pt x="2534" y="855"/>
                  </a:lnTo>
                  <a:lnTo>
                    <a:pt x="2534" y="853"/>
                  </a:lnTo>
                  <a:lnTo>
                    <a:pt x="2534" y="853"/>
                  </a:lnTo>
                  <a:lnTo>
                    <a:pt x="2524" y="821"/>
                  </a:lnTo>
                  <a:lnTo>
                    <a:pt x="2520" y="809"/>
                  </a:lnTo>
                  <a:lnTo>
                    <a:pt x="2484" y="821"/>
                  </a:lnTo>
                  <a:lnTo>
                    <a:pt x="2520" y="809"/>
                  </a:lnTo>
                  <a:lnTo>
                    <a:pt x="2520" y="809"/>
                  </a:lnTo>
                  <a:lnTo>
                    <a:pt x="2500" y="751"/>
                  </a:lnTo>
                  <a:lnTo>
                    <a:pt x="2492" y="733"/>
                  </a:lnTo>
                  <a:lnTo>
                    <a:pt x="2470" y="679"/>
                  </a:lnTo>
                  <a:lnTo>
                    <a:pt x="2434" y="695"/>
                  </a:lnTo>
                  <a:lnTo>
                    <a:pt x="2470" y="679"/>
                  </a:lnTo>
                  <a:lnTo>
                    <a:pt x="2462" y="663"/>
                  </a:lnTo>
                  <a:lnTo>
                    <a:pt x="2462" y="663"/>
                  </a:lnTo>
                  <a:lnTo>
                    <a:pt x="2456" y="649"/>
                  </a:lnTo>
                  <a:lnTo>
                    <a:pt x="2454" y="647"/>
                  </a:lnTo>
                  <a:lnTo>
                    <a:pt x="2454" y="647"/>
                  </a:lnTo>
                  <a:lnTo>
                    <a:pt x="2452" y="639"/>
                  </a:lnTo>
                  <a:lnTo>
                    <a:pt x="2450" y="637"/>
                  </a:lnTo>
                  <a:lnTo>
                    <a:pt x="2450" y="637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2" y="601"/>
                  </a:lnTo>
                  <a:lnTo>
                    <a:pt x="2430" y="597"/>
                  </a:lnTo>
                  <a:lnTo>
                    <a:pt x="2430" y="597"/>
                  </a:lnTo>
                  <a:lnTo>
                    <a:pt x="2426" y="591"/>
                  </a:lnTo>
                  <a:lnTo>
                    <a:pt x="2426" y="591"/>
                  </a:lnTo>
                  <a:lnTo>
                    <a:pt x="2418" y="574"/>
                  </a:lnTo>
                  <a:lnTo>
                    <a:pt x="2386" y="520"/>
                  </a:lnTo>
                  <a:lnTo>
                    <a:pt x="2336" y="440"/>
                  </a:lnTo>
                  <a:lnTo>
                    <a:pt x="2336" y="440"/>
                  </a:lnTo>
                  <a:lnTo>
                    <a:pt x="2334" y="436"/>
                  </a:lnTo>
                  <a:lnTo>
                    <a:pt x="2332" y="434"/>
                  </a:lnTo>
                  <a:lnTo>
                    <a:pt x="2328" y="430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328" y="430"/>
                  </a:lnTo>
                  <a:lnTo>
                    <a:pt x="2328" y="430"/>
                  </a:lnTo>
                  <a:lnTo>
                    <a:pt x="2298" y="388"/>
                  </a:lnTo>
                  <a:lnTo>
                    <a:pt x="2266" y="348"/>
                  </a:lnTo>
                  <a:lnTo>
                    <a:pt x="2234" y="310"/>
                  </a:lnTo>
                  <a:lnTo>
                    <a:pt x="2200" y="274"/>
                  </a:lnTo>
                  <a:lnTo>
                    <a:pt x="2166" y="240"/>
                  </a:lnTo>
                  <a:lnTo>
                    <a:pt x="2130" y="206"/>
                  </a:lnTo>
                  <a:lnTo>
                    <a:pt x="2096" y="176"/>
                  </a:lnTo>
                  <a:lnTo>
                    <a:pt x="2058" y="148"/>
                  </a:lnTo>
                  <a:lnTo>
                    <a:pt x="2028" y="126"/>
                  </a:lnTo>
                  <a:lnTo>
                    <a:pt x="1974" y="90"/>
                  </a:lnTo>
                  <a:lnTo>
                    <a:pt x="1924" y="64"/>
                  </a:lnTo>
                  <a:lnTo>
                    <a:pt x="1924" y="64"/>
                  </a:lnTo>
                  <a:lnTo>
                    <a:pt x="1918" y="60"/>
                  </a:lnTo>
                  <a:lnTo>
                    <a:pt x="1918" y="60"/>
                  </a:lnTo>
                  <a:lnTo>
                    <a:pt x="1910" y="56"/>
                  </a:lnTo>
                  <a:lnTo>
                    <a:pt x="1894" y="92"/>
                  </a:lnTo>
                  <a:lnTo>
                    <a:pt x="1910" y="56"/>
                  </a:lnTo>
                  <a:lnTo>
                    <a:pt x="1904" y="54"/>
                  </a:lnTo>
                  <a:lnTo>
                    <a:pt x="1904" y="54"/>
                  </a:lnTo>
                  <a:lnTo>
                    <a:pt x="1896" y="50"/>
                  </a:lnTo>
                  <a:lnTo>
                    <a:pt x="1896" y="50"/>
                  </a:lnTo>
                  <a:lnTo>
                    <a:pt x="1890" y="48"/>
                  </a:lnTo>
                  <a:lnTo>
                    <a:pt x="1890" y="48"/>
                  </a:lnTo>
                  <a:lnTo>
                    <a:pt x="1882" y="44"/>
                  </a:lnTo>
                  <a:lnTo>
                    <a:pt x="1880" y="44"/>
                  </a:lnTo>
                  <a:lnTo>
                    <a:pt x="1880" y="44"/>
                  </a:lnTo>
                  <a:lnTo>
                    <a:pt x="1874" y="40"/>
                  </a:lnTo>
                  <a:lnTo>
                    <a:pt x="1874" y="40"/>
                  </a:lnTo>
                  <a:lnTo>
                    <a:pt x="1866" y="38"/>
                  </a:lnTo>
                  <a:lnTo>
                    <a:pt x="1866" y="38"/>
                  </a:lnTo>
                  <a:lnTo>
                    <a:pt x="1856" y="34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38" y="28"/>
                  </a:lnTo>
                  <a:lnTo>
                    <a:pt x="1838" y="28"/>
                  </a:lnTo>
                  <a:lnTo>
                    <a:pt x="1830" y="24"/>
                  </a:lnTo>
                  <a:lnTo>
                    <a:pt x="1820" y="22"/>
                  </a:lnTo>
                  <a:lnTo>
                    <a:pt x="1820" y="22"/>
                  </a:lnTo>
                  <a:lnTo>
                    <a:pt x="1810" y="18"/>
                  </a:lnTo>
                  <a:lnTo>
                    <a:pt x="1810" y="18"/>
                  </a:lnTo>
                  <a:lnTo>
                    <a:pt x="1798" y="16"/>
                  </a:lnTo>
                  <a:lnTo>
                    <a:pt x="1792" y="14"/>
                  </a:lnTo>
                  <a:lnTo>
                    <a:pt x="1792" y="14"/>
                  </a:lnTo>
                  <a:lnTo>
                    <a:pt x="1788" y="12"/>
                  </a:lnTo>
                  <a:lnTo>
                    <a:pt x="1788" y="12"/>
                  </a:lnTo>
                  <a:lnTo>
                    <a:pt x="1776" y="10"/>
                  </a:lnTo>
                  <a:lnTo>
                    <a:pt x="1776" y="10"/>
                  </a:lnTo>
                  <a:lnTo>
                    <a:pt x="1770" y="10"/>
                  </a:lnTo>
                  <a:lnTo>
                    <a:pt x="1764" y="8"/>
                  </a:lnTo>
                  <a:lnTo>
                    <a:pt x="1764" y="8"/>
                  </a:lnTo>
                  <a:lnTo>
                    <a:pt x="1750" y="6"/>
                  </a:lnTo>
                  <a:lnTo>
                    <a:pt x="1750" y="6"/>
                  </a:lnTo>
                  <a:lnTo>
                    <a:pt x="1744" y="4"/>
                  </a:lnTo>
                  <a:lnTo>
                    <a:pt x="1736" y="4"/>
                  </a:lnTo>
                  <a:lnTo>
                    <a:pt x="1736" y="4"/>
                  </a:lnTo>
                  <a:lnTo>
                    <a:pt x="1720" y="2"/>
                  </a:lnTo>
                  <a:lnTo>
                    <a:pt x="1720" y="2"/>
                  </a:lnTo>
                  <a:lnTo>
                    <a:pt x="1716" y="2"/>
                  </a:lnTo>
                  <a:lnTo>
                    <a:pt x="1714" y="2"/>
                  </a:lnTo>
                  <a:lnTo>
                    <a:pt x="1714" y="2"/>
                  </a:lnTo>
                  <a:lnTo>
                    <a:pt x="1710" y="2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0" y="0"/>
                  </a:lnTo>
                  <a:lnTo>
                    <a:pt x="1700" y="0"/>
                  </a:lnTo>
                  <a:lnTo>
                    <a:pt x="1694" y="0"/>
                  </a:lnTo>
                  <a:lnTo>
                    <a:pt x="1692" y="0"/>
                  </a:lnTo>
                  <a:lnTo>
                    <a:pt x="1692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76" y="0"/>
                  </a:lnTo>
                  <a:lnTo>
                    <a:pt x="1676" y="0"/>
                  </a:lnTo>
                  <a:lnTo>
                    <a:pt x="1660" y="0"/>
                  </a:lnTo>
                  <a:lnTo>
                    <a:pt x="1658" y="0"/>
                  </a:lnTo>
                  <a:lnTo>
                    <a:pt x="1658" y="0"/>
                  </a:lnTo>
                  <a:lnTo>
                    <a:pt x="1634" y="4"/>
                  </a:lnTo>
                  <a:lnTo>
                    <a:pt x="1634" y="4"/>
                  </a:lnTo>
                  <a:lnTo>
                    <a:pt x="1630" y="4"/>
                  </a:lnTo>
                  <a:lnTo>
                    <a:pt x="1628" y="4"/>
                  </a:lnTo>
                  <a:lnTo>
                    <a:pt x="1628" y="4"/>
                  </a:lnTo>
                  <a:lnTo>
                    <a:pt x="1610" y="8"/>
                  </a:lnTo>
                  <a:lnTo>
                    <a:pt x="1608" y="8"/>
                  </a:lnTo>
                  <a:lnTo>
                    <a:pt x="1608" y="8"/>
                  </a:lnTo>
                  <a:lnTo>
                    <a:pt x="1604" y="8"/>
                  </a:lnTo>
                  <a:lnTo>
                    <a:pt x="1604" y="8"/>
                  </a:lnTo>
                  <a:lnTo>
                    <a:pt x="1582" y="14"/>
                  </a:lnTo>
                  <a:lnTo>
                    <a:pt x="1582" y="14"/>
                  </a:lnTo>
                  <a:lnTo>
                    <a:pt x="1580" y="14"/>
                  </a:lnTo>
                  <a:lnTo>
                    <a:pt x="1578" y="14"/>
                  </a:lnTo>
                  <a:lnTo>
                    <a:pt x="1578" y="14"/>
                  </a:lnTo>
                  <a:lnTo>
                    <a:pt x="1560" y="20"/>
                  </a:lnTo>
                  <a:lnTo>
                    <a:pt x="1560" y="20"/>
                  </a:lnTo>
                  <a:lnTo>
                    <a:pt x="1554" y="24"/>
                  </a:lnTo>
                  <a:lnTo>
                    <a:pt x="1554" y="24"/>
                  </a:lnTo>
                  <a:lnTo>
                    <a:pt x="1534" y="32"/>
                  </a:lnTo>
                  <a:lnTo>
                    <a:pt x="1534" y="32"/>
                  </a:lnTo>
                  <a:lnTo>
                    <a:pt x="1512" y="44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72" y="817"/>
                  </a:lnTo>
                  <a:lnTo>
                    <a:pt x="172" y="817"/>
                  </a:lnTo>
                  <a:lnTo>
                    <a:pt x="152" y="831"/>
                  </a:lnTo>
                  <a:lnTo>
                    <a:pt x="134" y="847"/>
                  </a:lnTo>
                  <a:lnTo>
                    <a:pt x="116" y="865"/>
                  </a:lnTo>
                  <a:lnTo>
                    <a:pt x="98" y="885"/>
                  </a:lnTo>
                  <a:lnTo>
                    <a:pt x="84" y="905"/>
                  </a:lnTo>
                  <a:lnTo>
                    <a:pt x="68" y="927"/>
                  </a:lnTo>
                  <a:lnTo>
                    <a:pt x="56" y="951"/>
                  </a:lnTo>
                  <a:lnTo>
                    <a:pt x="44" y="975"/>
                  </a:lnTo>
                  <a:lnTo>
                    <a:pt x="34" y="1001"/>
                  </a:lnTo>
                  <a:lnTo>
                    <a:pt x="24" y="1029"/>
                  </a:lnTo>
                  <a:lnTo>
                    <a:pt x="18" y="1057"/>
                  </a:lnTo>
                  <a:lnTo>
                    <a:pt x="10" y="1085"/>
                  </a:lnTo>
                  <a:lnTo>
                    <a:pt x="6" y="1117"/>
                  </a:lnTo>
                  <a:lnTo>
                    <a:pt x="2" y="1149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15"/>
                  </a:lnTo>
                  <a:lnTo>
                    <a:pt x="0" y="1247"/>
                  </a:lnTo>
                  <a:lnTo>
                    <a:pt x="2" y="1281"/>
                  </a:lnTo>
                  <a:lnTo>
                    <a:pt x="4" y="1315"/>
                  </a:lnTo>
                  <a:lnTo>
                    <a:pt x="10" y="1349"/>
                  </a:lnTo>
                  <a:lnTo>
                    <a:pt x="22" y="1419"/>
                  </a:lnTo>
                  <a:lnTo>
                    <a:pt x="40" y="1491"/>
                  </a:lnTo>
                  <a:lnTo>
                    <a:pt x="62" y="1563"/>
                  </a:lnTo>
                  <a:lnTo>
                    <a:pt x="90" y="1635"/>
                  </a:lnTo>
                  <a:lnTo>
                    <a:pt x="120" y="1705"/>
                  </a:lnTo>
                  <a:lnTo>
                    <a:pt x="158" y="1778"/>
                  </a:lnTo>
                  <a:lnTo>
                    <a:pt x="158" y="1778"/>
                  </a:lnTo>
                  <a:lnTo>
                    <a:pt x="176" y="1810"/>
                  </a:lnTo>
                  <a:lnTo>
                    <a:pt x="176" y="1810"/>
                  </a:lnTo>
                  <a:lnTo>
                    <a:pt x="196" y="1844"/>
                  </a:lnTo>
                  <a:lnTo>
                    <a:pt x="196" y="1844"/>
                  </a:lnTo>
                  <a:lnTo>
                    <a:pt x="238" y="1910"/>
                  </a:lnTo>
                  <a:lnTo>
                    <a:pt x="286" y="1972"/>
                  </a:lnTo>
                  <a:lnTo>
                    <a:pt x="334" y="2032"/>
                  </a:lnTo>
                  <a:lnTo>
                    <a:pt x="386" y="2088"/>
                  </a:lnTo>
                  <a:lnTo>
                    <a:pt x="438" y="2138"/>
                  </a:lnTo>
                  <a:lnTo>
                    <a:pt x="494" y="2184"/>
                  </a:lnTo>
                  <a:lnTo>
                    <a:pt x="522" y="2206"/>
                  </a:lnTo>
                  <a:lnTo>
                    <a:pt x="550" y="2226"/>
                  </a:lnTo>
                  <a:lnTo>
                    <a:pt x="578" y="2244"/>
                  </a:lnTo>
                  <a:lnTo>
                    <a:pt x="606" y="2262"/>
                  </a:lnTo>
                  <a:lnTo>
                    <a:pt x="606" y="2262"/>
                  </a:lnTo>
                  <a:lnTo>
                    <a:pt x="644" y="2282"/>
                  </a:lnTo>
                  <a:lnTo>
                    <a:pt x="680" y="2300"/>
                  </a:lnTo>
                  <a:lnTo>
                    <a:pt x="718" y="2316"/>
                  </a:lnTo>
                  <a:lnTo>
                    <a:pt x="754" y="2328"/>
                  </a:lnTo>
                  <a:lnTo>
                    <a:pt x="790" y="2336"/>
                  </a:lnTo>
                  <a:lnTo>
                    <a:pt x="824" y="2344"/>
                  </a:lnTo>
                  <a:lnTo>
                    <a:pt x="858" y="2348"/>
                  </a:lnTo>
                  <a:lnTo>
                    <a:pt x="892" y="2350"/>
                  </a:lnTo>
                  <a:lnTo>
                    <a:pt x="892" y="2350"/>
                  </a:lnTo>
                  <a:lnTo>
                    <a:pt x="932" y="2348"/>
                  </a:lnTo>
                  <a:lnTo>
                    <a:pt x="970" y="2342"/>
                  </a:lnTo>
                  <a:lnTo>
                    <a:pt x="1006" y="2332"/>
                  </a:lnTo>
                  <a:lnTo>
                    <a:pt x="1042" y="2318"/>
                  </a:lnTo>
                  <a:lnTo>
                    <a:pt x="1042" y="2318"/>
                  </a:lnTo>
                  <a:lnTo>
                    <a:pt x="1064" y="2306"/>
                  </a:lnTo>
                  <a:lnTo>
                    <a:pt x="1064" y="2306"/>
                  </a:lnTo>
                  <a:lnTo>
                    <a:pt x="1068" y="2304"/>
                  </a:lnTo>
                  <a:lnTo>
                    <a:pt x="1068" y="2304"/>
                  </a:lnTo>
                  <a:lnTo>
                    <a:pt x="2384" y="1543"/>
                  </a:lnTo>
                  <a:lnTo>
                    <a:pt x="2388" y="1541"/>
                  </a:lnTo>
                  <a:lnTo>
                    <a:pt x="2388" y="1541"/>
                  </a:lnTo>
                  <a:lnTo>
                    <a:pt x="2392" y="1539"/>
                  </a:lnTo>
                  <a:lnTo>
                    <a:pt x="2392" y="1539"/>
                  </a:lnTo>
                  <a:lnTo>
                    <a:pt x="2396" y="1535"/>
                  </a:lnTo>
                  <a:lnTo>
                    <a:pt x="2396" y="1535"/>
                  </a:lnTo>
                  <a:lnTo>
                    <a:pt x="2400" y="1533"/>
                  </a:lnTo>
                  <a:lnTo>
                    <a:pt x="2378" y="1499"/>
                  </a:lnTo>
                  <a:lnTo>
                    <a:pt x="2402" y="1533"/>
                  </a:lnTo>
                  <a:lnTo>
                    <a:pt x="2406" y="1529"/>
                  </a:lnTo>
                  <a:lnTo>
                    <a:pt x="2406" y="1529"/>
                  </a:lnTo>
                  <a:lnTo>
                    <a:pt x="2412" y="1525"/>
                  </a:lnTo>
                  <a:lnTo>
                    <a:pt x="2412" y="1525"/>
                  </a:lnTo>
                  <a:lnTo>
                    <a:pt x="2416" y="1521"/>
                  </a:lnTo>
                  <a:lnTo>
                    <a:pt x="2416" y="1521"/>
                  </a:lnTo>
                  <a:lnTo>
                    <a:pt x="2420" y="1519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4" y="1515"/>
                  </a:lnTo>
                  <a:lnTo>
                    <a:pt x="2424" y="1515"/>
                  </a:lnTo>
                  <a:lnTo>
                    <a:pt x="2430" y="1511"/>
                  </a:lnTo>
                  <a:lnTo>
                    <a:pt x="2430" y="1511"/>
                  </a:lnTo>
                  <a:lnTo>
                    <a:pt x="2434" y="1509"/>
                  </a:lnTo>
                  <a:lnTo>
                    <a:pt x="2434" y="1509"/>
                  </a:lnTo>
                  <a:lnTo>
                    <a:pt x="2436" y="1505"/>
                  </a:lnTo>
                  <a:lnTo>
                    <a:pt x="2452" y="1491"/>
                  </a:lnTo>
                  <a:lnTo>
                    <a:pt x="2452" y="1491"/>
                  </a:lnTo>
                  <a:lnTo>
                    <a:pt x="2454" y="1489"/>
                  </a:lnTo>
                  <a:lnTo>
                    <a:pt x="2474" y="1467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510" y="1413"/>
                  </a:lnTo>
                  <a:lnTo>
                    <a:pt x="2530" y="1375"/>
                  </a:lnTo>
                  <a:lnTo>
                    <a:pt x="2542" y="1345"/>
                  </a:lnTo>
                  <a:lnTo>
                    <a:pt x="2504" y="1331"/>
                  </a:lnTo>
                  <a:lnTo>
                    <a:pt x="2542" y="1345"/>
                  </a:lnTo>
                  <a:lnTo>
                    <a:pt x="2542" y="1345"/>
                  </a:lnTo>
                  <a:lnTo>
                    <a:pt x="2544" y="1339"/>
                  </a:lnTo>
                  <a:lnTo>
                    <a:pt x="2558" y="1291"/>
                  </a:lnTo>
                  <a:lnTo>
                    <a:pt x="2568" y="1239"/>
                  </a:lnTo>
                  <a:lnTo>
                    <a:pt x="2568" y="1239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70" y="1225"/>
                  </a:lnTo>
                  <a:lnTo>
                    <a:pt x="2570" y="1219"/>
                  </a:lnTo>
                  <a:lnTo>
                    <a:pt x="2570" y="1219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2" y="1205"/>
                  </a:lnTo>
                  <a:lnTo>
                    <a:pt x="2572" y="1197"/>
                  </a:lnTo>
                  <a:lnTo>
                    <a:pt x="2572" y="1197"/>
                  </a:lnTo>
                  <a:lnTo>
                    <a:pt x="2574" y="1169"/>
                  </a:lnTo>
                  <a:lnTo>
                    <a:pt x="2574" y="1165"/>
                  </a:lnTo>
                  <a:lnTo>
                    <a:pt x="2574" y="1165"/>
                  </a:lnTo>
                  <a:lnTo>
                    <a:pt x="2576" y="1135"/>
                  </a:lnTo>
                  <a:lnTo>
                    <a:pt x="2576" y="1135"/>
                  </a:lnTo>
                  <a:lnTo>
                    <a:pt x="2574" y="1105"/>
                  </a:lnTo>
                  <a:lnTo>
                    <a:pt x="2574" y="1105"/>
                  </a:lnTo>
                  <a:close/>
                  <a:moveTo>
                    <a:pt x="1008" y="2244"/>
                  </a:moveTo>
                  <a:lnTo>
                    <a:pt x="1008" y="2244"/>
                  </a:lnTo>
                  <a:lnTo>
                    <a:pt x="988" y="2252"/>
                  </a:lnTo>
                  <a:lnTo>
                    <a:pt x="970" y="2258"/>
                  </a:lnTo>
                  <a:lnTo>
                    <a:pt x="950" y="2264"/>
                  </a:lnTo>
                  <a:lnTo>
                    <a:pt x="930" y="2266"/>
                  </a:lnTo>
                  <a:lnTo>
                    <a:pt x="908" y="2268"/>
                  </a:lnTo>
                  <a:lnTo>
                    <a:pt x="886" y="2268"/>
                  </a:lnTo>
                  <a:lnTo>
                    <a:pt x="864" y="2268"/>
                  </a:lnTo>
                  <a:lnTo>
                    <a:pt x="842" y="2266"/>
                  </a:lnTo>
                  <a:lnTo>
                    <a:pt x="818" y="2262"/>
                  </a:lnTo>
                  <a:lnTo>
                    <a:pt x="794" y="2256"/>
                  </a:lnTo>
                  <a:lnTo>
                    <a:pt x="770" y="2248"/>
                  </a:lnTo>
                  <a:lnTo>
                    <a:pt x="746" y="2240"/>
                  </a:lnTo>
                  <a:lnTo>
                    <a:pt x="722" y="2230"/>
                  </a:lnTo>
                  <a:lnTo>
                    <a:pt x="698" y="2220"/>
                  </a:lnTo>
                  <a:lnTo>
                    <a:pt x="646" y="2192"/>
                  </a:lnTo>
                  <a:lnTo>
                    <a:pt x="646" y="2192"/>
                  </a:lnTo>
                  <a:lnTo>
                    <a:pt x="620" y="2176"/>
                  </a:lnTo>
                  <a:lnTo>
                    <a:pt x="594" y="2160"/>
                  </a:lnTo>
                  <a:lnTo>
                    <a:pt x="542" y="2122"/>
                  </a:lnTo>
                  <a:lnTo>
                    <a:pt x="490" y="2078"/>
                  </a:lnTo>
                  <a:lnTo>
                    <a:pt x="440" y="2030"/>
                  </a:lnTo>
                  <a:lnTo>
                    <a:pt x="394" y="1978"/>
                  </a:lnTo>
                  <a:lnTo>
                    <a:pt x="348" y="1922"/>
                  </a:lnTo>
                  <a:lnTo>
                    <a:pt x="304" y="1864"/>
                  </a:lnTo>
                  <a:lnTo>
                    <a:pt x="264" y="1802"/>
                  </a:lnTo>
                  <a:lnTo>
                    <a:pt x="264" y="1802"/>
                  </a:lnTo>
                  <a:lnTo>
                    <a:pt x="244" y="1770"/>
                  </a:lnTo>
                  <a:lnTo>
                    <a:pt x="244" y="1770"/>
                  </a:lnTo>
                  <a:lnTo>
                    <a:pt x="228" y="1737"/>
                  </a:lnTo>
                  <a:lnTo>
                    <a:pt x="228" y="1737"/>
                  </a:lnTo>
                  <a:lnTo>
                    <a:pt x="194" y="1671"/>
                  </a:lnTo>
                  <a:lnTo>
                    <a:pt x="164" y="1605"/>
                  </a:lnTo>
                  <a:lnTo>
                    <a:pt x="138" y="1537"/>
                  </a:lnTo>
                  <a:lnTo>
                    <a:pt x="118" y="1471"/>
                  </a:lnTo>
                  <a:lnTo>
                    <a:pt x="100" y="1405"/>
                  </a:lnTo>
                  <a:lnTo>
                    <a:pt x="88" y="1341"/>
                  </a:lnTo>
                  <a:lnTo>
                    <a:pt x="82" y="1277"/>
                  </a:lnTo>
                  <a:lnTo>
                    <a:pt x="80" y="1245"/>
                  </a:lnTo>
                  <a:lnTo>
                    <a:pt x="80" y="1215"/>
                  </a:lnTo>
                  <a:lnTo>
                    <a:pt x="80" y="1215"/>
                  </a:lnTo>
                  <a:lnTo>
                    <a:pt x="82" y="1159"/>
                  </a:lnTo>
                  <a:lnTo>
                    <a:pt x="84" y="1131"/>
                  </a:lnTo>
                  <a:lnTo>
                    <a:pt x="88" y="1105"/>
                  </a:lnTo>
                  <a:lnTo>
                    <a:pt x="94" y="1081"/>
                  </a:lnTo>
                  <a:lnTo>
                    <a:pt x="100" y="1057"/>
                  </a:lnTo>
                  <a:lnTo>
                    <a:pt x="106" y="1035"/>
                  </a:lnTo>
                  <a:lnTo>
                    <a:pt x="116" y="1013"/>
                  </a:lnTo>
                  <a:lnTo>
                    <a:pt x="124" y="993"/>
                  </a:lnTo>
                  <a:lnTo>
                    <a:pt x="134" y="973"/>
                  </a:lnTo>
                  <a:lnTo>
                    <a:pt x="146" y="955"/>
                  </a:lnTo>
                  <a:lnTo>
                    <a:pt x="158" y="939"/>
                  </a:lnTo>
                  <a:lnTo>
                    <a:pt x="172" y="923"/>
                  </a:lnTo>
                  <a:lnTo>
                    <a:pt x="186" y="909"/>
                  </a:lnTo>
                  <a:lnTo>
                    <a:pt x="200" y="895"/>
                  </a:lnTo>
                  <a:lnTo>
                    <a:pt x="216" y="883"/>
                  </a:lnTo>
                  <a:lnTo>
                    <a:pt x="216" y="883"/>
                  </a:lnTo>
                  <a:lnTo>
                    <a:pt x="232" y="873"/>
                  </a:lnTo>
                  <a:lnTo>
                    <a:pt x="232" y="873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8" y="861"/>
                  </a:lnTo>
                  <a:lnTo>
                    <a:pt x="258" y="861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70" y="857"/>
                  </a:lnTo>
                  <a:lnTo>
                    <a:pt x="270" y="857"/>
                  </a:lnTo>
                  <a:lnTo>
                    <a:pt x="282" y="853"/>
                  </a:lnTo>
                  <a:lnTo>
                    <a:pt x="282" y="853"/>
                  </a:lnTo>
                  <a:lnTo>
                    <a:pt x="288" y="851"/>
                  </a:lnTo>
                  <a:lnTo>
                    <a:pt x="288" y="851"/>
                  </a:lnTo>
                  <a:lnTo>
                    <a:pt x="290" y="851"/>
                  </a:lnTo>
                  <a:lnTo>
                    <a:pt x="290" y="851"/>
                  </a:lnTo>
                  <a:lnTo>
                    <a:pt x="312" y="845"/>
                  </a:lnTo>
                  <a:lnTo>
                    <a:pt x="312" y="845"/>
                  </a:lnTo>
                  <a:lnTo>
                    <a:pt x="320" y="845"/>
                  </a:lnTo>
                  <a:lnTo>
                    <a:pt x="320" y="845"/>
                  </a:lnTo>
                  <a:lnTo>
                    <a:pt x="342" y="843"/>
                  </a:lnTo>
                  <a:lnTo>
                    <a:pt x="364" y="841"/>
                  </a:lnTo>
                  <a:lnTo>
                    <a:pt x="364" y="841"/>
                  </a:lnTo>
                  <a:lnTo>
                    <a:pt x="376" y="841"/>
                  </a:lnTo>
                  <a:lnTo>
                    <a:pt x="376" y="841"/>
                  </a:lnTo>
                  <a:lnTo>
                    <a:pt x="380" y="841"/>
                  </a:lnTo>
                  <a:lnTo>
                    <a:pt x="380" y="841"/>
                  </a:lnTo>
                  <a:lnTo>
                    <a:pt x="422" y="847"/>
                  </a:lnTo>
                  <a:lnTo>
                    <a:pt x="464" y="855"/>
                  </a:lnTo>
                  <a:lnTo>
                    <a:pt x="464" y="855"/>
                  </a:lnTo>
                  <a:lnTo>
                    <a:pt x="472" y="857"/>
                  </a:lnTo>
                  <a:lnTo>
                    <a:pt x="472" y="857"/>
                  </a:lnTo>
                  <a:lnTo>
                    <a:pt x="490" y="863"/>
                  </a:lnTo>
                  <a:lnTo>
                    <a:pt x="490" y="863"/>
                  </a:lnTo>
                  <a:lnTo>
                    <a:pt x="502" y="867"/>
                  </a:lnTo>
                  <a:lnTo>
                    <a:pt x="502" y="867"/>
                  </a:lnTo>
                  <a:lnTo>
                    <a:pt x="512" y="871"/>
                  </a:lnTo>
                  <a:lnTo>
                    <a:pt x="512" y="871"/>
                  </a:lnTo>
                  <a:lnTo>
                    <a:pt x="530" y="877"/>
                  </a:lnTo>
                  <a:lnTo>
                    <a:pt x="530" y="877"/>
                  </a:lnTo>
                  <a:lnTo>
                    <a:pt x="560" y="891"/>
                  </a:lnTo>
                  <a:lnTo>
                    <a:pt x="560" y="891"/>
                  </a:lnTo>
                  <a:lnTo>
                    <a:pt x="564" y="893"/>
                  </a:lnTo>
                  <a:lnTo>
                    <a:pt x="564" y="893"/>
                  </a:lnTo>
                  <a:lnTo>
                    <a:pt x="576" y="899"/>
                  </a:lnTo>
                  <a:lnTo>
                    <a:pt x="576" y="899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86" y="905"/>
                  </a:lnTo>
                  <a:lnTo>
                    <a:pt x="586" y="905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60" y="949"/>
                  </a:lnTo>
                  <a:lnTo>
                    <a:pt x="708" y="985"/>
                  </a:lnTo>
                  <a:lnTo>
                    <a:pt x="756" y="1025"/>
                  </a:lnTo>
                  <a:lnTo>
                    <a:pt x="804" y="1067"/>
                  </a:lnTo>
                  <a:lnTo>
                    <a:pt x="848" y="1115"/>
                  </a:lnTo>
                  <a:lnTo>
                    <a:pt x="892" y="1167"/>
                  </a:lnTo>
                  <a:lnTo>
                    <a:pt x="934" y="1221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94" y="1309"/>
                  </a:lnTo>
                  <a:lnTo>
                    <a:pt x="994" y="1309"/>
                  </a:lnTo>
                  <a:lnTo>
                    <a:pt x="1012" y="1341"/>
                  </a:lnTo>
                  <a:lnTo>
                    <a:pt x="1012" y="1341"/>
                  </a:lnTo>
                  <a:lnTo>
                    <a:pt x="1030" y="1371"/>
                  </a:lnTo>
                  <a:lnTo>
                    <a:pt x="1030" y="1371"/>
                  </a:lnTo>
                  <a:lnTo>
                    <a:pt x="1044" y="1399"/>
                  </a:lnTo>
                  <a:lnTo>
                    <a:pt x="1044" y="1399"/>
                  </a:lnTo>
                  <a:lnTo>
                    <a:pt x="1050" y="1409"/>
                  </a:lnTo>
                  <a:lnTo>
                    <a:pt x="1050" y="1409"/>
                  </a:lnTo>
                  <a:lnTo>
                    <a:pt x="1060" y="1433"/>
                  </a:lnTo>
                  <a:lnTo>
                    <a:pt x="1064" y="1439"/>
                  </a:lnTo>
                  <a:lnTo>
                    <a:pt x="1064" y="1439"/>
                  </a:lnTo>
                  <a:lnTo>
                    <a:pt x="1082" y="1481"/>
                  </a:lnTo>
                  <a:lnTo>
                    <a:pt x="1100" y="1523"/>
                  </a:lnTo>
                  <a:lnTo>
                    <a:pt x="1116" y="1565"/>
                  </a:lnTo>
                  <a:lnTo>
                    <a:pt x="1130" y="1605"/>
                  </a:lnTo>
                  <a:lnTo>
                    <a:pt x="1142" y="1647"/>
                  </a:lnTo>
                  <a:lnTo>
                    <a:pt x="1152" y="1687"/>
                  </a:lnTo>
                  <a:lnTo>
                    <a:pt x="1160" y="1729"/>
                  </a:lnTo>
                  <a:lnTo>
                    <a:pt x="1168" y="1770"/>
                  </a:lnTo>
                  <a:lnTo>
                    <a:pt x="1168" y="1772"/>
                  </a:lnTo>
                  <a:lnTo>
                    <a:pt x="1168" y="1772"/>
                  </a:lnTo>
                  <a:lnTo>
                    <a:pt x="1172" y="1794"/>
                  </a:lnTo>
                  <a:lnTo>
                    <a:pt x="1172" y="1794"/>
                  </a:lnTo>
                  <a:lnTo>
                    <a:pt x="1172" y="1810"/>
                  </a:lnTo>
                  <a:lnTo>
                    <a:pt x="1172" y="1810"/>
                  </a:lnTo>
                  <a:lnTo>
                    <a:pt x="1174" y="1832"/>
                  </a:lnTo>
                  <a:lnTo>
                    <a:pt x="1176" y="1834"/>
                  </a:lnTo>
                  <a:lnTo>
                    <a:pt x="1176" y="1834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8"/>
                  </a:lnTo>
                  <a:lnTo>
                    <a:pt x="1176" y="1868"/>
                  </a:lnTo>
                  <a:lnTo>
                    <a:pt x="1178" y="1896"/>
                  </a:lnTo>
                  <a:lnTo>
                    <a:pt x="1178" y="1896"/>
                  </a:lnTo>
                  <a:lnTo>
                    <a:pt x="1176" y="1922"/>
                  </a:lnTo>
                  <a:lnTo>
                    <a:pt x="1176" y="1926"/>
                  </a:lnTo>
                  <a:lnTo>
                    <a:pt x="1176" y="1926"/>
                  </a:lnTo>
                  <a:lnTo>
                    <a:pt x="1176" y="1940"/>
                  </a:lnTo>
                  <a:lnTo>
                    <a:pt x="1176" y="1940"/>
                  </a:lnTo>
                  <a:lnTo>
                    <a:pt x="1174" y="1952"/>
                  </a:lnTo>
                  <a:lnTo>
                    <a:pt x="1174" y="1954"/>
                  </a:lnTo>
                  <a:lnTo>
                    <a:pt x="1174" y="195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6"/>
                  </a:lnTo>
                  <a:lnTo>
                    <a:pt x="1172" y="1976"/>
                  </a:lnTo>
                  <a:lnTo>
                    <a:pt x="1172" y="1982"/>
                  </a:lnTo>
                  <a:lnTo>
                    <a:pt x="1172" y="1982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0" y="2042"/>
                  </a:lnTo>
                  <a:lnTo>
                    <a:pt x="1150" y="2076"/>
                  </a:lnTo>
                  <a:lnTo>
                    <a:pt x="1136" y="2108"/>
                  </a:lnTo>
                  <a:lnTo>
                    <a:pt x="1122" y="2138"/>
                  </a:lnTo>
                  <a:lnTo>
                    <a:pt x="1104" y="2164"/>
                  </a:lnTo>
                  <a:lnTo>
                    <a:pt x="1084" y="2188"/>
                  </a:lnTo>
                  <a:lnTo>
                    <a:pt x="1064" y="2208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32" y="2232"/>
                  </a:lnTo>
                  <a:lnTo>
                    <a:pt x="1032" y="2232"/>
                  </a:lnTo>
                  <a:lnTo>
                    <a:pt x="1030" y="2232"/>
                  </a:lnTo>
                  <a:lnTo>
                    <a:pt x="1030" y="2232"/>
                  </a:lnTo>
                  <a:lnTo>
                    <a:pt x="1024" y="2236"/>
                  </a:lnTo>
                  <a:lnTo>
                    <a:pt x="1024" y="2236"/>
                  </a:lnTo>
                  <a:lnTo>
                    <a:pt x="1008" y="2244"/>
                  </a:lnTo>
                  <a:lnTo>
                    <a:pt x="1008" y="2244"/>
                  </a:lnTo>
                  <a:close/>
                  <a:moveTo>
                    <a:pt x="2494" y="1161"/>
                  </a:moveTo>
                  <a:lnTo>
                    <a:pt x="2494" y="1167"/>
                  </a:lnTo>
                  <a:lnTo>
                    <a:pt x="2494" y="1167"/>
                  </a:lnTo>
                  <a:lnTo>
                    <a:pt x="2492" y="1191"/>
                  </a:lnTo>
                  <a:lnTo>
                    <a:pt x="2492" y="1199"/>
                  </a:lnTo>
                  <a:lnTo>
                    <a:pt x="2492" y="1199"/>
                  </a:lnTo>
                  <a:lnTo>
                    <a:pt x="2492" y="1203"/>
                  </a:lnTo>
                  <a:lnTo>
                    <a:pt x="2492" y="1203"/>
                  </a:lnTo>
                  <a:lnTo>
                    <a:pt x="2490" y="1209"/>
                  </a:lnTo>
                  <a:lnTo>
                    <a:pt x="2490" y="1215"/>
                  </a:lnTo>
                  <a:lnTo>
                    <a:pt x="2490" y="1215"/>
                  </a:lnTo>
                  <a:lnTo>
                    <a:pt x="2488" y="1223"/>
                  </a:lnTo>
                  <a:lnTo>
                    <a:pt x="2486" y="1245"/>
                  </a:lnTo>
                  <a:lnTo>
                    <a:pt x="2474" y="1291"/>
                  </a:lnTo>
                  <a:lnTo>
                    <a:pt x="2460" y="1337"/>
                  </a:lnTo>
                  <a:lnTo>
                    <a:pt x="2440" y="1377"/>
                  </a:lnTo>
                  <a:lnTo>
                    <a:pt x="2418" y="1409"/>
                  </a:lnTo>
                  <a:lnTo>
                    <a:pt x="2398" y="1433"/>
                  </a:lnTo>
                  <a:lnTo>
                    <a:pt x="2374" y="1453"/>
                  </a:lnTo>
                  <a:lnTo>
                    <a:pt x="2350" y="1471"/>
                  </a:lnTo>
                  <a:lnTo>
                    <a:pt x="2350" y="1471"/>
                  </a:lnTo>
                  <a:lnTo>
                    <a:pt x="2346" y="1473"/>
                  </a:lnTo>
                  <a:lnTo>
                    <a:pt x="1216" y="2126"/>
                  </a:lnTo>
                  <a:lnTo>
                    <a:pt x="1216" y="2126"/>
                  </a:lnTo>
                  <a:lnTo>
                    <a:pt x="1224" y="2106"/>
                  </a:lnTo>
                  <a:lnTo>
                    <a:pt x="1224" y="2106"/>
                  </a:lnTo>
                  <a:lnTo>
                    <a:pt x="1232" y="2082"/>
                  </a:lnTo>
                  <a:lnTo>
                    <a:pt x="1234" y="2078"/>
                  </a:lnTo>
                  <a:lnTo>
                    <a:pt x="1234" y="2074"/>
                  </a:lnTo>
                  <a:lnTo>
                    <a:pt x="1234" y="2074"/>
                  </a:lnTo>
                  <a:lnTo>
                    <a:pt x="1240" y="2052"/>
                  </a:lnTo>
                  <a:lnTo>
                    <a:pt x="1240" y="205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50" y="1996"/>
                  </a:lnTo>
                  <a:lnTo>
                    <a:pt x="1250" y="1996"/>
                  </a:lnTo>
                  <a:lnTo>
                    <a:pt x="1250" y="1994"/>
                  </a:lnTo>
                  <a:lnTo>
                    <a:pt x="1250" y="1994"/>
                  </a:lnTo>
                  <a:lnTo>
                    <a:pt x="1250" y="1992"/>
                  </a:lnTo>
                  <a:lnTo>
                    <a:pt x="1250" y="1992"/>
                  </a:lnTo>
                  <a:lnTo>
                    <a:pt x="1252" y="1986"/>
                  </a:lnTo>
                  <a:lnTo>
                    <a:pt x="1252" y="1984"/>
                  </a:lnTo>
                  <a:lnTo>
                    <a:pt x="1252" y="198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2"/>
                  </a:lnTo>
                  <a:lnTo>
                    <a:pt x="1254" y="1958"/>
                  </a:lnTo>
                  <a:lnTo>
                    <a:pt x="1254" y="1958"/>
                  </a:lnTo>
                  <a:lnTo>
                    <a:pt x="1256" y="1932"/>
                  </a:lnTo>
                  <a:lnTo>
                    <a:pt x="1256" y="1932"/>
                  </a:lnTo>
                  <a:lnTo>
                    <a:pt x="1256" y="1928"/>
                  </a:lnTo>
                  <a:lnTo>
                    <a:pt x="1256" y="1926"/>
                  </a:lnTo>
                  <a:lnTo>
                    <a:pt x="1256" y="1926"/>
                  </a:lnTo>
                  <a:lnTo>
                    <a:pt x="1258" y="1896"/>
                  </a:lnTo>
                  <a:lnTo>
                    <a:pt x="1258" y="189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4" y="1830"/>
                  </a:lnTo>
                  <a:lnTo>
                    <a:pt x="1254" y="1824"/>
                  </a:lnTo>
                  <a:lnTo>
                    <a:pt x="1254" y="1824"/>
                  </a:lnTo>
                  <a:lnTo>
                    <a:pt x="1252" y="1802"/>
                  </a:lnTo>
                  <a:lnTo>
                    <a:pt x="1252" y="1802"/>
                  </a:lnTo>
                  <a:lnTo>
                    <a:pt x="1252" y="1800"/>
                  </a:lnTo>
                  <a:lnTo>
                    <a:pt x="1252" y="1800"/>
                  </a:lnTo>
                  <a:lnTo>
                    <a:pt x="1250" y="1788"/>
                  </a:lnTo>
                  <a:lnTo>
                    <a:pt x="1250" y="1788"/>
                  </a:lnTo>
                  <a:lnTo>
                    <a:pt x="1250" y="1784"/>
                  </a:lnTo>
                  <a:lnTo>
                    <a:pt x="1250" y="1784"/>
                  </a:lnTo>
                  <a:lnTo>
                    <a:pt x="1248" y="1764"/>
                  </a:lnTo>
                  <a:lnTo>
                    <a:pt x="1246" y="1755"/>
                  </a:lnTo>
                  <a:lnTo>
                    <a:pt x="1246" y="1755"/>
                  </a:lnTo>
                  <a:lnTo>
                    <a:pt x="1242" y="1725"/>
                  </a:lnTo>
                  <a:lnTo>
                    <a:pt x="1242" y="1721"/>
                  </a:lnTo>
                  <a:lnTo>
                    <a:pt x="1242" y="1721"/>
                  </a:lnTo>
                  <a:lnTo>
                    <a:pt x="1234" y="1689"/>
                  </a:lnTo>
                  <a:lnTo>
                    <a:pt x="1234" y="1687"/>
                  </a:lnTo>
                  <a:lnTo>
                    <a:pt x="1234" y="1687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12" y="1599"/>
                  </a:lnTo>
                  <a:lnTo>
                    <a:pt x="1194" y="1547"/>
                  </a:lnTo>
                  <a:lnTo>
                    <a:pt x="1194" y="1545"/>
                  </a:lnTo>
                  <a:lnTo>
                    <a:pt x="1194" y="1545"/>
                  </a:lnTo>
                  <a:lnTo>
                    <a:pt x="1182" y="1511"/>
                  </a:lnTo>
                  <a:lnTo>
                    <a:pt x="1182" y="1509"/>
                  </a:lnTo>
                  <a:lnTo>
                    <a:pt x="1182" y="1509"/>
                  </a:lnTo>
                  <a:lnTo>
                    <a:pt x="1168" y="1475"/>
                  </a:lnTo>
                  <a:lnTo>
                    <a:pt x="1166" y="1473"/>
                  </a:lnTo>
                  <a:lnTo>
                    <a:pt x="1166" y="1473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36" y="1407"/>
                  </a:lnTo>
                  <a:lnTo>
                    <a:pt x="1136" y="1407"/>
                  </a:lnTo>
                  <a:lnTo>
                    <a:pt x="1136" y="1405"/>
                  </a:lnTo>
                  <a:lnTo>
                    <a:pt x="1136" y="1405"/>
                  </a:lnTo>
                  <a:lnTo>
                    <a:pt x="1134" y="1401"/>
                  </a:lnTo>
                  <a:lnTo>
                    <a:pt x="1134" y="1401"/>
                  </a:lnTo>
                  <a:lnTo>
                    <a:pt x="1134" y="1399"/>
                  </a:lnTo>
                  <a:lnTo>
                    <a:pt x="1132" y="1397"/>
                  </a:lnTo>
                  <a:lnTo>
                    <a:pt x="1132" y="1397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14" y="1363"/>
                  </a:lnTo>
                  <a:lnTo>
                    <a:pt x="1114" y="1363"/>
                  </a:lnTo>
                  <a:lnTo>
                    <a:pt x="1114" y="1361"/>
                  </a:lnTo>
                  <a:lnTo>
                    <a:pt x="1114" y="1361"/>
                  </a:lnTo>
                  <a:lnTo>
                    <a:pt x="1102" y="1337"/>
                  </a:lnTo>
                  <a:lnTo>
                    <a:pt x="1102" y="1337"/>
                  </a:lnTo>
                  <a:lnTo>
                    <a:pt x="1100" y="1333"/>
                  </a:lnTo>
                  <a:lnTo>
                    <a:pt x="1100" y="1333"/>
                  </a:lnTo>
                  <a:lnTo>
                    <a:pt x="1080" y="1299"/>
                  </a:lnTo>
                  <a:lnTo>
                    <a:pt x="1080" y="1299"/>
                  </a:lnTo>
                  <a:lnTo>
                    <a:pt x="1062" y="1267"/>
                  </a:lnTo>
                  <a:lnTo>
                    <a:pt x="1062" y="1267"/>
                  </a:lnTo>
                  <a:lnTo>
                    <a:pt x="1060" y="1265"/>
                  </a:lnTo>
                  <a:lnTo>
                    <a:pt x="1060" y="1265"/>
                  </a:lnTo>
                  <a:lnTo>
                    <a:pt x="1040" y="1235"/>
                  </a:lnTo>
                  <a:lnTo>
                    <a:pt x="1040" y="1233"/>
                  </a:lnTo>
                  <a:lnTo>
                    <a:pt x="1040" y="1233"/>
                  </a:lnTo>
                  <a:lnTo>
                    <a:pt x="1018" y="1201"/>
                  </a:lnTo>
                  <a:lnTo>
                    <a:pt x="1018" y="1201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72" y="1137"/>
                  </a:lnTo>
                  <a:lnTo>
                    <a:pt x="972" y="1137"/>
                  </a:lnTo>
                  <a:lnTo>
                    <a:pt x="948" y="1109"/>
                  </a:lnTo>
                  <a:lnTo>
                    <a:pt x="948" y="1107"/>
                  </a:lnTo>
                  <a:lnTo>
                    <a:pt x="948" y="1107"/>
                  </a:lnTo>
                  <a:lnTo>
                    <a:pt x="924" y="1079"/>
                  </a:lnTo>
                  <a:lnTo>
                    <a:pt x="922" y="1077"/>
                  </a:lnTo>
                  <a:lnTo>
                    <a:pt x="922" y="1077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46" y="997"/>
                  </a:lnTo>
                  <a:lnTo>
                    <a:pt x="846" y="997"/>
                  </a:lnTo>
                  <a:lnTo>
                    <a:pt x="820" y="973"/>
                  </a:lnTo>
                  <a:lnTo>
                    <a:pt x="820" y="973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64" y="927"/>
                  </a:lnTo>
                  <a:lnTo>
                    <a:pt x="764" y="927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08" y="885"/>
                  </a:lnTo>
                  <a:lnTo>
                    <a:pt x="708" y="885"/>
                  </a:lnTo>
                  <a:lnTo>
                    <a:pt x="680" y="865"/>
                  </a:lnTo>
                  <a:lnTo>
                    <a:pt x="680" y="865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7"/>
                  </a:lnTo>
                  <a:lnTo>
                    <a:pt x="650" y="847"/>
                  </a:lnTo>
                  <a:lnTo>
                    <a:pt x="620" y="831"/>
                  </a:lnTo>
                  <a:lnTo>
                    <a:pt x="620" y="831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62" y="805"/>
                  </a:lnTo>
                  <a:lnTo>
                    <a:pt x="562" y="805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06" y="785"/>
                  </a:lnTo>
                  <a:lnTo>
                    <a:pt x="506" y="783"/>
                  </a:lnTo>
                  <a:lnTo>
                    <a:pt x="506" y="783"/>
                  </a:lnTo>
                  <a:lnTo>
                    <a:pt x="478" y="777"/>
                  </a:lnTo>
                  <a:lnTo>
                    <a:pt x="476" y="775"/>
                  </a:lnTo>
                  <a:lnTo>
                    <a:pt x="476" y="775"/>
                  </a:lnTo>
                  <a:lnTo>
                    <a:pt x="450" y="769"/>
                  </a:lnTo>
                  <a:lnTo>
                    <a:pt x="448" y="769"/>
                  </a:lnTo>
                  <a:lnTo>
                    <a:pt x="448" y="769"/>
                  </a:lnTo>
                  <a:lnTo>
                    <a:pt x="424" y="765"/>
                  </a:lnTo>
                  <a:lnTo>
                    <a:pt x="422" y="765"/>
                  </a:lnTo>
                  <a:lnTo>
                    <a:pt x="1546" y="114"/>
                  </a:lnTo>
                  <a:lnTo>
                    <a:pt x="1550" y="112"/>
                  </a:lnTo>
                  <a:lnTo>
                    <a:pt x="1550" y="112"/>
                  </a:lnTo>
                  <a:lnTo>
                    <a:pt x="1566" y="104"/>
                  </a:lnTo>
                  <a:lnTo>
                    <a:pt x="1566" y="104"/>
                  </a:lnTo>
                  <a:lnTo>
                    <a:pt x="1582" y="98"/>
                  </a:lnTo>
                  <a:lnTo>
                    <a:pt x="1582" y="98"/>
                  </a:lnTo>
                  <a:lnTo>
                    <a:pt x="1588" y="96"/>
                  </a:lnTo>
                  <a:lnTo>
                    <a:pt x="1588" y="96"/>
                  </a:lnTo>
                  <a:lnTo>
                    <a:pt x="1600" y="92"/>
                  </a:lnTo>
                  <a:lnTo>
                    <a:pt x="1604" y="90"/>
                  </a:lnTo>
                  <a:lnTo>
                    <a:pt x="1604" y="90"/>
                  </a:lnTo>
                  <a:lnTo>
                    <a:pt x="1622" y="86"/>
                  </a:lnTo>
                  <a:lnTo>
                    <a:pt x="1626" y="86"/>
                  </a:lnTo>
                  <a:lnTo>
                    <a:pt x="1626" y="86"/>
                  </a:lnTo>
                  <a:lnTo>
                    <a:pt x="1640" y="84"/>
                  </a:lnTo>
                  <a:lnTo>
                    <a:pt x="1644" y="82"/>
                  </a:lnTo>
                  <a:lnTo>
                    <a:pt x="1644" y="82"/>
                  </a:lnTo>
                  <a:lnTo>
                    <a:pt x="1662" y="80"/>
                  </a:lnTo>
                  <a:lnTo>
                    <a:pt x="1666" y="80"/>
                  </a:lnTo>
                  <a:lnTo>
                    <a:pt x="1666" y="80"/>
                  </a:lnTo>
                  <a:lnTo>
                    <a:pt x="1676" y="80"/>
                  </a:lnTo>
                  <a:lnTo>
                    <a:pt x="1678" y="80"/>
                  </a:lnTo>
                  <a:lnTo>
                    <a:pt x="1678" y="80"/>
                  </a:lnTo>
                  <a:lnTo>
                    <a:pt x="1680" y="80"/>
                  </a:lnTo>
                  <a:lnTo>
                    <a:pt x="1680" y="80"/>
                  </a:lnTo>
                  <a:lnTo>
                    <a:pt x="1690" y="80"/>
                  </a:lnTo>
                  <a:lnTo>
                    <a:pt x="1690" y="80"/>
                  </a:lnTo>
                  <a:lnTo>
                    <a:pt x="1696" y="80"/>
                  </a:lnTo>
                  <a:lnTo>
                    <a:pt x="1696" y="80"/>
                  </a:lnTo>
                  <a:lnTo>
                    <a:pt x="1700" y="80"/>
                  </a:lnTo>
                  <a:lnTo>
                    <a:pt x="1712" y="82"/>
                  </a:lnTo>
                  <a:lnTo>
                    <a:pt x="1712" y="82"/>
                  </a:lnTo>
                  <a:lnTo>
                    <a:pt x="1726" y="82"/>
                  </a:lnTo>
                  <a:lnTo>
                    <a:pt x="1732" y="84"/>
                  </a:lnTo>
                  <a:lnTo>
                    <a:pt x="1732" y="84"/>
                  </a:lnTo>
                  <a:lnTo>
                    <a:pt x="1738" y="84"/>
                  </a:lnTo>
                  <a:lnTo>
                    <a:pt x="1738" y="84"/>
                  </a:lnTo>
                  <a:lnTo>
                    <a:pt x="1750" y="86"/>
                  </a:lnTo>
                  <a:lnTo>
                    <a:pt x="1760" y="88"/>
                  </a:lnTo>
                  <a:lnTo>
                    <a:pt x="1760" y="88"/>
                  </a:lnTo>
                  <a:lnTo>
                    <a:pt x="1770" y="90"/>
                  </a:lnTo>
                  <a:lnTo>
                    <a:pt x="1778" y="94"/>
                  </a:lnTo>
                  <a:lnTo>
                    <a:pt x="1778" y="94"/>
                  </a:lnTo>
                  <a:lnTo>
                    <a:pt x="1788" y="96"/>
                  </a:lnTo>
                  <a:lnTo>
                    <a:pt x="1788" y="96"/>
                  </a:lnTo>
                  <a:lnTo>
                    <a:pt x="1796" y="98"/>
                  </a:lnTo>
                  <a:lnTo>
                    <a:pt x="1806" y="100"/>
                  </a:lnTo>
                  <a:lnTo>
                    <a:pt x="1806" y="100"/>
                  </a:lnTo>
                  <a:lnTo>
                    <a:pt x="1814" y="104"/>
                  </a:lnTo>
                  <a:lnTo>
                    <a:pt x="1814" y="104"/>
                  </a:lnTo>
                  <a:lnTo>
                    <a:pt x="1822" y="106"/>
                  </a:lnTo>
                  <a:lnTo>
                    <a:pt x="1828" y="110"/>
                  </a:lnTo>
                  <a:lnTo>
                    <a:pt x="1828" y="110"/>
                  </a:lnTo>
                  <a:lnTo>
                    <a:pt x="1836" y="112"/>
                  </a:lnTo>
                  <a:lnTo>
                    <a:pt x="1836" y="112"/>
                  </a:lnTo>
                  <a:lnTo>
                    <a:pt x="1844" y="114"/>
                  </a:lnTo>
                  <a:lnTo>
                    <a:pt x="1850" y="118"/>
                  </a:lnTo>
                  <a:lnTo>
                    <a:pt x="1850" y="118"/>
                  </a:lnTo>
                  <a:lnTo>
                    <a:pt x="1858" y="120"/>
                  </a:lnTo>
                  <a:lnTo>
                    <a:pt x="1858" y="120"/>
                  </a:lnTo>
                  <a:lnTo>
                    <a:pt x="1864" y="124"/>
                  </a:lnTo>
                  <a:lnTo>
                    <a:pt x="1900" y="142"/>
                  </a:lnTo>
                  <a:lnTo>
                    <a:pt x="1948" y="168"/>
                  </a:lnTo>
                  <a:lnTo>
                    <a:pt x="1948" y="170"/>
                  </a:lnTo>
                  <a:lnTo>
                    <a:pt x="1956" y="174"/>
                  </a:lnTo>
                  <a:lnTo>
                    <a:pt x="1996" y="202"/>
                  </a:lnTo>
                  <a:lnTo>
                    <a:pt x="1996" y="202"/>
                  </a:lnTo>
                  <a:lnTo>
                    <a:pt x="2032" y="228"/>
                  </a:lnTo>
                  <a:lnTo>
                    <a:pt x="2068" y="258"/>
                  </a:lnTo>
                  <a:lnTo>
                    <a:pt x="2102" y="290"/>
                  </a:lnTo>
                  <a:lnTo>
                    <a:pt x="2136" y="322"/>
                  </a:lnTo>
                  <a:lnTo>
                    <a:pt x="2170" y="358"/>
                  </a:lnTo>
                  <a:lnTo>
                    <a:pt x="2202" y="396"/>
                  </a:lnTo>
                  <a:lnTo>
                    <a:pt x="2234" y="436"/>
                  </a:lnTo>
                  <a:lnTo>
                    <a:pt x="2264" y="476"/>
                  </a:lnTo>
                  <a:lnTo>
                    <a:pt x="2274" y="492"/>
                  </a:lnTo>
                  <a:lnTo>
                    <a:pt x="2328" y="578"/>
                  </a:lnTo>
                  <a:lnTo>
                    <a:pt x="2364" y="558"/>
                  </a:lnTo>
                  <a:lnTo>
                    <a:pt x="2330" y="580"/>
                  </a:lnTo>
                  <a:lnTo>
                    <a:pt x="2348" y="615"/>
                  </a:lnTo>
                  <a:lnTo>
                    <a:pt x="2348" y="615"/>
                  </a:lnTo>
                  <a:lnTo>
                    <a:pt x="2356" y="629"/>
                  </a:lnTo>
                  <a:lnTo>
                    <a:pt x="2356" y="629"/>
                  </a:lnTo>
                  <a:lnTo>
                    <a:pt x="2360" y="635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6" y="649"/>
                  </a:lnTo>
                  <a:lnTo>
                    <a:pt x="2366" y="649"/>
                  </a:lnTo>
                  <a:lnTo>
                    <a:pt x="2378" y="671"/>
                  </a:lnTo>
                  <a:lnTo>
                    <a:pt x="2384" y="683"/>
                  </a:lnTo>
                  <a:lnTo>
                    <a:pt x="2384" y="683"/>
                  </a:lnTo>
                  <a:lnTo>
                    <a:pt x="2390" y="697"/>
                  </a:lnTo>
                  <a:lnTo>
                    <a:pt x="2394" y="707"/>
                  </a:lnTo>
                  <a:lnTo>
                    <a:pt x="2422" y="773"/>
                  </a:lnTo>
                  <a:lnTo>
                    <a:pt x="2422" y="773"/>
                  </a:lnTo>
                  <a:lnTo>
                    <a:pt x="2444" y="833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56" y="875"/>
                  </a:lnTo>
                  <a:lnTo>
                    <a:pt x="2470" y="927"/>
                  </a:lnTo>
                  <a:lnTo>
                    <a:pt x="2470" y="927"/>
                  </a:lnTo>
                  <a:lnTo>
                    <a:pt x="2472" y="937"/>
                  </a:lnTo>
                  <a:lnTo>
                    <a:pt x="2474" y="947"/>
                  </a:lnTo>
                  <a:lnTo>
                    <a:pt x="2474" y="947"/>
                  </a:lnTo>
                  <a:lnTo>
                    <a:pt x="2476" y="957"/>
                  </a:lnTo>
                  <a:lnTo>
                    <a:pt x="2476" y="957"/>
                  </a:lnTo>
                  <a:lnTo>
                    <a:pt x="2478" y="969"/>
                  </a:lnTo>
                  <a:lnTo>
                    <a:pt x="2482" y="983"/>
                  </a:lnTo>
                  <a:lnTo>
                    <a:pt x="2482" y="983"/>
                  </a:lnTo>
                  <a:lnTo>
                    <a:pt x="2484" y="1001"/>
                  </a:lnTo>
                  <a:lnTo>
                    <a:pt x="2486" y="1007"/>
                  </a:lnTo>
                  <a:lnTo>
                    <a:pt x="2486" y="1007"/>
                  </a:lnTo>
                  <a:lnTo>
                    <a:pt x="2486" y="1015"/>
                  </a:lnTo>
                  <a:lnTo>
                    <a:pt x="2486" y="1019"/>
                  </a:lnTo>
                  <a:lnTo>
                    <a:pt x="2486" y="1019"/>
                  </a:lnTo>
                  <a:lnTo>
                    <a:pt x="2488" y="1023"/>
                  </a:lnTo>
                  <a:lnTo>
                    <a:pt x="2488" y="1023"/>
                  </a:lnTo>
                  <a:lnTo>
                    <a:pt x="2488" y="1027"/>
                  </a:lnTo>
                  <a:lnTo>
                    <a:pt x="2488" y="1031"/>
                  </a:lnTo>
                  <a:lnTo>
                    <a:pt x="2488" y="1031"/>
                  </a:lnTo>
                  <a:lnTo>
                    <a:pt x="2490" y="1049"/>
                  </a:lnTo>
                  <a:lnTo>
                    <a:pt x="2490" y="1049"/>
                  </a:lnTo>
                  <a:lnTo>
                    <a:pt x="2492" y="1055"/>
                  </a:lnTo>
                  <a:lnTo>
                    <a:pt x="2492" y="1055"/>
                  </a:lnTo>
                  <a:lnTo>
                    <a:pt x="2492" y="1057"/>
                  </a:lnTo>
                  <a:lnTo>
                    <a:pt x="2492" y="1057"/>
                  </a:lnTo>
                  <a:lnTo>
                    <a:pt x="2492" y="1067"/>
                  </a:lnTo>
                  <a:lnTo>
                    <a:pt x="2492" y="1075"/>
                  </a:lnTo>
                  <a:lnTo>
                    <a:pt x="2492" y="1075"/>
                  </a:lnTo>
                  <a:lnTo>
                    <a:pt x="2494" y="1101"/>
                  </a:lnTo>
                  <a:lnTo>
                    <a:pt x="2494" y="1107"/>
                  </a:lnTo>
                  <a:lnTo>
                    <a:pt x="2494" y="1107"/>
                  </a:lnTo>
                  <a:lnTo>
                    <a:pt x="2496" y="1135"/>
                  </a:lnTo>
                  <a:lnTo>
                    <a:pt x="2496" y="1135"/>
                  </a:lnTo>
                  <a:lnTo>
                    <a:pt x="2494" y="1161"/>
                  </a:lnTo>
                  <a:lnTo>
                    <a:pt x="2494" y="11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84" name="Rectangle 66"/>
            <p:cNvSpPr/>
            <p:nvPr/>
          </p:nvSpPr>
          <p:spPr>
            <a:xfrm>
              <a:off x="6587640" y="3477240"/>
              <a:ext cx="360" cy="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60" bIns="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85" name="그룹 2"/>
          <p:cNvGrpSpPr/>
          <p:nvPr/>
        </p:nvGrpSpPr>
        <p:grpSpPr>
          <a:xfrm>
            <a:off x="4737960" y="3294360"/>
            <a:ext cx="463320" cy="295920"/>
            <a:chOff x="4737960" y="3294360"/>
            <a:chExt cx="463320" cy="295920"/>
          </a:xfrm>
        </p:grpSpPr>
        <p:sp>
          <p:nvSpPr>
            <p:cNvPr id="186" name="AutoShape 68"/>
            <p:cNvSpPr/>
            <p:nvPr/>
          </p:nvSpPr>
          <p:spPr>
            <a:xfrm>
              <a:off x="4737960" y="3294360"/>
              <a:ext cx="463320" cy="29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87" name="Freeform 70"/>
            <p:cNvSpPr/>
            <p:nvPr/>
          </p:nvSpPr>
          <p:spPr>
            <a:xfrm>
              <a:off x="4791960" y="3294360"/>
              <a:ext cx="315360" cy="156600"/>
            </a:xfrm>
            <a:custGeom>
              <a:avLst/>
              <a:gdLst>
                <a:gd name="textAreaLeft" fmla="*/ 0 w 315360"/>
                <a:gd name="textAreaRight" fmla="*/ 316800 w 315360"/>
                <a:gd name="textAreaTop" fmla="*/ 0 h 156600"/>
                <a:gd name="textAreaBottom" fmla="*/ 158040 h 15660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88" name="Freeform 71"/>
            <p:cNvSpPr/>
            <p:nvPr/>
          </p:nvSpPr>
          <p:spPr>
            <a:xfrm>
              <a:off x="4737960" y="3355560"/>
              <a:ext cx="463320" cy="234360"/>
            </a:xfrm>
            <a:custGeom>
              <a:avLst/>
              <a:gdLst>
                <a:gd name="textAreaLeft" fmla="*/ 0 w 463320"/>
                <a:gd name="textAreaRight" fmla="*/ 464760 w 463320"/>
                <a:gd name="textAreaTop" fmla="*/ 0 h 234360"/>
                <a:gd name="textAreaBottom" fmla="*/ 235800 h 23436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sldNum" idx="13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16F862-FB59-4A34-B86E-1EFBD2AF758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ftr" idx="14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95" name="타원 44"/>
          <p:cNvSpPr/>
          <p:nvPr/>
        </p:nvSpPr>
        <p:spPr>
          <a:xfrm>
            <a:off x="1233000" y="2111400"/>
            <a:ext cx="1510560" cy="151056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6" name="타원 45"/>
          <p:cNvSpPr/>
          <p:nvPr/>
        </p:nvSpPr>
        <p:spPr>
          <a:xfrm>
            <a:off x="3201480" y="2111400"/>
            <a:ext cx="1510560" cy="151056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7" name="타원 46"/>
          <p:cNvSpPr/>
          <p:nvPr/>
        </p:nvSpPr>
        <p:spPr>
          <a:xfrm>
            <a:off x="5169600" y="2111400"/>
            <a:ext cx="1510560" cy="151056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8" name="타원 47"/>
          <p:cNvSpPr/>
          <p:nvPr/>
        </p:nvSpPr>
        <p:spPr>
          <a:xfrm>
            <a:off x="7137720" y="2111400"/>
            <a:ext cx="1510560" cy="151056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9" name="직사각형 52"/>
          <p:cNvSpPr/>
          <p:nvPr/>
        </p:nvSpPr>
        <p:spPr>
          <a:xfrm>
            <a:off x="3440160" y="2753640"/>
            <a:ext cx="10335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" name="직사각형 61"/>
          <p:cNvSpPr/>
          <p:nvPr/>
        </p:nvSpPr>
        <p:spPr>
          <a:xfrm>
            <a:off x="1071000" y="3839760"/>
            <a:ext cx="1834920" cy="2230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직사각형 66"/>
          <p:cNvSpPr/>
          <p:nvPr/>
        </p:nvSpPr>
        <p:spPr>
          <a:xfrm>
            <a:off x="3039480" y="3839760"/>
            <a:ext cx="1834920" cy="2230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" name="직사각형 71"/>
          <p:cNvSpPr/>
          <p:nvPr/>
        </p:nvSpPr>
        <p:spPr>
          <a:xfrm>
            <a:off x="5007600" y="3839760"/>
            <a:ext cx="1834920" cy="2230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직사각형 76"/>
          <p:cNvSpPr/>
          <p:nvPr/>
        </p:nvSpPr>
        <p:spPr>
          <a:xfrm>
            <a:off x="6975720" y="3839760"/>
            <a:ext cx="1834920" cy="22309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직사각형 80"/>
          <p:cNvSpPr/>
          <p:nvPr/>
        </p:nvSpPr>
        <p:spPr>
          <a:xfrm>
            <a:off x="1471680" y="2753640"/>
            <a:ext cx="10335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" name="직사각형 81"/>
          <p:cNvSpPr/>
          <p:nvPr/>
        </p:nvSpPr>
        <p:spPr>
          <a:xfrm>
            <a:off x="5418720" y="2753640"/>
            <a:ext cx="10335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6" name="직사각형 82"/>
          <p:cNvSpPr/>
          <p:nvPr/>
        </p:nvSpPr>
        <p:spPr>
          <a:xfrm>
            <a:off x="7376400" y="2753640"/>
            <a:ext cx="10335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sldNum" idx="15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17144E-9B53-4A0E-8B4F-954A3E52954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ftr" idx="16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12" name="모서리가 둥근 직사각형 29"/>
          <p:cNvSpPr/>
          <p:nvPr/>
        </p:nvSpPr>
        <p:spPr>
          <a:xfrm>
            <a:off x="646920" y="3448800"/>
            <a:ext cx="8638560" cy="10785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3" name="타원 30"/>
          <p:cNvSpPr/>
          <p:nvPr/>
        </p:nvSpPr>
        <p:spPr>
          <a:xfrm>
            <a:off x="733320" y="3538800"/>
            <a:ext cx="898560" cy="8985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14" name="직선 연결선 34"/>
          <p:cNvCxnSpPr/>
          <p:nvPr/>
        </p:nvCxnSpPr>
        <p:spPr>
          <a:xfrm>
            <a:off x="3866760" y="3609720"/>
            <a:ext cx="1440" cy="75888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215" name="모서리가 둥근 직사각형 35"/>
          <p:cNvSpPr/>
          <p:nvPr/>
        </p:nvSpPr>
        <p:spPr>
          <a:xfrm>
            <a:off x="646920" y="4957200"/>
            <a:ext cx="8638560" cy="10785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6" name="타원 36"/>
          <p:cNvSpPr/>
          <p:nvPr/>
        </p:nvSpPr>
        <p:spPr>
          <a:xfrm>
            <a:off x="733320" y="5047200"/>
            <a:ext cx="898560" cy="8985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17" name="직선 연결선 40"/>
          <p:cNvCxnSpPr/>
          <p:nvPr/>
        </p:nvCxnSpPr>
        <p:spPr>
          <a:xfrm>
            <a:off x="3866760" y="5118120"/>
            <a:ext cx="1440" cy="75888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218" name="직사각형 41"/>
          <p:cNvSpPr/>
          <p:nvPr/>
        </p:nvSpPr>
        <p:spPr>
          <a:xfrm>
            <a:off x="646920" y="1596960"/>
            <a:ext cx="35899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" name="모서리가 둥근 직사각형 42"/>
          <p:cNvSpPr/>
          <p:nvPr/>
        </p:nvSpPr>
        <p:spPr>
          <a:xfrm>
            <a:off x="646920" y="1949760"/>
            <a:ext cx="8638560" cy="10785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20" name="타원 43"/>
          <p:cNvSpPr/>
          <p:nvPr/>
        </p:nvSpPr>
        <p:spPr>
          <a:xfrm>
            <a:off x="733320" y="2039760"/>
            <a:ext cx="898560" cy="8985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21" name="직선 연결선 45"/>
          <p:cNvCxnSpPr/>
          <p:nvPr/>
        </p:nvCxnSpPr>
        <p:spPr>
          <a:xfrm>
            <a:off x="3866760" y="2111040"/>
            <a:ext cx="1440" cy="75852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222" name="직사각형 53"/>
          <p:cNvSpPr/>
          <p:nvPr/>
        </p:nvSpPr>
        <p:spPr>
          <a:xfrm>
            <a:off x="3965760" y="2111400"/>
            <a:ext cx="42242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3" name="직사각형 54"/>
          <p:cNvSpPr/>
          <p:nvPr/>
        </p:nvSpPr>
        <p:spPr>
          <a:xfrm>
            <a:off x="2512080" y="232344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4" name="직사각형 55"/>
          <p:cNvSpPr/>
          <p:nvPr/>
        </p:nvSpPr>
        <p:spPr>
          <a:xfrm>
            <a:off x="3965760" y="3610080"/>
            <a:ext cx="42242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5" name="직사각형 56"/>
          <p:cNvSpPr/>
          <p:nvPr/>
        </p:nvSpPr>
        <p:spPr>
          <a:xfrm>
            <a:off x="2512080" y="382212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6" name="직사각형 57"/>
          <p:cNvSpPr/>
          <p:nvPr/>
        </p:nvSpPr>
        <p:spPr>
          <a:xfrm>
            <a:off x="3965760" y="5126400"/>
            <a:ext cx="42242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7" name="직사각형 58"/>
          <p:cNvSpPr/>
          <p:nvPr/>
        </p:nvSpPr>
        <p:spPr>
          <a:xfrm>
            <a:off x="2512080" y="533052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직사각형 59"/>
          <p:cNvSpPr/>
          <p:nvPr/>
        </p:nvSpPr>
        <p:spPr>
          <a:xfrm>
            <a:off x="646920" y="3072240"/>
            <a:ext cx="35899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9" name="직사각형 60"/>
          <p:cNvSpPr/>
          <p:nvPr/>
        </p:nvSpPr>
        <p:spPr>
          <a:xfrm>
            <a:off x="646920" y="4580280"/>
            <a:ext cx="35899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sldNum" idx="17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8F5EF8-F9F0-4CFD-8DEE-35317F23D23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ftr" idx="18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35" name="Content Placeholder 3"/>
          <p:cNvSpPr/>
          <p:nvPr/>
        </p:nvSpPr>
        <p:spPr>
          <a:xfrm>
            <a:off x="2033280" y="3560400"/>
            <a:ext cx="9705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6" name="TextBox 8"/>
          <p:cNvSpPr/>
          <p:nvPr/>
        </p:nvSpPr>
        <p:spPr>
          <a:xfrm>
            <a:off x="2033280" y="3885840"/>
            <a:ext cx="970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80%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7" name="Content Placeholder 3"/>
          <p:cNvSpPr/>
          <p:nvPr/>
        </p:nvSpPr>
        <p:spPr>
          <a:xfrm>
            <a:off x="2033280" y="2049480"/>
            <a:ext cx="9705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TextBox 11"/>
          <p:cNvSpPr/>
          <p:nvPr/>
        </p:nvSpPr>
        <p:spPr>
          <a:xfrm>
            <a:off x="2033280" y="2374920"/>
            <a:ext cx="970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60%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9" name="Content Placeholder 3"/>
          <p:cNvSpPr/>
          <p:nvPr/>
        </p:nvSpPr>
        <p:spPr>
          <a:xfrm>
            <a:off x="2033280" y="5058000"/>
            <a:ext cx="9705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0" name="TextBox 14"/>
          <p:cNvSpPr/>
          <p:nvPr/>
        </p:nvSpPr>
        <p:spPr>
          <a:xfrm>
            <a:off x="2033280" y="5383800"/>
            <a:ext cx="9705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50%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1" name="TextBox 15"/>
          <p:cNvSpPr/>
          <p:nvPr/>
        </p:nvSpPr>
        <p:spPr>
          <a:xfrm>
            <a:off x="3238920" y="2048760"/>
            <a:ext cx="45129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2" name="TextBox 16"/>
          <p:cNvSpPr/>
          <p:nvPr/>
        </p:nvSpPr>
        <p:spPr>
          <a:xfrm>
            <a:off x="3238920" y="3559680"/>
            <a:ext cx="45129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TextBox 17"/>
          <p:cNvSpPr/>
          <p:nvPr/>
        </p:nvSpPr>
        <p:spPr>
          <a:xfrm>
            <a:off x="3238920" y="5057280"/>
            <a:ext cx="45129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4" name="Rounded Rectangle 2"/>
          <p:cNvSpPr/>
          <p:nvPr/>
        </p:nvSpPr>
        <p:spPr>
          <a:xfrm>
            <a:off x="741600" y="1805400"/>
            <a:ext cx="8430840" cy="123696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b7d0d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45" name="Oval 3"/>
          <p:cNvSpPr/>
          <p:nvPr/>
        </p:nvSpPr>
        <p:spPr>
          <a:xfrm>
            <a:off x="869400" y="1887840"/>
            <a:ext cx="1072080" cy="107208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46" name="Rounded Rectangle 5"/>
          <p:cNvSpPr/>
          <p:nvPr/>
        </p:nvSpPr>
        <p:spPr>
          <a:xfrm>
            <a:off x="752400" y="3316320"/>
            <a:ext cx="8420760" cy="123696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47" name="Oval 6"/>
          <p:cNvSpPr/>
          <p:nvPr/>
        </p:nvSpPr>
        <p:spPr>
          <a:xfrm>
            <a:off x="869400" y="3398760"/>
            <a:ext cx="1072080" cy="1072080"/>
          </a:xfrm>
          <a:prstGeom prst="ellipse">
            <a:avLst/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48" name="Rounded Rectangle 7"/>
          <p:cNvSpPr/>
          <p:nvPr/>
        </p:nvSpPr>
        <p:spPr>
          <a:xfrm>
            <a:off x="752400" y="4813920"/>
            <a:ext cx="8420760" cy="123696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b7d0d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49" name="Oval 8"/>
          <p:cNvSpPr/>
          <p:nvPr/>
        </p:nvSpPr>
        <p:spPr>
          <a:xfrm>
            <a:off x="869400" y="4896360"/>
            <a:ext cx="1072080" cy="107208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50" name="TextBox 27"/>
          <p:cNvSpPr/>
          <p:nvPr/>
        </p:nvSpPr>
        <p:spPr>
          <a:xfrm>
            <a:off x="8257680" y="2197080"/>
            <a:ext cx="6483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60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1" name="TextBox 28"/>
          <p:cNvSpPr/>
          <p:nvPr/>
        </p:nvSpPr>
        <p:spPr>
          <a:xfrm>
            <a:off x="8257680" y="3707640"/>
            <a:ext cx="6483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80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2" name="TextBox 29"/>
          <p:cNvSpPr/>
          <p:nvPr/>
        </p:nvSpPr>
        <p:spPr>
          <a:xfrm>
            <a:off x="8257680" y="5205600"/>
            <a:ext cx="6483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50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253" name="그룹 30"/>
          <p:cNvGrpSpPr/>
          <p:nvPr/>
        </p:nvGrpSpPr>
        <p:grpSpPr>
          <a:xfrm>
            <a:off x="1032480" y="2173680"/>
            <a:ext cx="745560" cy="500760"/>
            <a:chOff x="1032480" y="2173680"/>
            <a:chExt cx="745560" cy="500760"/>
          </a:xfrm>
        </p:grpSpPr>
        <p:sp>
          <p:nvSpPr>
            <p:cNvPr id="254" name="Rectangle 332"/>
            <p:cNvSpPr/>
            <p:nvPr/>
          </p:nvSpPr>
          <p:spPr>
            <a:xfrm>
              <a:off x="1032480" y="2173680"/>
              <a:ext cx="745560" cy="5007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55" name="Oval 333"/>
            <p:cNvSpPr/>
            <p:nvPr/>
          </p:nvSpPr>
          <p:spPr>
            <a:xfrm>
              <a:off x="1253160" y="2271600"/>
              <a:ext cx="304560" cy="302400"/>
            </a:xfrm>
            <a:prstGeom prst="ellipse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256" name="그룹 33"/>
          <p:cNvGrpSpPr/>
          <p:nvPr/>
        </p:nvGrpSpPr>
        <p:grpSpPr>
          <a:xfrm>
            <a:off x="1067760" y="3708720"/>
            <a:ext cx="675360" cy="452160"/>
            <a:chOff x="1067760" y="3708720"/>
            <a:chExt cx="675360" cy="452160"/>
          </a:xfrm>
        </p:grpSpPr>
        <p:sp>
          <p:nvSpPr>
            <p:cNvPr id="257" name="Rectangle 317"/>
            <p:cNvSpPr/>
            <p:nvPr/>
          </p:nvSpPr>
          <p:spPr>
            <a:xfrm>
              <a:off x="1067760" y="3708720"/>
              <a:ext cx="675360" cy="452160"/>
            </a:xfrm>
            <a:prstGeom prst="rect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58" name="Rectangle 318"/>
            <p:cNvSpPr/>
            <p:nvPr/>
          </p:nvSpPr>
          <p:spPr>
            <a:xfrm>
              <a:off x="1067760" y="3708720"/>
              <a:ext cx="675360" cy="452160"/>
            </a:xfrm>
            <a:prstGeom prst="rect">
              <a:avLst/>
            </a:prstGeom>
            <a:solidFill>
              <a:srgbClr val="ed1c2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59" name="Freeform 319"/>
            <p:cNvSpPr/>
            <p:nvPr/>
          </p:nvSpPr>
          <p:spPr>
            <a:xfrm>
              <a:off x="1109520" y="3746160"/>
              <a:ext cx="133560" cy="126720"/>
            </a:xfrm>
            <a:custGeom>
              <a:avLst/>
              <a:gdLst>
                <a:gd name="textAreaLeft" fmla="*/ 0 w 133560"/>
                <a:gd name="textAreaRight" fmla="*/ 135000 w 133560"/>
                <a:gd name="textAreaTop" fmla="*/ 0 h 126720"/>
                <a:gd name="textAreaBottom" fmla="*/ 128160 h 126720"/>
              </a:gdLst>
              <a:ahLst/>
              <a:rect l="textAreaLeft" t="textAreaTop" r="textAreaRight" b="textAreaBottom"/>
              <a:pathLst>
                <a:path w="213" h="201">
                  <a:moveTo>
                    <a:pt x="106" y="154"/>
                  </a:moveTo>
                  <a:lnTo>
                    <a:pt x="173" y="201"/>
                  </a:lnTo>
                  <a:lnTo>
                    <a:pt x="148" y="125"/>
                  </a:lnTo>
                  <a:lnTo>
                    <a:pt x="213" y="76"/>
                  </a:lnTo>
                  <a:lnTo>
                    <a:pt x="131" y="76"/>
                  </a:lnTo>
                  <a:lnTo>
                    <a:pt x="106" y="0"/>
                  </a:lnTo>
                  <a:lnTo>
                    <a:pt x="81" y="76"/>
                  </a:lnTo>
                  <a:lnTo>
                    <a:pt x="0" y="76"/>
                  </a:lnTo>
                  <a:lnTo>
                    <a:pt x="66" y="125"/>
                  </a:lnTo>
                  <a:lnTo>
                    <a:pt x="41" y="201"/>
                  </a:lnTo>
                  <a:lnTo>
                    <a:pt x="106" y="154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60" name="Freeform 320"/>
            <p:cNvSpPr/>
            <p:nvPr/>
          </p:nvSpPr>
          <p:spPr>
            <a:xfrm>
              <a:off x="1269000" y="3722040"/>
              <a:ext cx="49320" cy="49320"/>
            </a:xfrm>
            <a:custGeom>
              <a:avLst/>
              <a:gdLst>
                <a:gd name="textAreaLeft" fmla="*/ 0 w 49320"/>
                <a:gd name="textAreaRight" fmla="*/ 50760 w 49320"/>
                <a:gd name="textAreaTop" fmla="*/ 0 h 49320"/>
                <a:gd name="textAreaBottom" fmla="*/ 50760 h 49320"/>
              </a:gdLst>
              <a:ahLst/>
              <a:rect l="textAreaLeft" t="textAreaTop" r="textAreaRight" b="textAreaBottom"/>
              <a:pathLst>
                <a:path w="79" h="82">
                  <a:moveTo>
                    <a:pt x="49" y="50"/>
                  </a:moveTo>
                  <a:lnTo>
                    <a:pt x="79" y="43"/>
                  </a:lnTo>
                  <a:lnTo>
                    <a:pt x="50" y="32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3"/>
                  </a:lnTo>
                  <a:lnTo>
                    <a:pt x="20" y="39"/>
                  </a:lnTo>
                  <a:lnTo>
                    <a:pt x="0" y="63"/>
                  </a:lnTo>
                  <a:lnTo>
                    <a:pt x="30" y="55"/>
                  </a:lnTo>
                  <a:lnTo>
                    <a:pt x="48" y="82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61" name="Freeform 321"/>
            <p:cNvSpPr/>
            <p:nvPr/>
          </p:nvSpPr>
          <p:spPr>
            <a:xfrm>
              <a:off x="1269000" y="3885840"/>
              <a:ext cx="49320" cy="49320"/>
            </a:xfrm>
            <a:custGeom>
              <a:avLst/>
              <a:gdLst>
                <a:gd name="textAreaLeft" fmla="*/ 0 w 49320"/>
                <a:gd name="textAreaRight" fmla="*/ 50760 w 49320"/>
                <a:gd name="textAreaTop" fmla="*/ 0 h 49320"/>
                <a:gd name="textAreaBottom" fmla="*/ 50760 h 49320"/>
              </a:gdLst>
              <a:ahLst/>
              <a:rect l="textAreaLeft" t="textAreaTop" r="textAreaRight" b="textAreaBottom"/>
              <a:pathLst>
                <a:path w="79" h="81">
                  <a:moveTo>
                    <a:pt x="49" y="50"/>
                  </a:moveTo>
                  <a:lnTo>
                    <a:pt x="79" y="42"/>
                  </a:lnTo>
                  <a:lnTo>
                    <a:pt x="50" y="31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2"/>
                  </a:lnTo>
                  <a:lnTo>
                    <a:pt x="20" y="39"/>
                  </a:lnTo>
                  <a:lnTo>
                    <a:pt x="0" y="62"/>
                  </a:lnTo>
                  <a:lnTo>
                    <a:pt x="30" y="55"/>
                  </a:lnTo>
                  <a:lnTo>
                    <a:pt x="48" y="81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62" name="Freeform 322"/>
            <p:cNvSpPr/>
            <p:nvPr/>
          </p:nvSpPr>
          <p:spPr>
            <a:xfrm>
              <a:off x="1313280" y="3770640"/>
              <a:ext cx="49320" cy="49320"/>
            </a:xfrm>
            <a:custGeom>
              <a:avLst/>
              <a:gdLst>
                <a:gd name="textAreaLeft" fmla="*/ 0 w 49320"/>
                <a:gd name="textAreaRight" fmla="*/ 50760 w 49320"/>
                <a:gd name="textAreaTop" fmla="*/ 0 h 49320"/>
                <a:gd name="textAreaBottom" fmla="*/ 50760 h 49320"/>
              </a:gdLst>
              <a:ahLst/>
              <a:rect l="textAreaLeft" t="textAreaTop" r="textAreaRight" b="textAreaBottom"/>
              <a:pathLst>
                <a:path w="80" h="80">
                  <a:moveTo>
                    <a:pt x="50" y="52"/>
                  </a:moveTo>
                  <a:lnTo>
                    <a:pt x="80" y="59"/>
                  </a:lnTo>
                  <a:lnTo>
                    <a:pt x="59" y="36"/>
                  </a:lnTo>
                  <a:lnTo>
                    <a:pt x="73" y="9"/>
                  </a:lnTo>
                  <a:lnTo>
                    <a:pt x="45" y="22"/>
                  </a:lnTo>
                  <a:lnTo>
                    <a:pt x="24" y="0"/>
                  </a:lnTo>
                  <a:lnTo>
                    <a:pt x="28" y="31"/>
                  </a:lnTo>
                  <a:lnTo>
                    <a:pt x="0" y="45"/>
                  </a:lnTo>
                  <a:lnTo>
                    <a:pt x="32" y="50"/>
                  </a:lnTo>
                  <a:lnTo>
                    <a:pt x="35" y="80"/>
                  </a:lnTo>
                  <a:lnTo>
                    <a:pt x="50" y="52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63" name="Freeform 323"/>
            <p:cNvSpPr/>
            <p:nvPr/>
          </p:nvSpPr>
          <p:spPr>
            <a:xfrm>
              <a:off x="1313280" y="3839400"/>
              <a:ext cx="49320" cy="47160"/>
            </a:xfrm>
            <a:custGeom>
              <a:avLst/>
              <a:gdLst>
                <a:gd name="textAreaLeft" fmla="*/ 0 w 49320"/>
                <a:gd name="textAreaRight" fmla="*/ 50760 w 49320"/>
                <a:gd name="textAreaTop" fmla="*/ 0 h 47160"/>
                <a:gd name="textAreaBottom" fmla="*/ 48600 h 47160"/>
              </a:gdLst>
              <a:ahLst/>
              <a:rect l="textAreaLeft" t="textAreaTop" r="textAreaRight" b="textAreaBottom"/>
              <a:pathLst>
                <a:path w="81" h="77">
                  <a:moveTo>
                    <a:pt x="41" y="59"/>
                  </a:moveTo>
                  <a:lnTo>
                    <a:pt x="68" y="76"/>
                  </a:lnTo>
                  <a:lnTo>
                    <a:pt x="56" y="47"/>
                  </a:lnTo>
                  <a:lnTo>
                    <a:pt x="81" y="27"/>
                  </a:lnTo>
                  <a:lnTo>
                    <a:pt x="50" y="29"/>
                  </a:lnTo>
                  <a:lnTo>
                    <a:pt x="40" y="0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25" y="47"/>
                  </a:lnTo>
                  <a:lnTo>
                    <a:pt x="18" y="77"/>
                  </a:lnTo>
                  <a:lnTo>
                    <a:pt x="41" y="59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4120" bIns="24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264" name="그룹 41"/>
          <p:cNvGrpSpPr/>
          <p:nvPr/>
        </p:nvGrpSpPr>
        <p:grpSpPr>
          <a:xfrm>
            <a:off x="1050120" y="5202000"/>
            <a:ext cx="710640" cy="460080"/>
            <a:chOff x="1050120" y="5202000"/>
            <a:chExt cx="710640" cy="460080"/>
          </a:xfrm>
        </p:grpSpPr>
        <p:sp>
          <p:nvSpPr>
            <p:cNvPr id="265" name="Rectangle 296"/>
            <p:cNvSpPr/>
            <p:nvPr/>
          </p:nvSpPr>
          <p:spPr>
            <a:xfrm>
              <a:off x="1050120" y="5202000"/>
              <a:ext cx="710640" cy="4600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66" name="Freeform 297"/>
            <p:cNvSpPr/>
            <p:nvPr/>
          </p:nvSpPr>
          <p:spPr>
            <a:xfrm>
              <a:off x="1271880" y="5301360"/>
              <a:ext cx="267120" cy="259920"/>
            </a:xfrm>
            <a:custGeom>
              <a:avLst/>
              <a:gdLst>
                <a:gd name="textAreaLeft" fmla="*/ 0 w 267120"/>
                <a:gd name="textAreaRight" fmla="*/ 268560 w 267120"/>
                <a:gd name="textAreaTop" fmla="*/ 0 h 259920"/>
                <a:gd name="textAreaBottom" fmla="*/ 261360 h 259920"/>
              </a:gdLst>
              <a:ahLst/>
              <a:rect l="textAreaLeft" t="textAreaTop" r="textAreaRight" b="textAreaBottom"/>
              <a:pathLst>
                <a:path w="402" h="402">
                  <a:moveTo>
                    <a:pt x="295" y="52"/>
                  </a:moveTo>
                  <a:cubicBezTo>
                    <a:pt x="378" y="104"/>
                    <a:pt x="402" y="213"/>
                    <a:pt x="350" y="295"/>
                  </a:cubicBezTo>
                  <a:cubicBezTo>
                    <a:pt x="298" y="377"/>
                    <a:pt x="190" y="402"/>
                    <a:pt x="107" y="350"/>
                  </a:cubicBezTo>
                  <a:cubicBezTo>
                    <a:pt x="25" y="298"/>
                    <a:pt x="0" y="190"/>
                    <a:pt x="52" y="107"/>
                  </a:cubicBezTo>
                  <a:cubicBezTo>
                    <a:pt x="104" y="25"/>
                    <a:pt x="213" y="0"/>
                    <a:pt x="295" y="52"/>
                  </a:cubicBezTo>
                  <a:close/>
                </a:path>
              </a:pathLst>
            </a:cu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67" name="Freeform 298"/>
            <p:cNvSpPr/>
            <p:nvPr/>
          </p:nvSpPr>
          <p:spPr>
            <a:xfrm>
              <a:off x="1271880" y="5371200"/>
              <a:ext cx="250560" cy="190080"/>
            </a:xfrm>
            <a:custGeom>
              <a:avLst/>
              <a:gdLst>
                <a:gd name="textAreaLeft" fmla="*/ 0 w 250560"/>
                <a:gd name="textAreaRight" fmla="*/ 252000 w 250560"/>
                <a:gd name="textAreaTop" fmla="*/ 0 h 190080"/>
                <a:gd name="textAreaBottom" fmla="*/ 191520 h 190080"/>
              </a:gdLst>
              <a:ahLst/>
              <a:rect l="textAreaLeft" t="textAreaTop" r="textAreaRight" b="textAreaBottom"/>
              <a:pathLst>
                <a:path w="376" h="295">
                  <a:moveTo>
                    <a:pt x="350" y="188"/>
                  </a:moveTo>
                  <a:cubicBezTo>
                    <a:pt x="298" y="270"/>
                    <a:pt x="190" y="295"/>
                    <a:pt x="107" y="243"/>
                  </a:cubicBezTo>
                  <a:cubicBezTo>
                    <a:pt x="25" y="191"/>
                    <a:pt x="0" y="83"/>
                    <a:pt x="52" y="0"/>
                  </a:cubicBezTo>
                  <a:cubicBezTo>
                    <a:pt x="26" y="42"/>
                    <a:pt x="38" y="95"/>
                    <a:pt x="79" y="122"/>
                  </a:cubicBezTo>
                  <a:cubicBezTo>
                    <a:pt x="121" y="148"/>
                    <a:pt x="174" y="135"/>
                    <a:pt x="201" y="94"/>
                  </a:cubicBezTo>
                  <a:cubicBezTo>
                    <a:pt x="227" y="53"/>
                    <a:pt x="281" y="40"/>
                    <a:pt x="322" y="67"/>
                  </a:cubicBezTo>
                  <a:cubicBezTo>
                    <a:pt x="363" y="92"/>
                    <a:pt x="376" y="147"/>
                    <a:pt x="350" y="188"/>
                  </a:cubicBezTo>
                  <a:close/>
                </a:path>
              </a:pathLst>
            </a:custGeom>
            <a:solidFill>
              <a:srgbClr val="0072b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68" name="Freeform 299"/>
            <p:cNvSpPr/>
            <p:nvPr/>
          </p:nvSpPr>
          <p:spPr>
            <a:xfrm>
              <a:off x="1545120" y="5260680"/>
              <a:ext cx="80280" cy="106560"/>
            </a:xfrm>
            <a:custGeom>
              <a:avLst/>
              <a:gdLst>
                <a:gd name="textAreaLeft" fmla="*/ 0 w 80280"/>
                <a:gd name="textAreaRight" fmla="*/ 81720 w 80280"/>
                <a:gd name="textAreaTop" fmla="*/ 0 h 106560"/>
                <a:gd name="textAreaBottom" fmla="*/ 108000 h 10656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69" name="Freeform 300"/>
            <p:cNvSpPr/>
            <p:nvPr/>
          </p:nvSpPr>
          <p:spPr>
            <a:xfrm>
              <a:off x="1517040" y="527868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0" name="Freeform 301"/>
            <p:cNvSpPr/>
            <p:nvPr/>
          </p:nvSpPr>
          <p:spPr>
            <a:xfrm>
              <a:off x="1556640" y="533268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5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1" name="Freeform 302"/>
            <p:cNvSpPr/>
            <p:nvPr/>
          </p:nvSpPr>
          <p:spPr>
            <a:xfrm>
              <a:off x="1570680" y="524268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19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2" name="Freeform 303"/>
            <p:cNvSpPr/>
            <p:nvPr/>
          </p:nvSpPr>
          <p:spPr>
            <a:xfrm>
              <a:off x="1610280" y="529884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3" name="Freeform 304"/>
            <p:cNvSpPr/>
            <p:nvPr/>
          </p:nvSpPr>
          <p:spPr>
            <a:xfrm>
              <a:off x="1204200" y="5479200"/>
              <a:ext cx="80280" cy="106560"/>
            </a:xfrm>
            <a:custGeom>
              <a:avLst/>
              <a:gdLst>
                <a:gd name="textAreaLeft" fmla="*/ 0 w 80280"/>
                <a:gd name="textAreaRight" fmla="*/ 81720 w 80280"/>
                <a:gd name="textAreaTop" fmla="*/ 0 h 106560"/>
                <a:gd name="textAreaBottom" fmla="*/ 108000 h 10656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4" name="Freeform 305"/>
            <p:cNvSpPr/>
            <p:nvPr/>
          </p:nvSpPr>
          <p:spPr>
            <a:xfrm>
              <a:off x="1176120" y="549720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5" h="80">
                  <a:moveTo>
                    <a:pt x="0" y="13"/>
                  </a:moveTo>
                  <a:lnTo>
                    <a:pt x="20" y="0"/>
                  </a:lnTo>
                  <a:lnTo>
                    <a:pt x="65" y="67"/>
                  </a:lnTo>
                  <a:lnTo>
                    <a:pt x="45" y="8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5" name="Freeform 306"/>
            <p:cNvSpPr/>
            <p:nvPr/>
          </p:nvSpPr>
          <p:spPr>
            <a:xfrm>
              <a:off x="1215720" y="5553360"/>
              <a:ext cx="40680" cy="48240"/>
            </a:xfrm>
            <a:custGeom>
              <a:avLst/>
              <a:gdLst>
                <a:gd name="textAreaLeft" fmla="*/ 0 w 40680"/>
                <a:gd name="textAreaRight" fmla="*/ 42120 w 40680"/>
                <a:gd name="textAreaTop" fmla="*/ 0 h 48240"/>
                <a:gd name="textAreaBottom" fmla="*/ 49680 h 48240"/>
              </a:gdLst>
              <a:ahLst/>
              <a:rect l="textAreaLeft" t="textAreaTop" r="textAreaRight" b="textAreaBottom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4840" bIns="2484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6" name="Freeform 307"/>
            <p:cNvSpPr/>
            <p:nvPr/>
          </p:nvSpPr>
          <p:spPr>
            <a:xfrm>
              <a:off x="1148040" y="5513040"/>
              <a:ext cx="82440" cy="106560"/>
            </a:xfrm>
            <a:custGeom>
              <a:avLst/>
              <a:gdLst>
                <a:gd name="textAreaLeft" fmla="*/ 0 w 82440"/>
                <a:gd name="textAreaRight" fmla="*/ 83880 w 82440"/>
                <a:gd name="textAreaTop" fmla="*/ 0 h 106560"/>
                <a:gd name="textAreaBottom" fmla="*/ 108000 h 10656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4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7" name="Freeform 308"/>
            <p:cNvSpPr/>
            <p:nvPr/>
          </p:nvSpPr>
          <p:spPr>
            <a:xfrm>
              <a:off x="1204200" y="5278680"/>
              <a:ext cx="80280" cy="104400"/>
            </a:xfrm>
            <a:custGeom>
              <a:avLst/>
              <a:gdLst>
                <a:gd name="textAreaLeft" fmla="*/ 0 w 80280"/>
                <a:gd name="textAreaRight" fmla="*/ 81720 w 80280"/>
                <a:gd name="textAreaTop" fmla="*/ 0 h 104400"/>
                <a:gd name="textAreaBottom" fmla="*/ 105840 h 104400"/>
              </a:gdLst>
              <a:ahLst/>
              <a:rect l="textAreaLeft" t="textAreaTop" r="textAreaRight" b="textAreaBottom"/>
              <a:pathLst>
                <a:path w="123" h="166">
                  <a:moveTo>
                    <a:pt x="0" y="153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19" y="166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8" name="Freeform 309"/>
            <p:cNvSpPr/>
            <p:nvPr/>
          </p:nvSpPr>
          <p:spPr>
            <a:xfrm>
              <a:off x="1176120" y="5258520"/>
              <a:ext cx="80280" cy="106560"/>
            </a:xfrm>
            <a:custGeom>
              <a:avLst/>
              <a:gdLst>
                <a:gd name="textAreaLeft" fmla="*/ 0 w 80280"/>
                <a:gd name="textAreaRight" fmla="*/ 81720 w 80280"/>
                <a:gd name="textAreaTop" fmla="*/ 0 h 106560"/>
                <a:gd name="textAreaBottom" fmla="*/ 108000 h 10656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54"/>
                  </a:moveTo>
                  <a:lnTo>
                    <a:pt x="104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79" name="Freeform 310"/>
            <p:cNvSpPr/>
            <p:nvPr/>
          </p:nvSpPr>
          <p:spPr>
            <a:xfrm>
              <a:off x="1150560" y="5242680"/>
              <a:ext cx="80280" cy="106560"/>
            </a:xfrm>
            <a:custGeom>
              <a:avLst/>
              <a:gdLst>
                <a:gd name="textAreaLeft" fmla="*/ 0 w 80280"/>
                <a:gd name="textAreaRight" fmla="*/ 81720 w 80280"/>
                <a:gd name="textAreaTop" fmla="*/ 0 h 106560"/>
                <a:gd name="textAreaBottom" fmla="*/ 108000 h 10656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54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80" name="Freeform 311"/>
            <p:cNvSpPr/>
            <p:nvPr/>
          </p:nvSpPr>
          <p:spPr>
            <a:xfrm>
              <a:off x="1556640" y="547920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4" h="79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81" name="Freeform 312"/>
            <p:cNvSpPr/>
            <p:nvPr/>
          </p:nvSpPr>
          <p:spPr>
            <a:xfrm>
              <a:off x="1517040" y="553536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4" h="80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82" name="Freeform 313"/>
            <p:cNvSpPr/>
            <p:nvPr/>
          </p:nvSpPr>
          <p:spPr>
            <a:xfrm>
              <a:off x="1582200" y="549504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83" name="Freeform 314"/>
            <p:cNvSpPr/>
            <p:nvPr/>
          </p:nvSpPr>
          <p:spPr>
            <a:xfrm>
              <a:off x="1545120" y="5551200"/>
              <a:ext cx="40680" cy="50400"/>
            </a:xfrm>
            <a:custGeom>
              <a:avLst/>
              <a:gdLst>
                <a:gd name="textAreaLeft" fmla="*/ 0 w 40680"/>
                <a:gd name="textAreaRight" fmla="*/ 42120 w 4068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4" h="79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84" name="Freeform 315"/>
            <p:cNvSpPr/>
            <p:nvPr/>
          </p:nvSpPr>
          <p:spPr>
            <a:xfrm>
              <a:off x="1608120" y="551304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85" name="Freeform 316"/>
            <p:cNvSpPr/>
            <p:nvPr/>
          </p:nvSpPr>
          <p:spPr>
            <a:xfrm>
              <a:off x="1570680" y="5569200"/>
              <a:ext cx="42840" cy="50400"/>
            </a:xfrm>
            <a:custGeom>
              <a:avLst/>
              <a:gdLst>
                <a:gd name="textAreaLeft" fmla="*/ 0 w 42840"/>
                <a:gd name="textAreaRight" fmla="*/ 44280 w 42840"/>
                <a:gd name="textAreaTop" fmla="*/ 0 h 50400"/>
                <a:gd name="textAreaBottom" fmla="*/ 51840 h 50400"/>
              </a:gdLst>
              <a:ahLst/>
              <a:rect l="textAreaLeft" t="textAreaTop" r="textAreaRight" b="textAreaBottom"/>
              <a:pathLst>
                <a:path w="64" h="80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 type="sldNum" idx="19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0FE25B-1A95-495E-ADAB-D8E950C2313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91" name="PlaceHolder 6"/>
          <p:cNvSpPr>
            <a:spLocks noGrp="1"/>
          </p:cNvSpPr>
          <p:nvPr>
            <p:ph type="ftr" idx="20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92" name="자유형 6"/>
          <p:cNvSpPr/>
          <p:nvPr/>
        </p:nvSpPr>
        <p:spPr>
          <a:xfrm rot="5400000">
            <a:off x="3517920" y="2522880"/>
            <a:ext cx="1407960" cy="1404720"/>
          </a:xfrm>
          <a:custGeom>
            <a:avLst/>
            <a:gdLst>
              <a:gd name="textAreaLeft" fmla="*/ 0 w 1407960"/>
              <a:gd name="textAreaRight" fmla="*/ 1409400 w 1407960"/>
              <a:gd name="textAreaTop" fmla="*/ 0 h 1404720"/>
              <a:gd name="textAreaBottom" fmla="*/ 1406160 h 1404720"/>
            </a:gdLst>
            <a:ahLst/>
            <a:rect l="textAreaLeft" t="textAreaTop" r="textAreaRight" b="textAreaBottom"/>
            <a:pathLst>
              <a:path w="1561413" h="1561414">
                <a:moveTo>
                  <a:pt x="0" y="0"/>
                </a:moveTo>
                <a:lnTo>
                  <a:pt x="1561413" y="0"/>
                </a:lnTo>
                <a:lnTo>
                  <a:pt x="1561413" y="1561414"/>
                </a:lnTo>
                <a:lnTo>
                  <a:pt x="1422431" y="1554396"/>
                </a:lnTo>
                <a:cubicBezTo>
                  <a:pt x="676123" y="1478604"/>
                  <a:pt x="82809" y="885290"/>
                  <a:pt x="7018" y="13898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93" name="자유형 7"/>
          <p:cNvSpPr/>
          <p:nvPr/>
        </p:nvSpPr>
        <p:spPr>
          <a:xfrm rot="5400000">
            <a:off x="4975920" y="2522880"/>
            <a:ext cx="1407960" cy="1404720"/>
          </a:xfrm>
          <a:custGeom>
            <a:avLst/>
            <a:gdLst>
              <a:gd name="textAreaLeft" fmla="*/ 0 w 1407960"/>
              <a:gd name="textAreaRight" fmla="*/ 1409400 w 1407960"/>
              <a:gd name="textAreaTop" fmla="*/ 0 h 1404720"/>
              <a:gd name="textAreaBottom" fmla="*/ 1406160 h 1404720"/>
            </a:gdLst>
            <a:ahLst/>
            <a:rect l="textAreaLeft" t="textAreaTop" r="textAreaRight" b="textAreaBottom"/>
            <a:pathLst>
              <a:path w="1561413" h="1561414">
                <a:moveTo>
                  <a:pt x="0" y="1561414"/>
                </a:moveTo>
                <a:lnTo>
                  <a:pt x="7018" y="1422431"/>
                </a:lnTo>
                <a:cubicBezTo>
                  <a:pt x="82809" y="676124"/>
                  <a:pt x="676123" y="82810"/>
                  <a:pt x="1422431" y="7018"/>
                </a:cubicBezTo>
                <a:lnTo>
                  <a:pt x="1561413" y="0"/>
                </a:lnTo>
                <a:lnTo>
                  <a:pt x="1561413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94" name="자유형 8"/>
          <p:cNvSpPr/>
          <p:nvPr/>
        </p:nvSpPr>
        <p:spPr>
          <a:xfrm rot="5400000">
            <a:off x="3517920" y="3974400"/>
            <a:ext cx="1407960" cy="1404720"/>
          </a:xfrm>
          <a:custGeom>
            <a:avLst/>
            <a:gdLst>
              <a:gd name="textAreaLeft" fmla="*/ 0 w 1407960"/>
              <a:gd name="textAreaRight" fmla="*/ 1409400 w 1407960"/>
              <a:gd name="textAreaTop" fmla="*/ 0 h 1404720"/>
              <a:gd name="textAreaBottom" fmla="*/ 1406160 h 1404720"/>
            </a:gdLst>
            <a:ahLst/>
            <a:rect l="textAreaLeft" t="textAreaTop" r="textAreaRight" b="textAreaBottom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561415" y="0"/>
                </a:lnTo>
                <a:lnTo>
                  <a:pt x="1554397" y="138983"/>
                </a:lnTo>
                <a:cubicBezTo>
                  <a:pt x="1478605" y="885290"/>
                  <a:pt x="885291" y="1478604"/>
                  <a:pt x="138984" y="1554396"/>
                </a:cubicBezTo>
                <a:lnTo>
                  <a:pt x="0" y="156141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95" name="자유형 9"/>
          <p:cNvSpPr/>
          <p:nvPr/>
        </p:nvSpPr>
        <p:spPr>
          <a:xfrm rot="5400000">
            <a:off x="4975920" y="3974400"/>
            <a:ext cx="1407960" cy="1404720"/>
          </a:xfrm>
          <a:custGeom>
            <a:avLst/>
            <a:gdLst>
              <a:gd name="textAreaLeft" fmla="*/ 0 w 1407960"/>
              <a:gd name="textAreaRight" fmla="*/ 1409400 w 1407960"/>
              <a:gd name="textAreaTop" fmla="*/ 0 h 1404720"/>
              <a:gd name="textAreaBottom" fmla="*/ 1406160 h 1404720"/>
            </a:gdLst>
            <a:ahLst/>
            <a:rect l="textAreaLeft" t="textAreaTop" r="textAreaRight" b="textAreaBottom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38984" y="7018"/>
                </a:lnTo>
                <a:cubicBezTo>
                  <a:pt x="885291" y="82810"/>
                  <a:pt x="1478605" y="676124"/>
                  <a:pt x="1554397" y="1422431"/>
                </a:cubicBezTo>
                <a:lnTo>
                  <a:pt x="1561415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96" name="원형 화살표 10"/>
          <p:cNvSpPr/>
          <p:nvPr/>
        </p:nvSpPr>
        <p:spPr>
          <a:xfrm>
            <a:off x="4624560" y="3540240"/>
            <a:ext cx="655200" cy="65520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97" name="원형 화살표 11"/>
          <p:cNvSpPr/>
          <p:nvPr/>
        </p:nvSpPr>
        <p:spPr>
          <a:xfrm rot="10971600">
            <a:off x="4637520" y="3703320"/>
            <a:ext cx="655200" cy="65520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98" name="타원 12"/>
          <p:cNvSpPr/>
          <p:nvPr/>
        </p:nvSpPr>
        <p:spPr>
          <a:xfrm>
            <a:off x="1117440" y="2326680"/>
            <a:ext cx="611640" cy="6116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299" name="Group 25"/>
          <p:cNvGrpSpPr/>
          <p:nvPr/>
        </p:nvGrpSpPr>
        <p:grpSpPr>
          <a:xfrm>
            <a:off x="1730520" y="2374200"/>
            <a:ext cx="2186280" cy="577800"/>
            <a:chOff x="1730520" y="2374200"/>
            <a:chExt cx="2186280" cy="577800"/>
          </a:xfrm>
        </p:grpSpPr>
        <p:sp>
          <p:nvSpPr>
            <p:cNvPr id="300" name="TextBox 14"/>
            <p:cNvSpPr/>
            <p:nvPr/>
          </p:nvSpPr>
          <p:spPr>
            <a:xfrm>
              <a:off x="1730520" y="2570040"/>
              <a:ext cx="21862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301" name="TextBox 15"/>
            <p:cNvSpPr/>
            <p:nvPr/>
          </p:nvSpPr>
          <p:spPr>
            <a:xfrm>
              <a:off x="1730520" y="2374200"/>
              <a:ext cx="21862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302" name="직선 연결선 16"/>
          <p:cNvCxnSpPr/>
          <p:nvPr/>
        </p:nvCxnSpPr>
        <p:spPr>
          <a:xfrm>
            <a:off x="1730160" y="2945160"/>
            <a:ext cx="2189160" cy="144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303" name="TextBox 17"/>
          <p:cNvSpPr/>
          <p:nvPr/>
        </p:nvSpPr>
        <p:spPr>
          <a:xfrm>
            <a:off x="1741320" y="3018600"/>
            <a:ext cx="15962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4" name="타원 19"/>
          <p:cNvSpPr/>
          <p:nvPr/>
        </p:nvSpPr>
        <p:spPr>
          <a:xfrm>
            <a:off x="1117440" y="4338000"/>
            <a:ext cx="611640" cy="611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305" name="직선 연결선 23"/>
          <p:cNvCxnSpPr/>
          <p:nvPr/>
        </p:nvCxnSpPr>
        <p:spPr>
          <a:xfrm>
            <a:off x="1730160" y="4956840"/>
            <a:ext cx="2189160" cy="144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306" name="타원 26"/>
          <p:cNvSpPr/>
          <p:nvPr/>
        </p:nvSpPr>
        <p:spPr>
          <a:xfrm>
            <a:off x="8170560" y="4338000"/>
            <a:ext cx="611640" cy="61164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307" name="직선 연결선 30"/>
          <p:cNvCxnSpPr/>
          <p:nvPr/>
        </p:nvCxnSpPr>
        <p:spPr>
          <a:xfrm>
            <a:off x="5982840" y="4947840"/>
            <a:ext cx="2188800" cy="144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308" name="타원 33"/>
          <p:cNvSpPr/>
          <p:nvPr/>
        </p:nvSpPr>
        <p:spPr>
          <a:xfrm>
            <a:off x="8170560" y="2329920"/>
            <a:ext cx="611640" cy="6116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309" name="Group 25"/>
          <p:cNvGrpSpPr/>
          <p:nvPr/>
        </p:nvGrpSpPr>
        <p:grpSpPr>
          <a:xfrm>
            <a:off x="5982840" y="2377440"/>
            <a:ext cx="2035800" cy="577800"/>
            <a:chOff x="5982840" y="2377440"/>
            <a:chExt cx="2035800" cy="577800"/>
          </a:xfrm>
        </p:grpSpPr>
        <p:sp>
          <p:nvSpPr>
            <p:cNvPr id="310" name="TextBox 35"/>
            <p:cNvSpPr/>
            <p:nvPr/>
          </p:nvSpPr>
          <p:spPr>
            <a:xfrm>
              <a:off x="5982840" y="2573280"/>
              <a:ext cx="203580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311" name="TextBox 36"/>
            <p:cNvSpPr/>
            <p:nvPr/>
          </p:nvSpPr>
          <p:spPr>
            <a:xfrm>
              <a:off x="5982840" y="2377440"/>
              <a:ext cx="20358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312" name="직선 연결선 37"/>
          <p:cNvCxnSpPr/>
          <p:nvPr/>
        </p:nvCxnSpPr>
        <p:spPr>
          <a:xfrm>
            <a:off x="5982840" y="2948400"/>
            <a:ext cx="2188800" cy="144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313" name="TextBox 38"/>
          <p:cNvSpPr/>
          <p:nvPr/>
        </p:nvSpPr>
        <p:spPr>
          <a:xfrm>
            <a:off x="6232320" y="2986920"/>
            <a:ext cx="1786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314" name="Group 25"/>
          <p:cNvGrpSpPr/>
          <p:nvPr/>
        </p:nvGrpSpPr>
        <p:grpSpPr>
          <a:xfrm>
            <a:off x="1730520" y="4390920"/>
            <a:ext cx="2186280" cy="577440"/>
            <a:chOff x="1730520" y="4390920"/>
            <a:chExt cx="2186280" cy="577440"/>
          </a:xfrm>
        </p:grpSpPr>
        <p:sp>
          <p:nvSpPr>
            <p:cNvPr id="315" name="TextBox 41"/>
            <p:cNvSpPr/>
            <p:nvPr/>
          </p:nvSpPr>
          <p:spPr>
            <a:xfrm>
              <a:off x="1730520" y="4586400"/>
              <a:ext cx="218628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316" name="TextBox 42"/>
            <p:cNvSpPr/>
            <p:nvPr/>
          </p:nvSpPr>
          <p:spPr>
            <a:xfrm>
              <a:off x="1730520" y="4390920"/>
              <a:ext cx="218628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317" name="TextBox 43"/>
          <p:cNvSpPr/>
          <p:nvPr/>
        </p:nvSpPr>
        <p:spPr>
          <a:xfrm>
            <a:off x="1741320" y="5034960"/>
            <a:ext cx="15962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318" name="Group 25"/>
          <p:cNvGrpSpPr/>
          <p:nvPr/>
        </p:nvGrpSpPr>
        <p:grpSpPr>
          <a:xfrm>
            <a:off x="5982840" y="4394160"/>
            <a:ext cx="2035800" cy="577800"/>
            <a:chOff x="5982840" y="4394160"/>
            <a:chExt cx="2035800" cy="577800"/>
          </a:xfrm>
        </p:grpSpPr>
        <p:sp>
          <p:nvSpPr>
            <p:cNvPr id="319" name="TextBox 45"/>
            <p:cNvSpPr/>
            <p:nvPr/>
          </p:nvSpPr>
          <p:spPr>
            <a:xfrm>
              <a:off x="5982840" y="4590000"/>
              <a:ext cx="203580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320" name="TextBox 46"/>
            <p:cNvSpPr/>
            <p:nvPr/>
          </p:nvSpPr>
          <p:spPr>
            <a:xfrm>
              <a:off x="5982840" y="4394160"/>
              <a:ext cx="20358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321" name="TextBox 47"/>
          <p:cNvSpPr/>
          <p:nvPr/>
        </p:nvSpPr>
        <p:spPr>
          <a:xfrm>
            <a:off x="6232320" y="5003640"/>
            <a:ext cx="17863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6" name="PlaceHolder 5"/>
          <p:cNvSpPr>
            <a:spLocks noGrp="1"/>
          </p:cNvSpPr>
          <p:nvPr>
            <p:ph type="sldNum" idx="21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17DFD1-047C-454A-A90D-DFC092C6915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7" name="PlaceHolder 6"/>
          <p:cNvSpPr>
            <a:spLocks noGrp="1"/>
          </p:cNvSpPr>
          <p:nvPr>
            <p:ph type="ftr" idx="22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28" name="Oval 8"/>
          <p:cNvSpPr/>
          <p:nvPr/>
        </p:nvSpPr>
        <p:spPr>
          <a:xfrm>
            <a:off x="3092040" y="1857240"/>
            <a:ext cx="3715200" cy="360072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329" name="Oval 9"/>
          <p:cNvSpPr/>
          <p:nvPr/>
        </p:nvSpPr>
        <p:spPr>
          <a:xfrm>
            <a:off x="3507840" y="2260440"/>
            <a:ext cx="2881800" cy="2792520"/>
          </a:xfrm>
          <a:prstGeom prst="ellipse">
            <a:avLst/>
          </a:prstGeom>
          <a:solidFill>
            <a:schemeClr val="accent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330" name="Oval 10"/>
          <p:cNvSpPr/>
          <p:nvPr/>
        </p:nvSpPr>
        <p:spPr>
          <a:xfrm>
            <a:off x="3966480" y="2706480"/>
            <a:ext cx="1964880" cy="19018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331" name="Oval 11"/>
          <p:cNvSpPr/>
          <p:nvPr/>
        </p:nvSpPr>
        <p:spPr>
          <a:xfrm>
            <a:off x="4413240" y="3139920"/>
            <a:ext cx="1071000" cy="103356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332" name="Rectangle 12"/>
          <p:cNvSpPr/>
          <p:nvPr/>
        </p:nvSpPr>
        <p:spPr>
          <a:xfrm>
            <a:off x="4469760" y="2298600"/>
            <a:ext cx="959760" cy="4240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3" name="Rectangle 21"/>
          <p:cNvSpPr/>
          <p:nvPr/>
        </p:nvSpPr>
        <p:spPr>
          <a:xfrm>
            <a:off x="4453200" y="3462120"/>
            <a:ext cx="1006920" cy="422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4" name="Rectangle 22"/>
          <p:cNvSpPr/>
          <p:nvPr/>
        </p:nvSpPr>
        <p:spPr>
          <a:xfrm>
            <a:off x="4442760" y="2733480"/>
            <a:ext cx="1011960" cy="420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5" name="Rectangle 23"/>
          <p:cNvSpPr/>
          <p:nvPr/>
        </p:nvSpPr>
        <p:spPr>
          <a:xfrm>
            <a:off x="4330800" y="1851840"/>
            <a:ext cx="1238040" cy="420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6" name="Rectangle 6"/>
          <p:cNvSpPr/>
          <p:nvPr/>
        </p:nvSpPr>
        <p:spPr>
          <a:xfrm>
            <a:off x="838800" y="5629320"/>
            <a:ext cx="8220240" cy="5065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7" name="Line 13"/>
          <p:cNvSpPr/>
          <p:nvPr/>
        </p:nvSpPr>
        <p:spPr>
          <a:xfrm flipV="1">
            <a:off x="2861640" y="4302360"/>
            <a:ext cx="457200" cy="37944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338" name="Line 14"/>
          <p:cNvSpPr/>
          <p:nvPr/>
        </p:nvSpPr>
        <p:spPr>
          <a:xfrm flipH="1" flipV="1">
            <a:off x="6073560" y="4012920"/>
            <a:ext cx="933480" cy="60480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339" name="Rectangle 16"/>
          <p:cNvSpPr/>
          <p:nvPr/>
        </p:nvSpPr>
        <p:spPr>
          <a:xfrm>
            <a:off x="7007400" y="4127760"/>
            <a:ext cx="2107800" cy="90936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0" name="Line 17"/>
          <p:cNvSpPr/>
          <p:nvPr/>
        </p:nvSpPr>
        <p:spPr>
          <a:xfrm>
            <a:off x="2900160" y="2455560"/>
            <a:ext cx="1648800" cy="94680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341" name="Line 18"/>
          <p:cNvSpPr/>
          <p:nvPr/>
        </p:nvSpPr>
        <p:spPr>
          <a:xfrm flipH="1">
            <a:off x="5614920" y="2455560"/>
            <a:ext cx="1392120" cy="90792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342" name="Rectangle 15"/>
          <p:cNvSpPr/>
          <p:nvPr/>
        </p:nvSpPr>
        <p:spPr>
          <a:xfrm>
            <a:off x="793800" y="4127760"/>
            <a:ext cx="2107800" cy="909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3" name="Rectangle 19"/>
          <p:cNvSpPr/>
          <p:nvPr/>
        </p:nvSpPr>
        <p:spPr>
          <a:xfrm>
            <a:off x="793800" y="1850760"/>
            <a:ext cx="2105280" cy="9532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4" name="Rectangle 20"/>
          <p:cNvSpPr/>
          <p:nvPr/>
        </p:nvSpPr>
        <p:spPr>
          <a:xfrm>
            <a:off x="7015320" y="1850760"/>
            <a:ext cx="2107800" cy="957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sldNum" idx="23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47F11C-3022-481B-A46B-FF7885F058E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ftr" idx="24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350" name="그룹 38"/>
          <p:cNvGrpSpPr/>
          <p:nvPr/>
        </p:nvGrpSpPr>
        <p:grpSpPr>
          <a:xfrm>
            <a:off x="3981600" y="2597040"/>
            <a:ext cx="1904760" cy="2269080"/>
            <a:chOff x="3981600" y="2597040"/>
            <a:chExt cx="1904760" cy="2269080"/>
          </a:xfrm>
        </p:grpSpPr>
        <p:cxnSp>
          <p:nvCxnSpPr>
            <p:cNvPr id="351" name="직선 연결선 45"/>
            <p:cNvCxnSpPr/>
            <p:nvPr/>
          </p:nvCxnSpPr>
          <p:spPr>
            <a:xfrm flipH="1">
              <a:off x="3981600" y="3695760"/>
              <a:ext cx="1905120" cy="144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352" name="직선 연결선 46"/>
            <p:cNvCxnSpPr/>
            <p:nvPr/>
          </p:nvCxnSpPr>
          <p:spPr>
            <a:xfrm>
              <a:off x="3981600" y="2597040"/>
              <a:ext cx="1440" cy="226944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353" name="직선 연결선 47"/>
            <p:cNvCxnSpPr/>
            <p:nvPr/>
          </p:nvCxnSpPr>
          <p:spPr>
            <a:xfrm>
              <a:off x="5885280" y="2597040"/>
              <a:ext cx="1440" cy="226944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grpSp>
        <p:nvGrpSpPr>
          <p:cNvPr id="354" name="그룹 39"/>
          <p:cNvGrpSpPr/>
          <p:nvPr/>
        </p:nvGrpSpPr>
        <p:grpSpPr>
          <a:xfrm>
            <a:off x="3612960" y="2606760"/>
            <a:ext cx="375480" cy="2253960"/>
            <a:chOff x="3612960" y="2606760"/>
            <a:chExt cx="375480" cy="2253960"/>
          </a:xfrm>
        </p:grpSpPr>
        <p:cxnSp>
          <p:nvCxnSpPr>
            <p:cNvPr id="355" name="직선 연결선 43"/>
            <p:cNvCxnSpPr/>
            <p:nvPr/>
          </p:nvCxnSpPr>
          <p:spPr>
            <a:xfrm flipH="1">
              <a:off x="3612960" y="2606760"/>
              <a:ext cx="375840" cy="144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356" name="직선 연결선 44"/>
            <p:cNvCxnSpPr/>
            <p:nvPr/>
          </p:nvCxnSpPr>
          <p:spPr>
            <a:xfrm flipH="1">
              <a:off x="3612960" y="4859640"/>
              <a:ext cx="375840" cy="144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grpSp>
        <p:nvGrpSpPr>
          <p:cNvPr id="357" name="그룹 40"/>
          <p:cNvGrpSpPr/>
          <p:nvPr/>
        </p:nvGrpSpPr>
        <p:grpSpPr>
          <a:xfrm>
            <a:off x="5870520" y="2606760"/>
            <a:ext cx="375480" cy="2253960"/>
            <a:chOff x="5870520" y="2606760"/>
            <a:chExt cx="375480" cy="2253960"/>
          </a:xfrm>
        </p:grpSpPr>
        <p:cxnSp>
          <p:nvCxnSpPr>
            <p:cNvPr id="358" name="직선 연결선 41"/>
            <p:cNvCxnSpPr/>
            <p:nvPr/>
          </p:nvCxnSpPr>
          <p:spPr>
            <a:xfrm flipH="1">
              <a:off x="5870520" y="2606760"/>
              <a:ext cx="375840" cy="144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359" name="직선 연결선 42"/>
            <p:cNvCxnSpPr/>
            <p:nvPr/>
          </p:nvCxnSpPr>
          <p:spPr>
            <a:xfrm flipH="1">
              <a:off x="5870520" y="4859640"/>
              <a:ext cx="375840" cy="144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grpSp>
        <p:nvGrpSpPr>
          <p:cNvPr id="360" name="그룹 35"/>
          <p:cNvGrpSpPr/>
          <p:nvPr/>
        </p:nvGrpSpPr>
        <p:grpSpPr>
          <a:xfrm>
            <a:off x="4339440" y="3074040"/>
            <a:ext cx="1186560" cy="1186560"/>
            <a:chOff x="4339440" y="3074040"/>
            <a:chExt cx="1186560" cy="1186560"/>
          </a:xfrm>
        </p:grpSpPr>
        <p:sp>
          <p:nvSpPr>
            <p:cNvPr id="361" name="타원 36"/>
            <p:cNvSpPr/>
            <p:nvPr/>
          </p:nvSpPr>
          <p:spPr>
            <a:xfrm>
              <a:off x="4339440" y="3074040"/>
              <a:ext cx="1186560" cy="118656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8da5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296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2" name="직사각형 37"/>
            <p:cNvSpPr/>
            <p:nvPr/>
          </p:nvSpPr>
          <p:spPr>
            <a:xfrm>
              <a:off x="4357440" y="3501360"/>
              <a:ext cx="115056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296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제목</a:t>
              </a:r>
              <a:endParaRPr b="0" lang="en-US" sz="16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363" name="그룹 6"/>
          <p:cNvGrpSpPr/>
          <p:nvPr/>
        </p:nvGrpSpPr>
        <p:grpSpPr>
          <a:xfrm>
            <a:off x="995760" y="1819440"/>
            <a:ext cx="2626560" cy="1626480"/>
            <a:chOff x="995760" y="1819440"/>
            <a:chExt cx="2626560" cy="1626480"/>
          </a:xfrm>
        </p:grpSpPr>
        <p:grpSp>
          <p:nvGrpSpPr>
            <p:cNvPr id="364" name="그룹 28"/>
            <p:cNvGrpSpPr/>
            <p:nvPr/>
          </p:nvGrpSpPr>
          <p:grpSpPr>
            <a:xfrm>
              <a:off x="995760" y="1819440"/>
              <a:ext cx="2626560" cy="1626480"/>
              <a:chOff x="995760" y="1819440"/>
              <a:chExt cx="2626560" cy="1626480"/>
            </a:xfrm>
          </p:grpSpPr>
          <p:grpSp>
            <p:nvGrpSpPr>
              <p:cNvPr id="365" name="그룹 30"/>
              <p:cNvGrpSpPr/>
              <p:nvPr/>
            </p:nvGrpSpPr>
            <p:grpSpPr>
              <a:xfrm>
                <a:off x="995760" y="1819440"/>
                <a:ext cx="2626560" cy="1626480"/>
                <a:chOff x="995760" y="1819440"/>
                <a:chExt cx="2626560" cy="1626480"/>
              </a:xfrm>
            </p:grpSpPr>
            <p:sp>
              <p:nvSpPr>
                <p:cNvPr id="366" name="직사각형 32"/>
                <p:cNvSpPr/>
                <p:nvPr/>
              </p:nvSpPr>
              <p:spPr>
                <a:xfrm>
                  <a:off x="995760" y="1819440"/>
                  <a:ext cx="2626560" cy="43056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367" name="직사각형 33"/>
                <p:cNvSpPr/>
                <p:nvPr/>
              </p:nvSpPr>
              <p:spPr>
                <a:xfrm>
                  <a:off x="995760" y="2259360"/>
                  <a:ext cx="2626560" cy="11865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368" name="직사각형 31"/>
              <p:cNvSpPr/>
              <p:nvPr/>
            </p:nvSpPr>
            <p:spPr>
              <a:xfrm>
                <a:off x="1175760" y="1868760"/>
                <a:ext cx="226656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sp>
          <p:nvSpPr>
            <p:cNvPr id="369" name="직사각형 29"/>
            <p:cNvSpPr/>
            <p:nvPr/>
          </p:nvSpPr>
          <p:spPr>
            <a:xfrm>
              <a:off x="1001160" y="2326680"/>
              <a:ext cx="261612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370" name="그룹 7"/>
          <p:cNvGrpSpPr/>
          <p:nvPr/>
        </p:nvGrpSpPr>
        <p:grpSpPr>
          <a:xfrm>
            <a:off x="6234480" y="1819440"/>
            <a:ext cx="2635560" cy="1626480"/>
            <a:chOff x="6234480" y="1819440"/>
            <a:chExt cx="2635560" cy="1626480"/>
          </a:xfrm>
        </p:grpSpPr>
        <p:grpSp>
          <p:nvGrpSpPr>
            <p:cNvPr id="371" name="그룹 22"/>
            <p:cNvGrpSpPr/>
            <p:nvPr/>
          </p:nvGrpSpPr>
          <p:grpSpPr>
            <a:xfrm>
              <a:off x="6243480" y="1819440"/>
              <a:ext cx="2626560" cy="1626480"/>
              <a:chOff x="6243480" y="1819440"/>
              <a:chExt cx="2626560" cy="1626480"/>
            </a:xfrm>
          </p:grpSpPr>
          <p:grpSp>
            <p:nvGrpSpPr>
              <p:cNvPr id="372" name="그룹 24"/>
              <p:cNvGrpSpPr/>
              <p:nvPr/>
            </p:nvGrpSpPr>
            <p:grpSpPr>
              <a:xfrm>
                <a:off x="6243480" y="1819440"/>
                <a:ext cx="2626560" cy="1626480"/>
                <a:chOff x="6243480" y="1819440"/>
                <a:chExt cx="2626560" cy="1626480"/>
              </a:xfrm>
            </p:grpSpPr>
            <p:sp>
              <p:nvSpPr>
                <p:cNvPr id="373" name="직사각형 26"/>
                <p:cNvSpPr/>
                <p:nvPr/>
              </p:nvSpPr>
              <p:spPr>
                <a:xfrm>
                  <a:off x="6243480" y="1819440"/>
                  <a:ext cx="2626560" cy="43056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374" name="직사각형 27"/>
                <p:cNvSpPr/>
                <p:nvPr/>
              </p:nvSpPr>
              <p:spPr>
                <a:xfrm>
                  <a:off x="6243480" y="2259360"/>
                  <a:ext cx="2626560" cy="11865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375" name="직사각형 25"/>
              <p:cNvSpPr/>
              <p:nvPr/>
            </p:nvSpPr>
            <p:spPr>
              <a:xfrm>
                <a:off x="6423480" y="1868760"/>
                <a:ext cx="226656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sp>
          <p:nvSpPr>
            <p:cNvPr id="376" name="직사각형 23"/>
            <p:cNvSpPr/>
            <p:nvPr/>
          </p:nvSpPr>
          <p:spPr>
            <a:xfrm>
              <a:off x="6234480" y="2326680"/>
              <a:ext cx="261612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377" name="그룹 8"/>
          <p:cNvGrpSpPr/>
          <p:nvPr/>
        </p:nvGrpSpPr>
        <p:grpSpPr>
          <a:xfrm>
            <a:off x="995760" y="4218480"/>
            <a:ext cx="2626560" cy="1626480"/>
            <a:chOff x="995760" y="4218480"/>
            <a:chExt cx="2626560" cy="1626480"/>
          </a:xfrm>
        </p:grpSpPr>
        <p:grpSp>
          <p:nvGrpSpPr>
            <p:cNvPr id="378" name="그룹 16"/>
            <p:cNvGrpSpPr/>
            <p:nvPr/>
          </p:nvGrpSpPr>
          <p:grpSpPr>
            <a:xfrm>
              <a:off x="995760" y="4218480"/>
              <a:ext cx="2626560" cy="1626480"/>
              <a:chOff x="995760" y="4218480"/>
              <a:chExt cx="2626560" cy="1626480"/>
            </a:xfrm>
          </p:grpSpPr>
          <p:grpSp>
            <p:nvGrpSpPr>
              <p:cNvPr id="379" name="그룹 18"/>
              <p:cNvGrpSpPr/>
              <p:nvPr/>
            </p:nvGrpSpPr>
            <p:grpSpPr>
              <a:xfrm>
                <a:off x="995760" y="4218480"/>
                <a:ext cx="2626560" cy="1626480"/>
                <a:chOff x="995760" y="4218480"/>
                <a:chExt cx="2626560" cy="1626480"/>
              </a:xfrm>
            </p:grpSpPr>
            <p:sp>
              <p:nvSpPr>
                <p:cNvPr id="380" name="직사각형 20"/>
                <p:cNvSpPr/>
                <p:nvPr/>
              </p:nvSpPr>
              <p:spPr>
                <a:xfrm>
                  <a:off x="995760" y="4218480"/>
                  <a:ext cx="2626560" cy="43056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381" name="직사각형 21"/>
                <p:cNvSpPr/>
                <p:nvPr/>
              </p:nvSpPr>
              <p:spPr>
                <a:xfrm>
                  <a:off x="995760" y="4658400"/>
                  <a:ext cx="2626560" cy="11865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382" name="직사각형 19"/>
              <p:cNvSpPr/>
              <p:nvPr/>
            </p:nvSpPr>
            <p:spPr>
              <a:xfrm>
                <a:off x="1175760" y="4267800"/>
                <a:ext cx="226656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sp>
          <p:nvSpPr>
            <p:cNvPr id="383" name="직사각형 17"/>
            <p:cNvSpPr/>
            <p:nvPr/>
          </p:nvSpPr>
          <p:spPr>
            <a:xfrm>
              <a:off x="1001160" y="4721400"/>
              <a:ext cx="261612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384" name="그룹 9"/>
          <p:cNvGrpSpPr/>
          <p:nvPr/>
        </p:nvGrpSpPr>
        <p:grpSpPr>
          <a:xfrm>
            <a:off x="6234480" y="4218480"/>
            <a:ext cx="2635560" cy="1626480"/>
            <a:chOff x="6234480" y="4218480"/>
            <a:chExt cx="2635560" cy="1626480"/>
          </a:xfrm>
        </p:grpSpPr>
        <p:grpSp>
          <p:nvGrpSpPr>
            <p:cNvPr id="385" name="그룹 10"/>
            <p:cNvGrpSpPr/>
            <p:nvPr/>
          </p:nvGrpSpPr>
          <p:grpSpPr>
            <a:xfrm>
              <a:off x="6243480" y="4218480"/>
              <a:ext cx="2626560" cy="1626480"/>
              <a:chOff x="6243480" y="4218480"/>
              <a:chExt cx="2626560" cy="1626480"/>
            </a:xfrm>
          </p:grpSpPr>
          <p:grpSp>
            <p:nvGrpSpPr>
              <p:cNvPr id="386" name="그룹 12"/>
              <p:cNvGrpSpPr/>
              <p:nvPr/>
            </p:nvGrpSpPr>
            <p:grpSpPr>
              <a:xfrm>
                <a:off x="6243480" y="4218480"/>
                <a:ext cx="2626560" cy="1626480"/>
                <a:chOff x="6243480" y="4218480"/>
                <a:chExt cx="2626560" cy="1626480"/>
              </a:xfrm>
            </p:grpSpPr>
            <p:sp>
              <p:nvSpPr>
                <p:cNvPr id="387" name="직사각형 14"/>
                <p:cNvSpPr/>
                <p:nvPr/>
              </p:nvSpPr>
              <p:spPr>
                <a:xfrm>
                  <a:off x="6243480" y="4218480"/>
                  <a:ext cx="2626560" cy="43056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388" name="직사각형 15"/>
                <p:cNvSpPr/>
                <p:nvPr/>
              </p:nvSpPr>
              <p:spPr>
                <a:xfrm>
                  <a:off x="6243480" y="4658400"/>
                  <a:ext cx="2626560" cy="11865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pc="-1" strike="noStrike">
                    <a:solidFill>
                      <a:srgbClr val="262626"/>
                    </a:solidFill>
                    <a:latin typeface="본고딕 Normal"/>
                    <a:ea typeface="본고딕 Normal"/>
                  </a:endParaRPr>
                </a:p>
              </p:txBody>
            </p:sp>
          </p:grpSp>
          <p:sp>
            <p:nvSpPr>
              <p:cNvPr id="389" name="직사각형 13"/>
              <p:cNvSpPr/>
              <p:nvPr/>
            </p:nvSpPr>
            <p:spPr>
              <a:xfrm>
                <a:off x="6423480" y="4267800"/>
                <a:ext cx="2266560" cy="333000"/>
              </a:xfrm>
              <a:prstGeom prst="rect">
                <a:avLst/>
              </a:prstGeom>
              <a:noFill/>
              <a:ln w="0">
                <a:solidFill>
                  <a:srgbClr val="8da5bd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sp>
          <p:nvSpPr>
            <p:cNvPr id="390" name="직사각형 11"/>
            <p:cNvSpPr/>
            <p:nvPr/>
          </p:nvSpPr>
          <p:spPr>
            <a:xfrm>
              <a:off x="6234480" y="4721400"/>
              <a:ext cx="261612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5" name="PlaceHolder 5"/>
          <p:cNvSpPr>
            <a:spLocks noGrp="1"/>
          </p:cNvSpPr>
          <p:nvPr>
            <p:ph type="sldNum" idx="25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914C418-A26E-4E48-85B7-1315FAB5A1B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96" name="PlaceHolder 6"/>
          <p:cNvSpPr>
            <a:spLocks noGrp="1"/>
          </p:cNvSpPr>
          <p:nvPr>
            <p:ph type="ftr" idx="26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397" name="Group 1"/>
          <p:cNvGrpSpPr/>
          <p:nvPr/>
        </p:nvGrpSpPr>
        <p:grpSpPr>
          <a:xfrm>
            <a:off x="1161360" y="2466000"/>
            <a:ext cx="7581600" cy="3245400"/>
            <a:chOff x="1161360" y="2466000"/>
            <a:chExt cx="7581600" cy="3245400"/>
          </a:xfrm>
        </p:grpSpPr>
        <p:sp>
          <p:nvSpPr>
            <p:cNvPr id="398" name="Rounded Rectangle 54"/>
            <p:cNvSpPr/>
            <p:nvPr/>
          </p:nvSpPr>
          <p:spPr>
            <a:xfrm>
              <a:off x="2094480" y="2786040"/>
              <a:ext cx="5792760" cy="2624040"/>
            </a:xfrm>
            <a:prstGeom prst="roundRect">
              <a:avLst>
                <a:gd name="adj" fmla="val 3324"/>
              </a:avLst>
            </a:prstGeom>
            <a:noFill/>
            <a:ln w="25400">
              <a:solidFill>
                <a:srgbClr val="b6b6b6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399" name="Rounded Rectangle 54"/>
            <p:cNvSpPr/>
            <p:nvPr/>
          </p:nvSpPr>
          <p:spPr>
            <a:xfrm>
              <a:off x="2177640" y="4005720"/>
              <a:ext cx="5621760" cy="160560"/>
            </a:xfrm>
            <a:prstGeom prst="roundRect">
              <a:avLst>
                <a:gd name="adj" fmla="val 1963"/>
              </a:avLst>
            </a:prstGeom>
            <a:solidFill>
              <a:schemeClr val="tx1">
                <a:lumMod val="10000"/>
                <a:lumOff val="90000"/>
              </a:schemeClr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00" name="Rounded Rectangle 54"/>
            <p:cNvSpPr/>
            <p:nvPr/>
          </p:nvSpPr>
          <p:spPr>
            <a:xfrm>
              <a:off x="4009320" y="3422160"/>
              <a:ext cx="1886400" cy="1317600"/>
            </a:xfrm>
            <a:prstGeom prst="roundRect">
              <a:avLst>
                <a:gd name="adj" fmla="val 3231"/>
              </a:avLst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01" name="TextBox 46"/>
            <p:cNvSpPr/>
            <p:nvPr/>
          </p:nvSpPr>
          <p:spPr>
            <a:xfrm>
              <a:off x="4143600" y="3518640"/>
              <a:ext cx="1617120" cy="110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입력하세요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402" name="Rounded Rectangle 54"/>
            <p:cNvSpPr/>
            <p:nvPr/>
          </p:nvSpPr>
          <p:spPr>
            <a:xfrm>
              <a:off x="4009320" y="2466000"/>
              <a:ext cx="1886400" cy="66636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03" name="TextBox 46"/>
            <p:cNvSpPr/>
            <p:nvPr/>
          </p:nvSpPr>
          <p:spPr>
            <a:xfrm>
              <a:off x="3980880" y="2646000"/>
              <a:ext cx="19144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Potential entrants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404" name="Rounded Rectangle 54"/>
            <p:cNvSpPr/>
            <p:nvPr/>
          </p:nvSpPr>
          <p:spPr>
            <a:xfrm>
              <a:off x="4009320" y="5045040"/>
              <a:ext cx="1886400" cy="66636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05" name="TextBox 50"/>
            <p:cNvSpPr/>
            <p:nvPr/>
          </p:nvSpPr>
          <p:spPr>
            <a:xfrm>
              <a:off x="4279320" y="5225040"/>
              <a:ext cx="1346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Substitutes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406" name="Rounded Rectangle 54"/>
            <p:cNvSpPr/>
            <p:nvPr/>
          </p:nvSpPr>
          <p:spPr>
            <a:xfrm>
              <a:off x="1161360" y="3739320"/>
              <a:ext cx="1885320" cy="66636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07" name="TextBox 53"/>
            <p:cNvSpPr/>
            <p:nvPr/>
          </p:nvSpPr>
          <p:spPr>
            <a:xfrm>
              <a:off x="1473120" y="3919320"/>
              <a:ext cx="12621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Suppliers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408" name="Rounded Rectangle 54"/>
            <p:cNvSpPr/>
            <p:nvPr/>
          </p:nvSpPr>
          <p:spPr>
            <a:xfrm>
              <a:off x="6857640" y="3742200"/>
              <a:ext cx="1885320" cy="66636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09" name="TextBox 57"/>
            <p:cNvSpPr/>
            <p:nvPr/>
          </p:nvSpPr>
          <p:spPr>
            <a:xfrm>
              <a:off x="7095960" y="3922200"/>
              <a:ext cx="1409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Buyers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cxnSp>
          <p:nvCxnSpPr>
            <p:cNvPr id="410" name="Straight Arrow Connector 7"/>
            <p:cNvCxnSpPr/>
            <p:nvPr/>
          </p:nvCxnSpPr>
          <p:spPr>
            <a:xfrm>
              <a:off x="4952880" y="3035160"/>
              <a:ext cx="1440" cy="38808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tailEnd len="med" type="triangle" w="med"/>
            </a:ln>
          </p:spPr>
        </p:cxnSp>
        <p:cxnSp>
          <p:nvCxnSpPr>
            <p:cNvPr id="411" name="Straight Arrow Connector 63"/>
            <p:cNvCxnSpPr/>
            <p:nvPr/>
          </p:nvCxnSpPr>
          <p:spPr>
            <a:xfrm>
              <a:off x="4952880" y="4740840"/>
              <a:ext cx="1440" cy="38916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headEnd len="med" type="triangle" w="med"/>
            </a:ln>
          </p:spPr>
        </p:cxnSp>
        <p:cxnSp>
          <p:nvCxnSpPr>
            <p:cNvPr id="412" name="Straight Arrow Connector 64"/>
            <p:cNvCxnSpPr/>
            <p:nvPr/>
          </p:nvCxnSpPr>
          <p:spPr>
            <a:xfrm>
              <a:off x="5920200" y="4086720"/>
              <a:ext cx="939600" cy="144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headEnd len="med" type="triangle" w="med"/>
            </a:ln>
          </p:spPr>
        </p:cxnSp>
        <p:cxnSp>
          <p:nvCxnSpPr>
            <p:cNvPr id="413" name="Straight Arrow Connector 68"/>
            <p:cNvCxnSpPr/>
            <p:nvPr/>
          </p:nvCxnSpPr>
          <p:spPr>
            <a:xfrm>
              <a:off x="2967840" y="4086720"/>
              <a:ext cx="1017000" cy="144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tailEnd len="med" type="triangle" w="med"/>
            </a:ln>
          </p:spPr>
        </p:cxnSp>
        <p:sp>
          <p:nvSpPr>
            <p:cNvPr id="414" name="Text Box 27"/>
            <p:cNvSpPr/>
            <p:nvPr/>
          </p:nvSpPr>
          <p:spPr>
            <a:xfrm>
              <a:off x="6212520" y="3162960"/>
              <a:ext cx="1486080" cy="37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415" name="Text Box 27"/>
            <p:cNvSpPr/>
            <p:nvPr/>
          </p:nvSpPr>
          <p:spPr>
            <a:xfrm>
              <a:off x="6212520" y="4615920"/>
              <a:ext cx="1486080" cy="37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416" name="Text Box 27"/>
            <p:cNvSpPr/>
            <p:nvPr/>
          </p:nvSpPr>
          <p:spPr>
            <a:xfrm>
              <a:off x="2262600" y="3162960"/>
              <a:ext cx="1486080" cy="37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417" name="Text Box 27"/>
            <p:cNvSpPr/>
            <p:nvPr/>
          </p:nvSpPr>
          <p:spPr>
            <a:xfrm>
              <a:off x="2262600" y="4615920"/>
              <a:ext cx="1486080" cy="37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2" name="PlaceHolder 5"/>
          <p:cNvSpPr>
            <a:spLocks noGrp="1"/>
          </p:cNvSpPr>
          <p:nvPr>
            <p:ph type="sldNum" idx="27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A8FD889-3A16-4C22-8FCA-DE762105CD1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23" name="PlaceHolder 6"/>
          <p:cNvSpPr>
            <a:spLocks noGrp="1"/>
          </p:cNvSpPr>
          <p:nvPr>
            <p:ph type="ftr" idx="28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24" name="Chevron 2"/>
          <p:cNvSpPr/>
          <p:nvPr/>
        </p:nvSpPr>
        <p:spPr>
          <a:xfrm>
            <a:off x="596160" y="2574360"/>
            <a:ext cx="1762560" cy="23472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425" name="직사각형 113"/>
          <p:cNvSpPr/>
          <p:nvPr/>
        </p:nvSpPr>
        <p:spPr>
          <a:xfrm>
            <a:off x="177480" y="2239200"/>
            <a:ext cx="14277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2015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6" name="Oval 4"/>
          <p:cNvSpPr/>
          <p:nvPr/>
        </p:nvSpPr>
        <p:spPr>
          <a:xfrm>
            <a:off x="1048320" y="3362400"/>
            <a:ext cx="862560" cy="8625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427" name="Straight Connector 5"/>
          <p:cNvCxnSpPr/>
          <p:nvPr/>
        </p:nvCxnSpPr>
        <p:spPr>
          <a:xfrm>
            <a:off x="1466640" y="2890440"/>
            <a:ext cx="5040" cy="47304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428" name="Chevron 11"/>
          <p:cNvSpPr/>
          <p:nvPr/>
        </p:nvSpPr>
        <p:spPr>
          <a:xfrm>
            <a:off x="2320200" y="2574360"/>
            <a:ext cx="1762560" cy="23472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429" name="직사각형 113"/>
          <p:cNvSpPr/>
          <p:nvPr/>
        </p:nvSpPr>
        <p:spPr>
          <a:xfrm>
            <a:off x="1840320" y="2244240"/>
            <a:ext cx="14277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0" name="Oval 13"/>
          <p:cNvSpPr/>
          <p:nvPr/>
        </p:nvSpPr>
        <p:spPr>
          <a:xfrm>
            <a:off x="2772000" y="3362400"/>
            <a:ext cx="862560" cy="8625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431" name="Straight Connector 14"/>
          <p:cNvCxnSpPr/>
          <p:nvPr/>
        </p:nvCxnSpPr>
        <p:spPr>
          <a:xfrm>
            <a:off x="3201840" y="2890440"/>
            <a:ext cx="1440" cy="47304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432" name="Chevron 19"/>
          <p:cNvSpPr/>
          <p:nvPr/>
        </p:nvSpPr>
        <p:spPr>
          <a:xfrm>
            <a:off x="4039920" y="2574360"/>
            <a:ext cx="1762560" cy="23472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433" name="직사각형 113"/>
          <p:cNvSpPr/>
          <p:nvPr/>
        </p:nvSpPr>
        <p:spPr>
          <a:xfrm>
            <a:off x="3560040" y="2246040"/>
            <a:ext cx="14277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2017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4" name="Oval 21"/>
          <p:cNvSpPr/>
          <p:nvPr/>
        </p:nvSpPr>
        <p:spPr>
          <a:xfrm>
            <a:off x="4491720" y="3362400"/>
            <a:ext cx="862560" cy="8625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435" name="Straight Connector 22"/>
          <p:cNvCxnSpPr/>
          <p:nvPr/>
        </p:nvCxnSpPr>
        <p:spPr>
          <a:xfrm>
            <a:off x="4921560" y="2890440"/>
            <a:ext cx="1440" cy="47304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436" name="Chevron 27"/>
          <p:cNvSpPr/>
          <p:nvPr/>
        </p:nvSpPr>
        <p:spPr>
          <a:xfrm>
            <a:off x="5763600" y="2574360"/>
            <a:ext cx="1762560" cy="23472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437" name="직사각형 113"/>
          <p:cNvSpPr/>
          <p:nvPr/>
        </p:nvSpPr>
        <p:spPr>
          <a:xfrm>
            <a:off x="5262480" y="2246040"/>
            <a:ext cx="14277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2018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8" name="Oval 29"/>
          <p:cNvSpPr/>
          <p:nvPr/>
        </p:nvSpPr>
        <p:spPr>
          <a:xfrm>
            <a:off x="6215760" y="3362400"/>
            <a:ext cx="862560" cy="8625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439" name="Straight Connector 30"/>
          <p:cNvCxnSpPr/>
          <p:nvPr/>
        </p:nvCxnSpPr>
        <p:spPr>
          <a:xfrm>
            <a:off x="6642360" y="2892960"/>
            <a:ext cx="7920" cy="47052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440" name="Chevron 35"/>
          <p:cNvSpPr/>
          <p:nvPr/>
        </p:nvSpPr>
        <p:spPr>
          <a:xfrm>
            <a:off x="7483320" y="2574360"/>
            <a:ext cx="1762560" cy="234720"/>
          </a:xfrm>
          <a:prstGeom prst="chevron">
            <a:avLst>
              <a:gd name="adj" fmla="val 3992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441" name="직사각형 113"/>
          <p:cNvSpPr/>
          <p:nvPr/>
        </p:nvSpPr>
        <p:spPr>
          <a:xfrm>
            <a:off x="7064280" y="2239200"/>
            <a:ext cx="142776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d55633"/>
                </a:solidFill>
                <a:latin typeface="본고딕 Medium"/>
                <a:ea typeface="본고딕 Medium"/>
              </a:rPr>
              <a:t>2019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2" name="Oval 37"/>
          <p:cNvSpPr/>
          <p:nvPr/>
        </p:nvSpPr>
        <p:spPr>
          <a:xfrm>
            <a:off x="7935480" y="3362400"/>
            <a:ext cx="862560" cy="8625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443" name="Straight Connector 38"/>
          <p:cNvCxnSpPr/>
          <p:nvPr/>
        </p:nvCxnSpPr>
        <p:spPr>
          <a:xfrm>
            <a:off x="8365320" y="2890440"/>
            <a:ext cx="1440" cy="473040"/>
          </a:xfrm>
          <a:prstGeom prst="straightConnector1">
            <a:avLst/>
          </a:prstGeom>
          <a:ln w="9525">
            <a:solidFill>
              <a:srgbClr val="c51f2a"/>
            </a:solidFill>
            <a:round/>
            <a:headEnd len="med" type="oval" w="med"/>
          </a:ln>
        </p:spPr>
      </p:cxnSp>
      <p:sp>
        <p:nvSpPr>
          <p:cNvPr id="444" name="Trapezoid 13"/>
          <p:cNvSpPr/>
          <p:nvPr/>
        </p:nvSpPr>
        <p:spPr>
          <a:xfrm>
            <a:off x="1275480" y="3618720"/>
            <a:ext cx="404280" cy="341640"/>
          </a:xfrm>
          <a:custGeom>
            <a:avLst/>
            <a:gdLst>
              <a:gd name="textAreaLeft" fmla="*/ 0 w 404280"/>
              <a:gd name="textAreaRight" fmla="*/ 405720 w 404280"/>
              <a:gd name="textAreaTop" fmla="*/ 0 h 341640"/>
              <a:gd name="textAreaBottom" fmla="*/ 343080 h 341640"/>
            </a:gdLst>
            <a:ahLst/>
            <a:rect l="textAreaLeft" t="textAreaTop" r="textAreaRight" b="textAreaBottom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445" name="Rectangle 16"/>
          <p:cNvSpPr/>
          <p:nvPr/>
        </p:nvSpPr>
        <p:spPr>
          <a:xfrm rot="2700000">
            <a:off x="3028320" y="3522240"/>
            <a:ext cx="296640" cy="532800"/>
          </a:xfrm>
          <a:custGeom>
            <a:avLst/>
            <a:gdLst>
              <a:gd name="textAreaLeft" fmla="*/ 0 w 296640"/>
              <a:gd name="textAreaRight" fmla="*/ 298080 w 296640"/>
              <a:gd name="textAreaTop" fmla="*/ 0 h 532800"/>
              <a:gd name="textAreaBottom" fmla="*/ 534240 h 53280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446" name="Teardrop 1"/>
          <p:cNvSpPr/>
          <p:nvPr/>
        </p:nvSpPr>
        <p:spPr>
          <a:xfrm rot="18805800">
            <a:off x="4709520" y="3578760"/>
            <a:ext cx="420840" cy="416520"/>
          </a:xfrm>
          <a:custGeom>
            <a:avLst/>
            <a:gdLst>
              <a:gd name="textAreaLeft" fmla="*/ 0 w 420840"/>
              <a:gd name="textAreaRight" fmla="*/ 422280 w 420840"/>
              <a:gd name="textAreaTop" fmla="*/ 0 h 416520"/>
              <a:gd name="textAreaBottom" fmla="*/ 417960 h 416520"/>
            </a:gdLst>
            <a:ahLst/>
            <a:rect l="textAreaLeft" t="textAreaTop" r="textAreaRight" b="textAreaBottom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447" name="Oval 7"/>
          <p:cNvSpPr/>
          <p:nvPr/>
        </p:nvSpPr>
        <p:spPr>
          <a:xfrm>
            <a:off x="6440040" y="3593880"/>
            <a:ext cx="403560" cy="403560"/>
          </a:xfrm>
          <a:custGeom>
            <a:avLst/>
            <a:gdLst>
              <a:gd name="textAreaLeft" fmla="*/ 0 w 403560"/>
              <a:gd name="textAreaRight" fmla="*/ 405000 w 403560"/>
              <a:gd name="textAreaTop" fmla="*/ 0 h 403560"/>
              <a:gd name="textAreaBottom" fmla="*/ 405000 h 403560"/>
            </a:gdLst>
            <a:ahLst/>
            <a:rect l="textAreaLeft" t="textAreaTop" r="textAreaRight" b="textAreaBottom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448" name="TextBox 50"/>
          <p:cNvSpPr/>
          <p:nvPr/>
        </p:nvSpPr>
        <p:spPr>
          <a:xfrm>
            <a:off x="722160" y="4398480"/>
            <a:ext cx="1525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9" name="TextBox 51"/>
          <p:cNvSpPr/>
          <p:nvPr/>
        </p:nvSpPr>
        <p:spPr>
          <a:xfrm>
            <a:off x="2413800" y="4398480"/>
            <a:ext cx="1525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0" name="TextBox 52"/>
          <p:cNvSpPr/>
          <p:nvPr/>
        </p:nvSpPr>
        <p:spPr>
          <a:xfrm>
            <a:off x="4158360" y="4398480"/>
            <a:ext cx="1525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1" name="TextBox 53"/>
          <p:cNvSpPr/>
          <p:nvPr/>
        </p:nvSpPr>
        <p:spPr>
          <a:xfrm>
            <a:off x="5885280" y="4398480"/>
            <a:ext cx="1525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2" name="TextBox 54"/>
          <p:cNvSpPr/>
          <p:nvPr/>
        </p:nvSpPr>
        <p:spPr>
          <a:xfrm>
            <a:off x="7577280" y="4398480"/>
            <a:ext cx="1525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3" name="AutoShape 112"/>
          <p:cNvSpPr/>
          <p:nvPr/>
        </p:nvSpPr>
        <p:spPr>
          <a:xfrm>
            <a:off x="8129520" y="3576960"/>
            <a:ext cx="47052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454" name="Freeform 114"/>
          <p:cNvSpPr/>
          <p:nvPr/>
        </p:nvSpPr>
        <p:spPr>
          <a:xfrm>
            <a:off x="8129520" y="3576960"/>
            <a:ext cx="470520" cy="396720"/>
          </a:xfrm>
          <a:custGeom>
            <a:avLst/>
            <a:gdLst>
              <a:gd name="textAreaLeft" fmla="*/ 0 w 470520"/>
              <a:gd name="textAreaRight" fmla="*/ 471960 w 470520"/>
              <a:gd name="textAreaTop" fmla="*/ 0 h 396720"/>
              <a:gd name="textAreaBottom" fmla="*/ 398160 h 396720"/>
            </a:gdLst>
            <a:ahLst/>
            <a:rect l="textAreaLeft" t="textAreaTop" r="textAreaRight" b="textAreaBottom"/>
            <a:pathLst>
              <a:path w="1985" h="1675">
                <a:moveTo>
                  <a:pt x="1794" y="1222"/>
                </a:moveTo>
                <a:lnTo>
                  <a:pt x="1794" y="1002"/>
                </a:lnTo>
                <a:lnTo>
                  <a:pt x="1794" y="1002"/>
                </a:lnTo>
                <a:lnTo>
                  <a:pt x="1794" y="991"/>
                </a:lnTo>
                <a:lnTo>
                  <a:pt x="1792" y="980"/>
                </a:lnTo>
                <a:lnTo>
                  <a:pt x="1790" y="969"/>
                </a:lnTo>
                <a:lnTo>
                  <a:pt x="1785" y="958"/>
                </a:lnTo>
                <a:lnTo>
                  <a:pt x="1781" y="948"/>
                </a:lnTo>
                <a:lnTo>
                  <a:pt x="1775" y="939"/>
                </a:lnTo>
                <a:lnTo>
                  <a:pt x="1768" y="930"/>
                </a:lnTo>
                <a:lnTo>
                  <a:pt x="1761" y="922"/>
                </a:lnTo>
                <a:lnTo>
                  <a:pt x="1753" y="914"/>
                </a:lnTo>
                <a:lnTo>
                  <a:pt x="1744" y="908"/>
                </a:lnTo>
                <a:lnTo>
                  <a:pt x="1734" y="902"/>
                </a:lnTo>
                <a:lnTo>
                  <a:pt x="1725" y="898"/>
                </a:lnTo>
                <a:lnTo>
                  <a:pt x="1714" y="893"/>
                </a:lnTo>
                <a:lnTo>
                  <a:pt x="1703" y="891"/>
                </a:lnTo>
                <a:lnTo>
                  <a:pt x="1691" y="889"/>
                </a:lnTo>
                <a:lnTo>
                  <a:pt x="1680" y="889"/>
                </a:lnTo>
                <a:lnTo>
                  <a:pt x="305" y="889"/>
                </a:lnTo>
                <a:lnTo>
                  <a:pt x="305" y="889"/>
                </a:lnTo>
                <a:lnTo>
                  <a:pt x="294" y="889"/>
                </a:lnTo>
                <a:lnTo>
                  <a:pt x="282" y="891"/>
                </a:lnTo>
                <a:lnTo>
                  <a:pt x="271" y="893"/>
                </a:lnTo>
                <a:lnTo>
                  <a:pt x="260" y="898"/>
                </a:lnTo>
                <a:lnTo>
                  <a:pt x="251" y="902"/>
                </a:lnTo>
                <a:lnTo>
                  <a:pt x="241" y="908"/>
                </a:lnTo>
                <a:lnTo>
                  <a:pt x="232" y="914"/>
                </a:lnTo>
                <a:lnTo>
                  <a:pt x="224" y="922"/>
                </a:lnTo>
                <a:lnTo>
                  <a:pt x="217" y="930"/>
                </a:lnTo>
                <a:lnTo>
                  <a:pt x="210" y="939"/>
                </a:lnTo>
                <a:lnTo>
                  <a:pt x="204" y="948"/>
                </a:lnTo>
                <a:lnTo>
                  <a:pt x="200" y="958"/>
                </a:lnTo>
                <a:lnTo>
                  <a:pt x="195" y="969"/>
                </a:lnTo>
                <a:lnTo>
                  <a:pt x="193" y="980"/>
                </a:lnTo>
                <a:lnTo>
                  <a:pt x="191" y="991"/>
                </a:lnTo>
                <a:lnTo>
                  <a:pt x="191" y="1002"/>
                </a:lnTo>
                <a:lnTo>
                  <a:pt x="191" y="1222"/>
                </a:lnTo>
                <a:lnTo>
                  <a:pt x="191" y="1222"/>
                </a:lnTo>
                <a:lnTo>
                  <a:pt x="171" y="1226"/>
                </a:lnTo>
                <a:lnTo>
                  <a:pt x="152" y="1232"/>
                </a:lnTo>
                <a:lnTo>
                  <a:pt x="133" y="1240"/>
                </a:lnTo>
                <a:lnTo>
                  <a:pt x="115" y="1248"/>
                </a:lnTo>
                <a:lnTo>
                  <a:pt x="98" y="1260"/>
                </a:lnTo>
                <a:lnTo>
                  <a:pt x="83" y="1271"/>
                </a:lnTo>
                <a:lnTo>
                  <a:pt x="68" y="1284"/>
                </a:lnTo>
                <a:lnTo>
                  <a:pt x="55" y="1299"/>
                </a:lnTo>
                <a:lnTo>
                  <a:pt x="42" y="1314"/>
                </a:lnTo>
                <a:lnTo>
                  <a:pt x="31" y="1331"/>
                </a:lnTo>
                <a:lnTo>
                  <a:pt x="22" y="1349"/>
                </a:lnTo>
                <a:lnTo>
                  <a:pt x="15" y="1367"/>
                </a:lnTo>
                <a:lnTo>
                  <a:pt x="8" y="1385"/>
                </a:lnTo>
                <a:lnTo>
                  <a:pt x="3" y="1405"/>
                </a:lnTo>
                <a:lnTo>
                  <a:pt x="1" y="1426"/>
                </a:lnTo>
                <a:lnTo>
                  <a:pt x="0" y="1447"/>
                </a:lnTo>
                <a:lnTo>
                  <a:pt x="0" y="1447"/>
                </a:lnTo>
                <a:lnTo>
                  <a:pt x="1" y="1470"/>
                </a:lnTo>
                <a:lnTo>
                  <a:pt x="4" y="1493"/>
                </a:lnTo>
                <a:lnTo>
                  <a:pt x="10" y="1515"/>
                </a:lnTo>
                <a:lnTo>
                  <a:pt x="18" y="1536"/>
                </a:lnTo>
                <a:lnTo>
                  <a:pt x="28" y="1556"/>
                </a:lnTo>
                <a:lnTo>
                  <a:pt x="39" y="1575"/>
                </a:lnTo>
                <a:lnTo>
                  <a:pt x="52" y="1593"/>
                </a:lnTo>
                <a:lnTo>
                  <a:pt x="67" y="1608"/>
                </a:lnTo>
                <a:lnTo>
                  <a:pt x="83" y="1624"/>
                </a:lnTo>
                <a:lnTo>
                  <a:pt x="100" y="1636"/>
                </a:lnTo>
                <a:lnTo>
                  <a:pt x="119" y="1648"/>
                </a:lnTo>
                <a:lnTo>
                  <a:pt x="140" y="1657"/>
                </a:lnTo>
                <a:lnTo>
                  <a:pt x="161" y="1665"/>
                </a:lnTo>
                <a:lnTo>
                  <a:pt x="183" y="1671"/>
                </a:lnTo>
                <a:lnTo>
                  <a:pt x="205" y="1674"/>
                </a:lnTo>
                <a:lnTo>
                  <a:pt x="229" y="1675"/>
                </a:lnTo>
                <a:lnTo>
                  <a:pt x="229" y="1675"/>
                </a:lnTo>
                <a:lnTo>
                  <a:pt x="252" y="1674"/>
                </a:lnTo>
                <a:lnTo>
                  <a:pt x="275" y="1671"/>
                </a:lnTo>
                <a:lnTo>
                  <a:pt x="297" y="1665"/>
                </a:lnTo>
                <a:lnTo>
                  <a:pt x="318" y="1657"/>
                </a:lnTo>
                <a:lnTo>
                  <a:pt x="338" y="1648"/>
                </a:lnTo>
                <a:lnTo>
                  <a:pt x="357" y="1636"/>
                </a:lnTo>
                <a:lnTo>
                  <a:pt x="375" y="1624"/>
                </a:lnTo>
                <a:lnTo>
                  <a:pt x="391" y="1608"/>
                </a:lnTo>
                <a:lnTo>
                  <a:pt x="405" y="1593"/>
                </a:lnTo>
                <a:lnTo>
                  <a:pt x="419" y="1575"/>
                </a:lnTo>
                <a:lnTo>
                  <a:pt x="430" y="1556"/>
                </a:lnTo>
                <a:lnTo>
                  <a:pt x="440" y="1536"/>
                </a:lnTo>
                <a:lnTo>
                  <a:pt x="448" y="1515"/>
                </a:lnTo>
                <a:lnTo>
                  <a:pt x="453" y="1493"/>
                </a:lnTo>
                <a:lnTo>
                  <a:pt x="457" y="1470"/>
                </a:lnTo>
                <a:lnTo>
                  <a:pt x="458" y="1447"/>
                </a:lnTo>
                <a:lnTo>
                  <a:pt x="458" y="1447"/>
                </a:lnTo>
                <a:lnTo>
                  <a:pt x="457" y="1426"/>
                </a:lnTo>
                <a:lnTo>
                  <a:pt x="454" y="1405"/>
                </a:lnTo>
                <a:lnTo>
                  <a:pt x="450" y="1385"/>
                </a:lnTo>
                <a:lnTo>
                  <a:pt x="443" y="1367"/>
                </a:lnTo>
                <a:lnTo>
                  <a:pt x="435" y="1349"/>
                </a:lnTo>
                <a:lnTo>
                  <a:pt x="426" y="1331"/>
                </a:lnTo>
                <a:lnTo>
                  <a:pt x="415" y="1314"/>
                </a:lnTo>
                <a:lnTo>
                  <a:pt x="403" y="1299"/>
                </a:lnTo>
                <a:lnTo>
                  <a:pt x="390" y="1284"/>
                </a:lnTo>
                <a:lnTo>
                  <a:pt x="375" y="1271"/>
                </a:lnTo>
                <a:lnTo>
                  <a:pt x="359" y="1260"/>
                </a:lnTo>
                <a:lnTo>
                  <a:pt x="343" y="1248"/>
                </a:lnTo>
                <a:lnTo>
                  <a:pt x="325" y="1240"/>
                </a:lnTo>
                <a:lnTo>
                  <a:pt x="306" y="1232"/>
                </a:lnTo>
                <a:lnTo>
                  <a:pt x="287" y="1226"/>
                </a:lnTo>
                <a:lnTo>
                  <a:pt x="267" y="1222"/>
                </a:lnTo>
                <a:lnTo>
                  <a:pt x="267" y="1002"/>
                </a:lnTo>
                <a:lnTo>
                  <a:pt x="267" y="1002"/>
                </a:lnTo>
                <a:lnTo>
                  <a:pt x="268" y="995"/>
                </a:lnTo>
                <a:lnTo>
                  <a:pt x="270" y="988"/>
                </a:lnTo>
                <a:lnTo>
                  <a:pt x="274" y="981"/>
                </a:lnTo>
                <a:lnTo>
                  <a:pt x="278" y="976"/>
                </a:lnTo>
                <a:lnTo>
                  <a:pt x="284" y="971"/>
                </a:lnTo>
                <a:lnTo>
                  <a:pt x="290" y="968"/>
                </a:lnTo>
                <a:lnTo>
                  <a:pt x="297" y="966"/>
                </a:lnTo>
                <a:lnTo>
                  <a:pt x="305" y="964"/>
                </a:lnTo>
                <a:lnTo>
                  <a:pt x="955" y="964"/>
                </a:lnTo>
                <a:lnTo>
                  <a:pt x="955" y="1222"/>
                </a:lnTo>
                <a:lnTo>
                  <a:pt x="955" y="1222"/>
                </a:lnTo>
                <a:lnTo>
                  <a:pt x="934" y="1226"/>
                </a:lnTo>
                <a:lnTo>
                  <a:pt x="915" y="1232"/>
                </a:lnTo>
                <a:lnTo>
                  <a:pt x="896" y="1240"/>
                </a:lnTo>
                <a:lnTo>
                  <a:pt x="879" y="1248"/>
                </a:lnTo>
                <a:lnTo>
                  <a:pt x="862" y="1260"/>
                </a:lnTo>
                <a:lnTo>
                  <a:pt x="846" y="1271"/>
                </a:lnTo>
                <a:lnTo>
                  <a:pt x="832" y="1284"/>
                </a:lnTo>
                <a:lnTo>
                  <a:pt x="818" y="1299"/>
                </a:lnTo>
                <a:lnTo>
                  <a:pt x="806" y="1314"/>
                </a:lnTo>
                <a:lnTo>
                  <a:pt x="795" y="1331"/>
                </a:lnTo>
                <a:lnTo>
                  <a:pt x="786" y="1349"/>
                </a:lnTo>
                <a:lnTo>
                  <a:pt x="778" y="1367"/>
                </a:lnTo>
                <a:lnTo>
                  <a:pt x="771" y="1385"/>
                </a:lnTo>
                <a:lnTo>
                  <a:pt x="767" y="1405"/>
                </a:lnTo>
                <a:lnTo>
                  <a:pt x="765" y="1426"/>
                </a:lnTo>
                <a:lnTo>
                  <a:pt x="764" y="1447"/>
                </a:lnTo>
                <a:lnTo>
                  <a:pt x="764" y="1447"/>
                </a:lnTo>
                <a:lnTo>
                  <a:pt x="765" y="1470"/>
                </a:lnTo>
                <a:lnTo>
                  <a:pt x="768" y="1493"/>
                </a:lnTo>
                <a:lnTo>
                  <a:pt x="774" y="1515"/>
                </a:lnTo>
                <a:lnTo>
                  <a:pt x="781" y="1536"/>
                </a:lnTo>
                <a:lnTo>
                  <a:pt x="792" y="1556"/>
                </a:lnTo>
                <a:lnTo>
                  <a:pt x="803" y="1575"/>
                </a:lnTo>
                <a:lnTo>
                  <a:pt x="816" y="1593"/>
                </a:lnTo>
                <a:lnTo>
                  <a:pt x="831" y="1608"/>
                </a:lnTo>
                <a:lnTo>
                  <a:pt x="846" y="1624"/>
                </a:lnTo>
                <a:lnTo>
                  <a:pt x="864" y="1636"/>
                </a:lnTo>
                <a:lnTo>
                  <a:pt x="883" y="1648"/>
                </a:lnTo>
                <a:lnTo>
                  <a:pt x="903" y="1657"/>
                </a:lnTo>
                <a:lnTo>
                  <a:pt x="924" y="1665"/>
                </a:lnTo>
                <a:lnTo>
                  <a:pt x="947" y="1671"/>
                </a:lnTo>
                <a:lnTo>
                  <a:pt x="969" y="1674"/>
                </a:lnTo>
                <a:lnTo>
                  <a:pt x="993" y="1675"/>
                </a:lnTo>
                <a:lnTo>
                  <a:pt x="993" y="1675"/>
                </a:lnTo>
                <a:lnTo>
                  <a:pt x="1016" y="1674"/>
                </a:lnTo>
                <a:lnTo>
                  <a:pt x="1038" y="1671"/>
                </a:lnTo>
                <a:lnTo>
                  <a:pt x="1061" y="1665"/>
                </a:lnTo>
                <a:lnTo>
                  <a:pt x="1082" y="1657"/>
                </a:lnTo>
                <a:lnTo>
                  <a:pt x="1102" y="1648"/>
                </a:lnTo>
                <a:lnTo>
                  <a:pt x="1121" y="1636"/>
                </a:lnTo>
                <a:lnTo>
                  <a:pt x="1139" y="1624"/>
                </a:lnTo>
                <a:lnTo>
                  <a:pt x="1154" y="1608"/>
                </a:lnTo>
                <a:lnTo>
                  <a:pt x="1169" y="1593"/>
                </a:lnTo>
                <a:lnTo>
                  <a:pt x="1182" y="1575"/>
                </a:lnTo>
                <a:lnTo>
                  <a:pt x="1193" y="1556"/>
                </a:lnTo>
                <a:lnTo>
                  <a:pt x="1204" y="1536"/>
                </a:lnTo>
                <a:lnTo>
                  <a:pt x="1211" y="1515"/>
                </a:lnTo>
                <a:lnTo>
                  <a:pt x="1217" y="1493"/>
                </a:lnTo>
                <a:lnTo>
                  <a:pt x="1220" y="1470"/>
                </a:lnTo>
                <a:lnTo>
                  <a:pt x="1221" y="1447"/>
                </a:lnTo>
                <a:lnTo>
                  <a:pt x="1221" y="1447"/>
                </a:lnTo>
                <a:lnTo>
                  <a:pt x="1220" y="1426"/>
                </a:lnTo>
                <a:lnTo>
                  <a:pt x="1218" y="1405"/>
                </a:lnTo>
                <a:lnTo>
                  <a:pt x="1214" y="1385"/>
                </a:lnTo>
                <a:lnTo>
                  <a:pt x="1207" y="1367"/>
                </a:lnTo>
                <a:lnTo>
                  <a:pt x="1199" y="1349"/>
                </a:lnTo>
                <a:lnTo>
                  <a:pt x="1190" y="1331"/>
                </a:lnTo>
                <a:lnTo>
                  <a:pt x="1179" y="1314"/>
                </a:lnTo>
                <a:lnTo>
                  <a:pt x="1167" y="1299"/>
                </a:lnTo>
                <a:lnTo>
                  <a:pt x="1153" y="1284"/>
                </a:lnTo>
                <a:lnTo>
                  <a:pt x="1139" y="1271"/>
                </a:lnTo>
                <a:lnTo>
                  <a:pt x="1123" y="1260"/>
                </a:lnTo>
                <a:lnTo>
                  <a:pt x="1106" y="1248"/>
                </a:lnTo>
                <a:lnTo>
                  <a:pt x="1089" y="1240"/>
                </a:lnTo>
                <a:lnTo>
                  <a:pt x="1070" y="1232"/>
                </a:lnTo>
                <a:lnTo>
                  <a:pt x="1051" y="1226"/>
                </a:lnTo>
                <a:lnTo>
                  <a:pt x="1030" y="1222"/>
                </a:lnTo>
                <a:lnTo>
                  <a:pt x="1030" y="964"/>
                </a:lnTo>
                <a:lnTo>
                  <a:pt x="1680" y="964"/>
                </a:lnTo>
                <a:lnTo>
                  <a:pt x="1680" y="964"/>
                </a:lnTo>
                <a:lnTo>
                  <a:pt x="1688" y="966"/>
                </a:lnTo>
                <a:lnTo>
                  <a:pt x="1695" y="968"/>
                </a:lnTo>
                <a:lnTo>
                  <a:pt x="1701" y="971"/>
                </a:lnTo>
                <a:lnTo>
                  <a:pt x="1707" y="976"/>
                </a:lnTo>
                <a:lnTo>
                  <a:pt x="1711" y="981"/>
                </a:lnTo>
                <a:lnTo>
                  <a:pt x="1715" y="988"/>
                </a:lnTo>
                <a:lnTo>
                  <a:pt x="1717" y="995"/>
                </a:lnTo>
                <a:lnTo>
                  <a:pt x="1718" y="1002"/>
                </a:lnTo>
                <a:lnTo>
                  <a:pt x="1718" y="1222"/>
                </a:lnTo>
                <a:lnTo>
                  <a:pt x="1718" y="1222"/>
                </a:lnTo>
                <a:lnTo>
                  <a:pt x="1698" y="1226"/>
                </a:lnTo>
                <a:lnTo>
                  <a:pt x="1679" y="1232"/>
                </a:lnTo>
                <a:lnTo>
                  <a:pt x="1660" y="1240"/>
                </a:lnTo>
                <a:lnTo>
                  <a:pt x="1642" y="1248"/>
                </a:lnTo>
                <a:lnTo>
                  <a:pt x="1626" y="1260"/>
                </a:lnTo>
                <a:lnTo>
                  <a:pt x="1610" y="1271"/>
                </a:lnTo>
                <a:lnTo>
                  <a:pt x="1595" y="1284"/>
                </a:lnTo>
                <a:lnTo>
                  <a:pt x="1582" y="1299"/>
                </a:lnTo>
                <a:lnTo>
                  <a:pt x="1570" y="1314"/>
                </a:lnTo>
                <a:lnTo>
                  <a:pt x="1559" y="1331"/>
                </a:lnTo>
                <a:lnTo>
                  <a:pt x="1550" y="1349"/>
                </a:lnTo>
                <a:lnTo>
                  <a:pt x="1542" y="1367"/>
                </a:lnTo>
                <a:lnTo>
                  <a:pt x="1535" y="1385"/>
                </a:lnTo>
                <a:lnTo>
                  <a:pt x="1531" y="1405"/>
                </a:lnTo>
                <a:lnTo>
                  <a:pt x="1528" y="1426"/>
                </a:lnTo>
                <a:lnTo>
                  <a:pt x="1527" y="1447"/>
                </a:lnTo>
                <a:lnTo>
                  <a:pt x="1527" y="1447"/>
                </a:lnTo>
                <a:lnTo>
                  <a:pt x="1528" y="1470"/>
                </a:lnTo>
                <a:lnTo>
                  <a:pt x="1532" y="1493"/>
                </a:lnTo>
                <a:lnTo>
                  <a:pt x="1537" y="1515"/>
                </a:lnTo>
                <a:lnTo>
                  <a:pt x="1545" y="1536"/>
                </a:lnTo>
                <a:lnTo>
                  <a:pt x="1555" y="1556"/>
                </a:lnTo>
                <a:lnTo>
                  <a:pt x="1566" y="1575"/>
                </a:lnTo>
                <a:lnTo>
                  <a:pt x="1580" y="1593"/>
                </a:lnTo>
                <a:lnTo>
                  <a:pt x="1594" y="1608"/>
                </a:lnTo>
                <a:lnTo>
                  <a:pt x="1610" y="1624"/>
                </a:lnTo>
                <a:lnTo>
                  <a:pt x="1628" y="1636"/>
                </a:lnTo>
                <a:lnTo>
                  <a:pt x="1647" y="1648"/>
                </a:lnTo>
                <a:lnTo>
                  <a:pt x="1667" y="1657"/>
                </a:lnTo>
                <a:lnTo>
                  <a:pt x="1688" y="1665"/>
                </a:lnTo>
                <a:lnTo>
                  <a:pt x="1710" y="1671"/>
                </a:lnTo>
                <a:lnTo>
                  <a:pt x="1733" y="1674"/>
                </a:lnTo>
                <a:lnTo>
                  <a:pt x="1756" y="1675"/>
                </a:lnTo>
                <a:lnTo>
                  <a:pt x="1756" y="1675"/>
                </a:lnTo>
                <a:lnTo>
                  <a:pt x="1780" y="1674"/>
                </a:lnTo>
                <a:lnTo>
                  <a:pt x="1802" y="1671"/>
                </a:lnTo>
                <a:lnTo>
                  <a:pt x="1824" y="1665"/>
                </a:lnTo>
                <a:lnTo>
                  <a:pt x="1845" y="1657"/>
                </a:lnTo>
                <a:lnTo>
                  <a:pt x="1866" y="1648"/>
                </a:lnTo>
                <a:lnTo>
                  <a:pt x="1885" y="1636"/>
                </a:lnTo>
                <a:lnTo>
                  <a:pt x="1902" y="1624"/>
                </a:lnTo>
                <a:lnTo>
                  <a:pt x="1918" y="1608"/>
                </a:lnTo>
                <a:lnTo>
                  <a:pt x="1933" y="1593"/>
                </a:lnTo>
                <a:lnTo>
                  <a:pt x="1946" y="1575"/>
                </a:lnTo>
                <a:lnTo>
                  <a:pt x="1957" y="1556"/>
                </a:lnTo>
                <a:lnTo>
                  <a:pt x="1967" y="1536"/>
                </a:lnTo>
                <a:lnTo>
                  <a:pt x="1975" y="1515"/>
                </a:lnTo>
                <a:lnTo>
                  <a:pt x="1981" y="1493"/>
                </a:lnTo>
                <a:lnTo>
                  <a:pt x="1984" y="1470"/>
                </a:lnTo>
                <a:lnTo>
                  <a:pt x="1985" y="1447"/>
                </a:lnTo>
                <a:lnTo>
                  <a:pt x="1985" y="1447"/>
                </a:lnTo>
                <a:lnTo>
                  <a:pt x="1984" y="1426"/>
                </a:lnTo>
                <a:lnTo>
                  <a:pt x="1982" y="1405"/>
                </a:lnTo>
                <a:lnTo>
                  <a:pt x="1977" y="1385"/>
                </a:lnTo>
                <a:lnTo>
                  <a:pt x="1970" y="1367"/>
                </a:lnTo>
                <a:lnTo>
                  <a:pt x="1963" y="1349"/>
                </a:lnTo>
                <a:lnTo>
                  <a:pt x="1954" y="1331"/>
                </a:lnTo>
                <a:lnTo>
                  <a:pt x="1943" y="1314"/>
                </a:lnTo>
                <a:lnTo>
                  <a:pt x="1930" y="1299"/>
                </a:lnTo>
                <a:lnTo>
                  <a:pt x="1917" y="1284"/>
                </a:lnTo>
                <a:lnTo>
                  <a:pt x="1902" y="1271"/>
                </a:lnTo>
                <a:lnTo>
                  <a:pt x="1887" y="1260"/>
                </a:lnTo>
                <a:lnTo>
                  <a:pt x="1870" y="1248"/>
                </a:lnTo>
                <a:lnTo>
                  <a:pt x="1852" y="1240"/>
                </a:lnTo>
                <a:lnTo>
                  <a:pt x="1833" y="1232"/>
                </a:lnTo>
                <a:lnTo>
                  <a:pt x="1814" y="1226"/>
                </a:lnTo>
                <a:lnTo>
                  <a:pt x="1794" y="1222"/>
                </a:lnTo>
                <a:lnTo>
                  <a:pt x="1794" y="1222"/>
                </a:lnTo>
                <a:close/>
                <a:moveTo>
                  <a:pt x="559" y="609"/>
                </a:moveTo>
                <a:lnTo>
                  <a:pt x="955" y="609"/>
                </a:lnTo>
                <a:lnTo>
                  <a:pt x="955" y="813"/>
                </a:lnTo>
                <a:lnTo>
                  <a:pt x="1030" y="813"/>
                </a:lnTo>
                <a:lnTo>
                  <a:pt x="1030" y="609"/>
                </a:lnTo>
                <a:lnTo>
                  <a:pt x="1426" y="609"/>
                </a:lnTo>
                <a:lnTo>
                  <a:pt x="1426" y="609"/>
                </a:lnTo>
                <a:lnTo>
                  <a:pt x="1433" y="608"/>
                </a:lnTo>
                <a:lnTo>
                  <a:pt x="1440" y="607"/>
                </a:lnTo>
                <a:lnTo>
                  <a:pt x="1448" y="606"/>
                </a:lnTo>
                <a:lnTo>
                  <a:pt x="1455" y="603"/>
                </a:lnTo>
                <a:lnTo>
                  <a:pt x="1461" y="600"/>
                </a:lnTo>
                <a:lnTo>
                  <a:pt x="1468" y="596"/>
                </a:lnTo>
                <a:lnTo>
                  <a:pt x="1474" y="591"/>
                </a:lnTo>
                <a:lnTo>
                  <a:pt x="1479" y="587"/>
                </a:lnTo>
                <a:lnTo>
                  <a:pt x="1484" y="581"/>
                </a:lnTo>
                <a:lnTo>
                  <a:pt x="1488" y="576"/>
                </a:lnTo>
                <a:lnTo>
                  <a:pt x="1493" y="569"/>
                </a:lnTo>
                <a:lnTo>
                  <a:pt x="1496" y="562"/>
                </a:lnTo>
                <a:lnTo>
                  <a:pt x="1498" y="556"/>
                </a:lnTo>
                <a:lnTo>
                  <a:pt x="1500" y="548"/>
                </a:lnTo>
                <a:lnTo>
                  <a:pt x="1502" y="540"/>
                </a:lnTo>
                <a:lnTo>
                  <a:pt x="1502" y="532"/>
                </a:lnTo>
                <a:lnTo>
                  <a:pt x="1502" y="76"/>
                </a:lnTo>
                <a:lnTo>
                  <a:pt x="1502" y="76"/>
                </a:lnTo>
                <a:lnTo>
                  <a:pt x="1502" y="68"/>
                </a:lnTo>
                <a:lnTo>
                  <a:pt x="1500" y="60"/>
                </a:lnTo>
                <a:lnTo>
                  <a:pt x="1498" y="53"/>
                </a:lnTo>
                <a:lnTo>
                  <a:pt x="1496" y="46"/>
                </a:lnTo>
                <a:lnTo>
                  <a:pt x="1493" y="39"/>
                </a:lnTo>
                <a:lnTo>
                  <a:pt x="1488" y="33"/>
                </a:lnTo>
                <a:lnTo>
                  <a:pt x="1484" y="28"/>
                </a:lnTo>
                <a:lnTo>
                  <a:pt x="1479" y="22"/>
                </a:lnTo>
                <a:lnTo>
                  <a:pt x="1474" y="17"/>
                </a:lnTo>
                <a:lnTo>
                  <a:pt x="1468" y="12"/>
                </a:lnTo>
                <a:lnTo>
                  <a:pt x="1461" y="9"/>
                </a:lnTo>
                <a:lnTo>
                  <a:pt x="1455" y="6"/>
                </a:lnTo>
                <a:lnTo>
                  <a:pt x="1448" y="3"/>
                </a:lnTo>
                <a:lnTo>
                  <a:pt x="1440" y="1"/>
                </a:lnTo>
                <a:lnTo>
                  <a:pt x="1433" y="0"/>
                </a:lnTo>
                <a:lnTo>
                  <a:pt x="1426" y="0"/>
                </a:lnTo>
                <a:lnTo>
                  <a:pt x="559" y="0"/>
                </a:lnTo>
                <a:lnTo>
                  <a:pt x="559" y="0"/>
                </a:lnTo>
                <a:lnTo>
                  <a:pt x="552" y="0"/>
                </a:lnTo>
                <a:lnTo>
                  <a:pt x="545" y="1"/>
                </a:lnTo>
                <a:lnTo>
                  <a:pt x="537" y="3"/>
                </a:lnTo>
                <a:lnTo>
                  <a:pt x="530" y="6"/>
                </a:lnTo>
                <a:lnTo>
                  <a:pt x="524" y="9"/>
                </a:lnTo>
                <a:lnTo>
                  <a:pt x="517" y="12"/>
                </a:lnTo>
                <a:lnTo>
                  <a:pt x="511" y="17"/>
                </a:lnTo>
                <a:lnTo>
                  <a:pt x="506" y="22"/>
                </a:lnTo>
                <a:lnTo>
                  <a:pt x="501" y="28"/>
                </a:lnTo>
                <a:lnTo>
                  <a:pt x="497" y="33"/>
                </a:lnTo>
                <a:lnTo>
                  <a:pt x="492" y="39"/>
                </a:lnTo>
                <a:lnTo>
                  <a:pt x="489" y="46"/>
                </a:lnTo>
                <a:lnTo>
                  <a:pt x="487" y="53"/>
                </a:lnTo>
                <a:lnTo>
                  <a:pt x="485" y="60"/>
                </a:lnTo>
                <a:lnTo>
                  <a:pt x="483" y="68"/>
                </a:lnTo>
                <a:lnTo>
                  <a:pt x="483" y="76"/>
                </a:lnTo>
                <a:lnTo>
                  <a:pt x="483" y="532"/>
                </a:lnTo>
                <a:lnTo>
                  <a:pt x="483" y="532"/>
                </a:lnTo>
                <a:lnTo>
                  <a:pt x="483" y="540"/>
                </a:lnTo>
                <a:lnTo>
                  <a:pt x="485" y="548"/>
                </a:lnTo>
                <a:lnTo>
                  <a:pt x="487" y="556"/>
                </a:lnTo>
                <a:lnTo>
                  <a:pt x="489" y="562"/>
                </a:lnTo>
                <a:lnTo>
                  <a:pt x="492" y="569"/>
                </a:lnTo>
                <a:lnTo>
                  <a:pt x="497" y="576"/>
                </a:lnTo>
                <a:lnTo>
                  <a:pt x="501" y="581"/>
                </a:lnTo>
                <a:lnTo>
                  <a:pt x="506" y="587"/>
                </a:lnTo>
                <a:lnTo>
                  <a:pt x="511" y="591"/>
                </a:lnTo>
                <a:lnTo>
                  <a:pt x="517" y="596"/>
                </a:lnTo>
                <a:lnTo>
                  <a:pt x="524" y="600"/>
                </a:lnTo>
                <a:lnTo>
                  <a:pt x="530" y="603"/>
                </a:lnTo>
                <a:lnTo>
                  <a:pt x="537" y="606"/>
                </a:lnTo>
                <a:lnTo>
                  <a:pt x="545" y="607"/>
                </a:lnTo>
                <a:lnTo>
                  <a:pt x="552" y="608"/>
                </a:lnTo>
                <a:lnTo>
                  <a:pt x="559" y="609"/>
                </a:lnTo>
                <a:lnTo>
                  <a:pt x="559" y="609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 type="sldNum" idx="29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FD9A8ED-115A-4A60-9DB4-6BE4DC25A43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60" name="PlaceHolder 6"/>
          <p:cNvSpPr>
            <a:spLocks noGrp="1"/>
          </p:cNvSpPr>
          <p:nvPr>
            <p:ph type="ftr" idx="30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61" name="Rectangle 2"/>
          <p:cNvSpPr/>
          <p:nvPr/>
        </p:nvSpPr>
        <p:spPr>
          <a:xfrm>
            <a:off x="1131120" y="4770720"/>
            <a:ext cx="1874160" cy="13536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462" name="TextBox 7"/>
          <p:cNvSpPr/>
          <p:nvPr/>
        </p:nvSpPr>
        <p:spPr>
          <a:xfrm>
            <a:off x="1103400" y="4972680"/>
            <a:ext cx="1207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3" name="TextBox 10"/>
          <p:cNvSpPr/>
          <p:nvPr/>
        </p:nvSpPr>
        <p:spPr>
          <a:xfrm>
            <a:off x="1103400" y="5283360"/>
            <a:ext cx="15850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4" name="Oval 7"/>
          <p:cNvSpPr/>
          <p:nvPr/>
        </p:nvSpPr>
        <p:spPr>
          <a:xfrm>
            <a:off x="1172880" y="4204080"/>
            <a:ext cx="470520" cy="470520"/>
          </a:xfrm>
          <a:prstGeom prst="ellipse">
            <a:avLst/>
          </a:prstGeom>
          <a:solidFill>
            <a:schemeClr val="accent2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465" name="Rectangle 8"/>
          <p:cNvSpPr/>
          <p:nvPr/>
        </p:nvSpPr>
        <p:spPr>
          <a:xfrm>
            <a:off x="3096360" y="4188600"/>
            <a:ext cx="1874160" cy="13536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466" name="TextBox 13"/>
          <p:cNvSpPr/>
          <p:nvPr/>
        </p:nvSpPr>
        <p:spPr>
          <a:xfrm>
            <a:off x="3111120" y="4393440"/>
            <a:ext cx="1174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7" name="Oval 13"/>
          <p:cNvSpPr/>
          <p:nvPr/>
        </p:nvSpPr>
        <p:spPr>
          <a:xfrm>
            <a:off x="3180600" y="3635640"/>
            <a:ext cx="470520" cy="470520"/>
          </a:xfrm>
          <a:prstGeom prst="ellipse">
            <a:avLst/>
          </a:prstGeom>
          <a:solidFill>
            <a:schemeClr val="bg2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468" name="Rectangle 14"/>
          <p:cNvSpPr/>
          <p:nvPr/>
        </p:nvSpPr>
        <p:spPr>
          <a:xfrm>
            <a:off x="5016240" y="3578760"/>
            <a:ext cx="1874160" cy="135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469" name="TextBox 19"/>
          <p:cNvSpPr/>
          <p:nvPr/>
        </p:nvSpPr>
        <p:spPr>
          <a:xfrm>
            <a:off x="5041800" y="3786120"/>
            <a:ext cx="1107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0" name="Oval 19"/>
          <p:cNvSpPr/>
          <p:nvPr/>
        </p:nvSpPr>
        <p:spPr>
          <a:xfrm flipV="1">
            <a:off x="5090760" y="3009960"/>
            <a:ext cx="470520" cy="470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471" name="Rectangle 20"/>
          <p:cNvSpPr/>
          <p:nvPr/>
        </p:nvSpPr>
        <p:spPr>
          <a:xfrm>
            <a:off x="6938640" y="2963520"/>
            <a:ext cx="1874160" cy="1353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472" name="TextBox 25"/>
          <p:cNvSpPr/>
          <p:nvPr/>
        </p:nvSpPr>
        <p:spPr>
          <a:xfrm>
            <a:off x="6907320" y="3159000"/>
            <a:ext cx="1202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3" name="Oval 25"/>
          <p:cNvSpPr/>
          <p:nvPr/>
        </p:nvSpPr>
        <p:spPr>
          <a:xfrm>
            <a:off x="7005240" y="2438280"/>
            <a:ext cx="470520" cy="433800"/>
          </a:xfrm>
          <a:prstGeom prst="ellipse">
            <a:avLst/>
          </a:prstGeom>
          <a:solidFill>
            <a:schemeClr val="accent3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474" name="TextBox 34"/>
          <p:cNvSpPr/>
          <p:nvPr/>
        </p:nvSpPr>
        <p:spPr>
          <a:xfrm>
            <a:off x="3099240" y="4699440"/>
            <a:ext cx="15850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5" name="TextBox 35"/>
          <p:cNvSpPr/>
          <p:nvPr/>
        </p:nvSpPr>
        <p:spPr>
          <a:xfrm>
            <a:off x="5046840" y="4107600"/>
            <a:ext cx="15850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6" name="TextBox 36"/>
          <p:cNvSpPr/>
          <p:nvPr/>
        </p:nvSpPr>
        <p:spPr>
          <a:xfrm>
            <a:off x="6938640" y="3483360"/>
            <a:ext cx="15850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grpSp>
        <p:nvGrpSpPr>
          <p:cNvPr id="477" name="그룹 38"/>
          <p:cNvGrpSpPr/>
          <p:nvPr/>
        </p:nvGrpSpPr>
        <p:grpSpPr>
          <a:xfrm>
            <a:off x="3241080" y="3738600"/>
            <a:ext cx="463320" cy="295920"/>
            <a:chOff x="3241080" y="3738600"/>
            <a:chExt cx="463320" cy="295920"/>
          </a:xfrm>
        </p:grpSpPr>
        <p:sp>
          <p:nvSpPr>
            <p:cNvPr id="478" name="AutoShape 68"/>
            <p:cNvSpPr/>
            <p:nvPr/>
          </p:nvSpPr>
          <p:spPr>
            <a:xfrm>
              <a:off x="3241080" y="3738600"/>
              <a:ext cx="463320" cy="29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79" name="Freeform 70"/>
            <p:cNvSpPr/>
            <p:nvPr/>
          </p:nvSpPr>
          <p:spPr>
            <a:xfrm>
              <a:off x="3295080" y="3738600"/>
              <a:ext cx="315360" cy="156600"/>
            </a:xfrm>
            <a:custGeom>
              <a:avLst/>
              <a:gdLst>
                <a:gd name="textAreaLeft" fmla="*/ 0 w 315360"/>
                <a:gd name="textAreaRight" fmla="*/ 316800 w 315360"/>
                <a:gd name="textAreaTop" fmla="*/ 0 h 156600"/>
                <a:gd name="textAreaBottom" fmla="*/ 158040 h 15660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80" name="Freeform 71"/>
            <p:cNvSpPr/>
            <p:nvPr/>
          </p:nvSpPr>
          <p:spPr>
            <a:xfrm>
              <a:off x="3241080" y="3799800"/>
              <a:ext cx="463320" cy="234360"/>
            </a:xfrm>
            <a:custGeom>
              <a:avLst/>
              <a:gdLst>
                <a:gd name="textAreaLeft" fmla="*/ 0 w 463320"/>
                <a:gd name="textAreaRight" fmla="*/ 464760 w 463320"/>
                <a:gd name="textAreaTop" fmla="*/ 0 h 234360"/>
                <a:gd name="textAreaBottom" fmla="*/ 235800 h 23436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481" name="그룹 44"/>
          <p:cNvGrpSpPr/>
          <p:nvPr/>
        </p:nvGrpSpPr>
        <p:grpSpPr>
          <a:xfrm>
            <a:off x="7126920" y="2536920"/>
            <a:ext cx="318240" cy="291600"/>
            <a:chOff x="7126920" y="2536920"/>
            <a:chExt cx="318240" cy="291600"/>
          </a:xfrm>
        </p:grpSpPr>
        <p:sp>
          <p:nvSpPr>
            <p:cNvPr id="482" name="AutoShape 116"/>
            <p:cNvSpPr/>
            <p:nvPr/>
          </p:nvSpPr>
          <p:spPr>
            <a:xfrm>
              <a:off x="7126920" y="2536920"/>
              <a:ext cx="318240" cy="29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83" name="Freeform 118"/>
            <p:cNvSpPr/>
            <p:nvPr/>
          </p:nvSpPr>
          <p:spPr>
            <a:xfrm>
              <a:off x="7134120" y="2751840"/>
              <a:ext cx="19440" cy="24480"/>
            </a:xfrm>
            <a:custGeom>
              <a:avLst/>
              <a:gdLst>
                <a:gd name="textAreaLeft" fmla="*/ 0 w 19440"/>
                <a:gd name="textAreaRight" fmla="*/ 20880 w 19440"/>
                <a:gd name="textAreaTop" fmla="*/ 0 h 24480"/>
                <a:gd name="textAreaBottom" fmla="*/ 25920 h 24480"/>
              </a:gdLst>
              <a:ahLst/>
              <a:rect l="textAreaLeft" t="textAreaTop" r="textAreaRight" b="textAreaBottom"/>
              <a:pathLst>
                <a:path w="107" h="130">
                  <a:moveTo>
                    <a:pt x="41" y="19"/>
                  </a:moveTo>
                  <a:lnTo>
                    <a:pt x="41" y="112"/>
                  </a:lnTo>
                  <a:lnTo>
                    <a:pt x="107" y="112"/>
                  </a:lnTo>
                  <a:lnTo>
                    <a:pt x="107" y="19"/>
                  </a:lnTo>
                  <a:lnTo>
                    <a:pt x="41" y="19"/>
                  </a:lnTo>
                  <a:lnTo>
                    <a:pt x="41" y="19"/>
                  </a:lnTo>
                  <a:close/>
                  <a:moveTo>
                    <a:pt x="23" y="12"/>
                  </a:moveTo>
                  <a:lnTo>
                    <a:pt x="23" y="118"/>
                  </a:lnTo>
                  <a:lnTo>
                    <a:pt x="23" y="118"/>
                  </a:lnTo>
                  <a:lnTo>
                    <a:pt x="22" y="123"/>
                  </a:lnTo>
                  <a:lnTo>
                    <a:pt x="20" y="126"/>
                  </a:lnTo>
                  <a:lnTo>
                    <a:pt x="16" y="129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6" y="129"/>
                  </a:lnTo>
                  <a:lnTo>
                    <a:pt x="3" y="126"/>
                  </a:lnTo>
                  <a:lnTo>
                    <a:pt x="1" y="123"/>
                  </a:lnTo>
                  <a:lnTo>
                    <a:pt x="0" y="11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8"/>
                  </a:lnTo>
                  <a:lnTo>
                    <a:pt x="3" y="3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1"/>
                  </a:lnTo>
                  <a:lnTo>
                    <a:pt x="20" y="3"/>
                  </a:lnTo>
                  <a:lnTo>
                    <a:pt x="22" y="8"/>
                  </a:lnTo>
                  <a:lnTo>
                    <a:pt x="23" y="12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2960" bIns="129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84" name="Freeform 119"/>
            <p:cNvSpPr/>
            <p:nvPr/>
          </p:nvSpPr>
          <p:spPr>
            <a:xfrm>
              <a:off x="7140960" y="2598120"/>
              <a:ext cx="293400" cy="19440"/>
            </a:xfrm>
            <a:custGeom>
              <a:avLst/>
              <a:gdLst>
                <a:gd name="textAreaLeft" fmla="*/ 0 w 293400"/>
                <a:gd name="textAreaRight" fmla="*/ 294840 w 293400"/>
                <a:gd name="textAreaTop" fmla="*/ 0 h 19440"/>
                <a:gd name="textAreaBottom" fmla="*/ 20880 h 19440"/>
              </a:gdLst>
              <a:ahLst/>
              <a:rect l="textAreaLeft" t="textAreaTop" r="textAreaRight" b="textAreaBottom"/>
              <a:pathLst>
                <a:path w="1477" h="109">
                  <a:moveTo>
                    <a:pt x="1477" y="109"/>
                  </a:moveTo>
                  <a:lnTo>
                    <a:pt x="1477" y="0"/>
                  </a:lnTo>
                  <a:lnTo>
                    <a:pt x="0" y="0"/>
                  </a:lnTo>
                  <a:lnTo>
                    <a:pt x="0" y="109"/>
                  </a:lnTo>
                  <a:lnTo>
                    <a:pt x="1477" y="109"/>
                  </a:lnTo>
                  <a:lnTo>
                    <a:pt x="1477" y="10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0440" bIns="104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85" name="Freeform 120"/>
            <p:cNvSpPr/>
            <p:nvPr/>
          </p:nvSpPr>
          <p:spPr>
            <a:xfrm>
              <a:off x="7148880" y="2626920"/>
              <a:ext cx="278280" cy="112320"/>
            </a:xfrm>
            <a:custGeom>
              <a:avLst/>
              <a:gdLst>
                <a:gd name="textAreaLeft" fmla="*/ 0 w 278280"/>
                <a:gd name="textAreaRight" fmla="*/ 279720 w 278280"/>
                <a:gd name="textAreaTop" fmla="*/ 0 h 112320"/>
                <a:gd name="textAreaBottom" fmla="*/ 113760 h 112320"/>
              </a:gdLst>
              <a:ahLst/>
              <a:rect l="textAreaLeft" t="textAreaTop" r="textAreaRight" b="textAreaBottom"/>
              <a:pathLst>
                <a:path w="1403" h="570">
                  <a:moveTo>
                    <a:pt x="1175" y="570"/>
                  </a:moveTo>
                  <a:lnTo>
                    <a:pt x="1175" y="570"/>
                  </a:lnTo>
                  <a:lnTo>
                    <a:pt x="1199" y="557"/>
                  </a:lnTo>
                  <a:lnTo>
                    <a:pt x="1223" y="541"/>
                  </a:lnTo>
                  <a:lnTo>
                    <a:pt x="1246" y="524"/>
                  </a:lnTo>
                  <a:lnTo>
                    <a:pt x="1267" y="506"/>
                  </a:lnTo>
                  <a:lnTo>
                    <a:pt x="1288" y="487"/>
                  </a:lnTo>
                  <a:lnTo>
                    <a:pt x="1305" y="469"/>
                  </a:lnTo>
                  <a:lnTo>
                    <a:pt x="1323" y="450"/>
                  </a:lnTo>
                  <a:lnTo>
                    <a:pt x="1339" y="431"/>
                  </a:lnTo>
                  <a:lnTo>
                    <a:pt x="1353" y="412"/>
                  </a:lnTo>
                  <a:lnTo>
                    <a:pt x="1366" y="394"/>
                  </a:lnTo>
                  <a:lnTo>
                    <a:pt x="1377" y="378"/>
                  </a:lnTo>
                  <a:lnTo>
                    <a:pt x="1386" y="362"/>
                  </a:lnTo>
                  <a:lnTo>
                    <a:pt x="1393" y="347"/>
                  </a:lnTo>
                  <a:lnTo>
                    <a:pt x="1398" y="335"/>
                  </a:lnTo>
                  <a:lnTo>
                    <a:pt x="1401" y="325"/>
                  </a:lnTo>
                  <a:lnTo>
                    <a:pt x="1403" y="316"/>
                  </a:lnTo>
                  <a:lnTo>
                    <a:pt x="1403" y="0"/>
                  </a:lnTo>
                  <a:lnTo>
                    <a:pt x="0" y="0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1" y="326"/>
                  </a:lnTo>
                  <a:lnTo>
                    <a:pt x="4" y="339"/>
                  </a:lnTo>
                  <a:lnTo>
                    <a:pt x="9" y="352"/>
                  </a:lnTo>
                  <a:lnTo>
                    <a:pt x="16" y="366"/>
                  </a:lnTo>
                  <a:lnTo>
                    <a:pt x="25" y="383"/>
                  </a:lnTo>
                  <a:lnTo>
                    <a:pt x="36" y="400"/>
                  </a:lnTo>
                  <a:lnTo>
                    <a:pt x="48" y="418"/>
                  </a:lnTo>
                  <a:lnTo>
                    <a:pt x="63" y="436"/>
                  </a:lnTo>
                  <a:lnTo>
                    <a:pt x="77" y="455"/>
                  </a:lnTo>
                  <a:lnTo>
                    <a:pt x="95" y="473"/>
                  </a:lnTo>
                  <a:lnTo>
                    <a:pt x="113" y="491"/>
                  </a:lnTo>
                  <a:lnTo>
                    <a:pt x="133" y="509"/>
                  </a:lnTo>
                  <a:lnTo>
                    <a:pt x="153" y="525"/>
                  </a:lnTo>
                  <a:lnTo>
                    <a:pt x="176" y="542"/>
                  </a:lnTo>
                  <a:lnTo>
                    <a:pt x="199" y="557"/>
                  </a:lnTo>
                  <a:lnTo>
                    <a:pt x="224" y="570"/>
                  </a:lnTo>
                  <a:lnTo>
                    <a:pt x="1175" y="570"/>
                  </a:lnTo>
                  <a:lnTo>
                    <a:pt x="1175" y="5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86" name="Freeform 121"/>
            <p:cNvSpPr/>
            <p:nvPr/>
          </p:nvSpPr>
          <p:spPr>
            <a:xfrm>
              <a:off x="7158960" y="2748960"/>
              <a:ext cx="50400" cy="31680"/>
            </a:xfrm>
            <a:custGeom>
              <a:avLst/>
              <a:gdLst>
                <a:gd name="textAreaLeft" fmla="*/ 0 w 50400"/>
                <a:gd name="textAreaRight" fmla="*/ 51840 w 50400"/>
                <a:gd name="textAreaTop" fmla="*/ 0 h 31680"/>
                <a:gd name="textAreaBottom" fmla="*/ 33120 h 31680"/>
              </a:gdLst>
              <a:ahLst/>
              <a:rect l="textAreaLeft" t="textAreaTop" r="textAreaRight" b="textAreaBottom"/>
              <a:pathLst>
                <a:path w="260" h="165">
                  <a:moveTo>
                    <a:pt x="166" y="153"/>
                  </a:moveTo>
                  <a:lnTo>
                    <a:pt x="166" y="153"/>
                  </a:lnTo>
                  <a:lnTo>
                    <a:pt x="167" y="141"/>
                  </a:lnTo>
                  <a:lnTo>
                    <a:pt x="168" y="129"/>
                  </a:lnTo>
                  <a:lnTo>
                    <a:pt x="171" y="117"/>
                  </a:lnTo>
                  <a:lnTo>
                    <a:pt x="173" y="105"/>
                  </a:lnTo>
                  <a:lnTo>
                    <a:pt x="177" y="94"/>
                  </a:lnTo>
                  <a:lnTo>
                    <a:pt x="181" y="83"/>
                  </a:lnTo>
                  <a:lnTo>
                    <a:pt x="186" y="73"/>
                  </a:lnTo>
                  <a:lnTo>
                    <a:pt x="192" y="63"/>
                  </a:lnTo>
                  <a:lnTo>
                    <a:pt x="199" y="53"/>
                  </a:lnTo>
                  <a:lnTo>
                    <a:pt x="205" y="44"/>
                  </a:lnTo>
                  <a:lnTo>
                    <a:pt x="213" y="35"/>
                  </a:lnTo>
                  <a:lnTo>
                    <a:pt x="222" y="27"/>
                  </a:lnTo>
                  <a:lnTo>
                    <a:pt x="231" y="19"/>
                  </a:lnTo>
                  <a:lnTo>
                    <a:pt x="240" y="13"/>
                  </a:lnTo>
                  <a:lnTo>
                    <a:pt x="250" y="6"/>
                  </a:lnTo>
                  <a:lnTo>
                    <a:pt x="26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8"/>
                  </a:lnTo>
                  <a:lnTo>
                    <a:pt x="2" y="161"/>
                  </a:lnTo>
                  <a:lnTo>
                    <a:pt x="5" y="164"/>
                  </a:lnTo>
                  <a:lnTo>
                    <a:pt x="10" y="165"/>
                  </a:lnTo>
                  <a:lnTo>
                    <a:pt x="167" y="165"/>
                  </a:lnTo>
                  <a:lnTo>
                    <a:pt x="167" y="165"/>
                  </a:lnTo>
                  <a:lnTo>
                    <a:pt x="166" y="153"/>
                  </a:lnTo>
                  <a:lnTo>
                    <a:pt x="166" y="15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87" name="Freeform 122"/>
            <p:cNvSpPr/>
            <p:nvPr/>
          </p:nvSpPr>
          <p:spPr>
            <a:xfrm>
              <a:off x="7196040" y="2748960"/>
              <a:ext cx="59400" cy="59400"/>
            </a:xfrm>
            <a:custGeom>
              <a:avLst/>
              <a:gdLst>
                <a:gd name="textAreaLeft" fmla="*/ 0 w 59400"/>
                <a:gd name="textAreaRight" fmla="*/ 60840 w 59400"/>
                <a:gd name="textAreaTop" fmla="*/ 0 h 59400"/>
                <a:gd name="textAreaBottom" fmla="*/ 60840 h 59400"/>
              </a:gdLst>
              <a:ahLst/>
              <a:rect l="textAreaLeft" t="textAreaTop" r="textAreaRight" b="textAreaBottom"/>
              <a:pathLst>
                <a:path w="305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30" y="266"/>
                  </a:lnTo>
                  <a:lnTo>
                    <a:pt x="119" y="263"/>
                  </a:lnTo>
                  <a:lnTo>
                    <a:pt x="108" y="260"/>
                  </a:lnTo>
                  <a:lnTo>
                    <a:pt x="98" y="254"/>
                  </a:lnTo>
                  <a:lnTo>
                    <a:pt x="89" y="249"/>
                  </a:lnTo>
                  <a:lnTo>
                    <a:pt x="80" y="242"/>
                  </a:lnTo>
                  <a:lnTo>
                    <a:pt x="72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2" y="208"/>
                  </a:lnTo>
                  <a:lnTo>
                    <a:pt x="46" y="198"/>
                  </a:lnTo>
                  <a:lnTo>
                    <a:pt x="43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6" y="109"/>
                  </a:lnTo>
                  <a:lnTo>
                    <a:pt x="52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0" y="64"/>
                  </a:lnTo>
                  <a:lnTo>
                    <a:pt x="89" y="57"/>
                  </a:lnTo>
                  <a:lnTo>
                    <a:pt x="98" y="52"/>
                  </a:lnTo>
                  <a:lnTo>
                    <a:pt x="108" y="47"/>
                  </a:lnTo>
                  <a:lnTo>
                    <a:pt x="119" y="43"/>
                  </a:lnTo>
                  <a:lnTo>
                    <a:pt x="130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5" y="38"/>
                  </a:lnTo>
                  <a:lnTo>
                    <a:pt x="176" y="41"/>
                  </a:lnTo>
                  <a:lnTo>
                    <a:pt x="187" y="43"/>
                  </a:lnTo>
                  <a:lnTo>
                    <a:pt x="198" y="47"/>
                  </a:lnTo>
                  <a:lnTo>
                    <a:pt x="208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4" y="72"/>
                  </a:lnTo>
                  <a:lnTo>
                    <a:pt x="242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3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3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2" y="226"/>
                  </a:lnTo>
                  <a:lnTo>
                    <a:pt x="234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8" y="254"/>
                  </a:lnTo>
                  <a:lnTo>
                    <a:pt x="198" y="260"/>
                  </a:lnTo>
                  <a:lnTo>
                    <a:pt x="187" y="263"/>
                  </a:lnTo>
                  <a:lnTo>
                    <a:pt x="176" y="266"/>
                  </a:lnTo>
                  <a:lnTo>
                    <a:pt x="165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7" y="1"/>
                  </a:lnTo>
                  <a:lnTo>
                    <a:pt x="122" y="4"/>
                  </a:lnTo>
                  <a:lnTo>
                    <a:pt x="108" y="8"/>
                  </a:lnTo>
                  <a:lnTo>
                    <a:pt x="93" y="13"/>
                  </a:lnTo>
                  <a:lnTo>
                    <a:pt x="80" y="19"/>
                  </a:lnTo>
                  <a:lnTo>
                    <a:pt x="67" y="27"/>
                  </a:lnTo>
                  <a:lnTo>
                    <a:pt x="56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9" y="81"/>
                  </a:lnTo>
                  <a:lnTo>
                    <a:pt x="13" y="94"/>
                  </a:lnTo>
                  <a:lnTo>
                    <a:pt x="7" y="108"/>
                  </a:lnTo>
                  <a:lnTo>
                    <a:pt x="4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4" y="184"/>
                  </a:lnTo>
                  <a:lnTo>
                    <a:pt x="7" y="198"/>
                  </a:lnTo>
                  <a:lnTo>
                    <a:pt x="13" y="213"/>
                  </a:lnTo>
                  <a:lnTo>
                    <a:pt x="19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6" y="271"/>
                  </a:lnTo>
                  <a:lnTo>
                    <a:pt x="67" y="280"/>
                  </a:lnTo>
                  <a:lnTo>
                    <a:pt x="80" y="287"/>
                  </a:lnTo>
                  <a:lnTo>
                    <a:pt x="93" y="293"/>
                  </a:lnTo>
                  <a:lnTo>
                    <a:pt x="108" y="299"/>
                  </a:lnTo>
                  <a:lnTo>
                    <a:pt x="122" y="302"/>
                  </a:lnTo>
                  <a:lnTo>
                    <a:pt x="137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8" y="304"/>
                  </a:lnTo>
                  <a:lnTo>
                    <a:pt x="184" y="302"/>
                  </a:lnTo>
                  <a:lnTo>
                    <a:pt x="198" y="299"/>
                  </a:lnTo>
                  <a:lnTo>
                    <a:pt x="212" y="293"/>
                  </a:lnTo>
                  <a:lnTo>
                    <a:pt x="225" y="287"/>
                  </a:lnTo>
                  <a:lnTo>
                    <a:pt x="238" y="280"/>
                  </a:lnTo>
                  <a:lnTo>
                    <a:pt x="250" y="271"/>
                  </a:lnTo>
                  <a:lnTo>
                    <a:pt x="261" y="261"/>
                  </a:lnTo>
                  <a:lnTo>
                    <a:pt x="271" y="250"/>
                  </a:lnTo>
                  <a:lnTo>
                    <a:pt x="279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8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5" y="153"/>
                  </a:lnTo>
                  <a:lnTo>
                    <a:pt x="305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8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9" y="69"/>
                  </a:lnTo>
                  <a:lnTo>
                    <a:pt x="271" y="56"/>
                  </a:lnTo>
                  <a:lnTo>
                    <a:pt x="261" y="45"/>
                  </a:lnTo>
                  <a:lnTo>
                    <a:pt x="250" y="36"/>
                  </a:lnTo>
                  <a:lnTo>
                    <a:pt x="238" y="27"/>
                  </a:lnTo>
                  <a:lnTo>
                    <a:pt x="225" y="19"/>
                  </a:lnTo>
                  <a:lnTo>
                    <a:pt x="212" y="13"/>
                  </a:lnTo>
                  <a:lnTo>
                    <a:pt x="198" y="8"/>
                  </a:lnTo>
                  <a:lnTo>
                    <a:pt x="184" y="4"/>
                  </a:lnTo>
                  <a:lnTo>
                    <a:pt x="168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0240" bIns="30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88" name="Freeform 123"/>
            <p:cNvSpPr/>
            <p:nvPr/>
          </p:nvSpPr>
          <p:spPr>
            <a:xfrm>
              <a:off x="7212960" y="2765880"/>
              <a:ext cx="25560" cy="25560"/>
            </a:xfrm>
            <a:custGeom>
              <a:avLst/>
              <a:gdLst>
                <a:gd name="textAreaLeft" fmla="*/ 0 w 25560"/>
                <a:gd name="textAreaRight" fmla="*/ 27000 w 25560"/>
                <a:gd name="textAreaTop" fmla="*/ 0 h 25560"/>
                <a:gd name="textAreaBottom" fmla="*/ 27000 h 25560"/>
              </a:gdLst>
              <a:ahLst/>
              <a:rect l="textAreaLeft" t="textAreaTop" r="textAreaRight" b="textAreaBottom"/>
              <a:pathLst>
                <a:path w="133" h="133">
                  <a:moveTo>
                    <a:pt x="66" y="95"/>
                  </a:moveTo>
                  <a:lnTo>
                    <a:pt x="66" y="95"/>
                  </a:lnTo>
                  <a:lnTo>
                    <a:pt x="61" y="95"/>
                  </a:lnTo>
                  <a:lnTo>
                    <a:pt x="55" y="93"/>
                  </a:lnTo>
                  <a:lnTo>
                    <a:pt x="51" y="91"/>
                  </a:lnTo>
                  <a:lnTo>
                    <a:pt x="46" y="88"/>
                  </a:lnTo>
                  <a:lnTo>
                    <a:pt x="43" y="83"/>
                  </a:lnTo>
                  <a:lnTo>
                    <a:pt x="41" y="79"/>
                  </a:lnTo>
                  <a:lnTo>
                    <a:pt x="38" y="73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2"/>
                  </a:lnTo>
                  <a:lnTo>
                    <a:pt x="41" y="56"/>
                  </a:lnTo>
                  <a:lnTo>
                    <a:pt x="43" y="51"/>
                  </a:lnTo>
                  <a:lnTo>
                    <a:pt x="46" y="47"/>
                  </a:lnTo>
                  <a:lnTo>
                    <a:pt x="51" y="43"/>
                  </a:lnTo>
                  <a:lnTo>
                    <a:pt x="55" y="41"/>
                  </a:lnTo>
                  <a:lnTo>
                    <a:pt x="61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3" y="40"/>
                  </a:lnTo>
                  <a:lnTo>
                    <a:pt x="77" y="41"/>
                  </a:lnTo>
                  <a:lnTo>
                    <a:pt x="83" y="43"/>
                  </a:lnTo>
                  <a:lnTo>
                    <a:pt x="88" y="47"/>
                  </a:lnTo>
                  <a:lnTo>
                    <a:pt x="91" y="51"/>
                  </a:lnTo>
                  <a:lnTo>
                    <a:pt x="93" y="56"/>
                  </a:lnTo>
                  <a:lnTo>
                    <a:pt x="95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5" y="73"/>
                  </a:lnTo>
                  <a:lnTo>
                    <a:pt x="93" y="79"/>
                  </a:lnTo>
                  <a:lnTo>
                    <a:pt x="91" y="83"/>
                  </a:lnTo>
                  <a:lnTo>
                    <a:pt x="88" y="88"/>
                  </a:lnTo>
                  <a:lnTo>
                    <a:pt x="83" y="91"/>
                  </a:lnTo>
                  <a:lnTo>
                    <a:pt x="77" y="93"/>
                  </a:lnTo>
                  <a:lnTo>
                    <a:pt x="73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1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2" y="29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" y="81"/>
                  </a:lnTo>
                  <a:lnTo>
                    <a:pt x="6" y="93"/>
                  </a:lnTo>
                  <a:lnTo>
                    <a:pt x="12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1" y="128"/>
                  </a:lnTo>
                  <a:lnTo>
                    <a:pt x="53" y="132"/>
                  </a:lnTo>
                  <a:lnTo>
                    <a:pt x="60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80" y="132"/>
                  </a:lnTo>
                  <a:lnTo>
                    <a:pt x="93" y="128"/>
                  </a:lnTo>
                  <a:lnTo>
                    <a:pt x="104" y="122"/>
                  </a:lnTo>
                  <a:lnTo>
                    <a:pt x="113" y="114"/>
                  </a:lnTo>
                  <a:lnTo>
                    <a:pt x="122" y="104"/>
                  </a:lnTo>
                  <a:lnTo>
                    <a:pt x="128" y="93"/>
                  </a:lnTo>
                  <a:lnTo>
                    <a:pt x="132" y="81"/>
                  </a:lnTo>
                  <a:lnTo>
                    <a:pt x="132" y="74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2" y="61"/>
                  </a:lnTo>
                  <a:lnTo>
                    <a:pt x="132" y="54"/>
                  </a:lnTo>
                  <a:lnTo>
                    <a:pt x="128" y="42"/>
                  </a:lnTo>
                  <a:lnTo>
                    <a:pt x="122" y="29"/>
                  </a:lnTo>
                  <a:lnTo>
                    <a:pt x="113" y="21"/>
                  </a:lnTo>
                  <a:lnTo>
                    <a:pt x="104" y="12"/>
                  </a:lnTo>
                  <a:lnTo>
                    <a:pt x="93" y="6"/>
                  </a:lnTo>
                  <a:lnTo>
                    <a:pt x="80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3320" bIns="133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89" name="Freeform 124"/>
            <p:cNvSpPr/>
            <p:nvPr/>
          </p:nvSpPr>
          <p:spPr>
            <a:xfrm>
              <a:off x="7242840" y="2748960"/>
              <a:ext cx="85320" cy="31680"/>
            </a:xfrm>
            <a:custGeom>
              <a:avLst/>
              <a:gdLst>
                <a:gd name="textAreaLeft" fmla="*/ 0 w 85320"/>
                <a:gd name="textAreaRight" fmla="*/ 86760 w 85320"/>
                <a:gd name="textAreaTop" fmla="*/ 0 h 31680"/>
                <a:gd name="textAreaBottom" fmla="*/ 33120 h 31680"/>
              </a:gdLst>
              <a:ahLst/>
              <a:rect l="textAreaLeft" t="textAreaTop" r="textAreaRight" b="textAreaBottom"/>
              <a:pathLst>
                <a:path w="437" h="165">
                  <a:moveTo>
                    <a:pt x="344" y="165"/>
                  </a:moveTo>
                  <a:lnTo>
                    <a:pt x="344" y="165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4" y="141"/>
                  </a:lnTo>
                  <a:lnTo>
                    <a:pt x="345" y="129"/>
                  </a:lnTo>
                  <a:lnTo>
                    <a:pt x="347" y="117"/>
                  </a:lnTo>
                  <a:lnTo>
                    <a:pt x="350" y="105"/>
                  </a:lnTo>
                  <a:lnTo>
                    <a:pt x="354" y="94"/>
                  </a:lnTo>
                  <a:lnTo>
                    <a:pt x="358" y="83"/>
                  </a:lnTo>
                  <a:lnTo>
                    <a:pt x="364" y="73"/>
                  </a:lnTo>
                  <a:lnTo>
                    <a:pt x="369" y="63"/>
                  </a:lnTo>
                  <a:lnTo>
                    <a:pt x="376" y="53"/>
                  </a:lnTo>
                  <a:lnTo>
                    <a:pt x="383" y="44"/>
                  </a:lnTo>
                  <a:lnTo>
                    <a:pt x="391" y="35"/>
                  </a:lnTo>
                  <a:lnTo>
                    <a:pt x="399" y="27"/>
                  </a:lnTo>
                  <a:lnTo>
                    <a:pt x="407" y="19"/>
                  </a:lnTo>
                  <a:lnTo>
                    <a:pt x="416" y="13"/>
                  </a:lnTo>
                  <a:lnTo>
                    <a:pt x="426" y="6"/>
                  </a:lnTo>
                  <a:lnTo>
                    <a:pt x="43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7" y="35"/>
                  </a:lnTo>
                  <a:lnTo>
                    <a:pt x="53" y="44"/>
                  </a:lnTo>
                  <a:lnTo>
                    <a:pt x="61" y="53"/>
                  </a:lnTo>
                  <a:lnTo>
                    <a:pt x="68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2" y="94"/>
                  </a:lnTo>
                  <a:lnTo>
                    <a:pt x="87" y="105"/>
                  </a:lnTo>
                  <a:lnTo>
                    <a:pt x="89" y="117"/>
                  </a:lnTo>
                  <a:lnTo>
                    <a:pt x="91" y="129"/>
                  </a:lnTo>
                  <a:lnTo>
                    <a:pt x="92" y="141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2" y="165"/>
                  </a:lnTo>
                  <a:lnTo>
                    <a:pt x="344" y="165"/>
                  </a:lnTo>
                  <a:lnTo>
                    <a:pt x="344" y="16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90" name="Freeform 125"/>
            <p:cNvSpPr/>
            <p:nvPr/>
          </p:nvSpPr>
          <p:spPr>
            <a:xfrm>
              <a:off x="7362000" y="2748960"/>
              <a:ext cx="58680" cy="31680"/>
            </a:xfrm>
            <a:custGeom>
              <a:avLst/>
              <a:gdLst>
                <a:gd name="textAreaLeft" fmla="*/ 0 w 58680"/>
                <a:gd name="textAreaRight" fmla="*/ 60120 w 58680"/>
                <a:gd name="textAreaTop" fmla="*/ 0 h 31680"/>
                <a:gd name="textAreaBottom" fmla="*/ 33120 h 31680"/>
              </a:gdLst>
              <a:ahLst/>
              <a:rect l="textAreaLeft" t="textAreaTop" r="textAreaRight" b="textAreaBottom"/>
              <a:pathLst>
                <a:path w="302" h="165">
                  <a:moveTo>
                    <a:pt x="29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6" y="35"/>
                  </a:lnTo>
                  <a:lnTo>
                    <a:pt x="54" y="44"/>
                  </a:lnTo>
                  <a:lnTo>
                    <a:pt x="61" y="53"/>
                  </a:lnTo>
                  <a:lnTo>
                    <a:pt x="67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3" y="94"/>
                  </a:lnTo>
                  <a:lnTo>
                    <a:pt x="86" y="105"/>
                  </a:lnTo>
                  <a:lnTo>
                    <a:pt x="90" y="117"/>
                  </a:lnTo>
                  <a:lnTo>
                    <a:pt x="92" y="129"/>
                  </a:lnTo>
                  <a:lnTo>
                    <a:pt x="93" y="141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65"/>
                  </a:lnTo>
                  <a:lnTo>
                    <a:pt x="292" y="165"/>
                  </a:lnTo>
                  <a:lnTo>
                    <a:pt x="292" y="165"/>
                  </a:lnTo>
                  <a:lnTo>
                    <a:pt x="295" y="164"/>
                  </a:lnTo>
                  <a:lnTo>
                    <a:pt x="299" y="161"/>
                  </a:lnTo>
                  <a:lnTo>
                    <a:pt x="301" y="158"/>
                  </a:lnTo>
                  <a:lnTo>
                    <a:pt x="302" y="155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1" y="6"/>
                  </a:lnTo>
                  <a:lnTo>
                    <a:pt x="299" y="3"/>
                  </a:lnTo>
                  <a:lnTo>
                    <a:pt x="295" y="0"/>
                  </a:lnTo>
                  <a:lnTo>
                    <a:pt x="292" y="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91" name="Freeform 126"/>
            <p:cNvSpPr/>
            <p:nvPr/>
          </p:nvSpPr>
          <p:spPr>
            <a:xfrm>
              <a:off x="7314840" y="2748960"/>
              <a:ext cx="59400" cy="59400"/>
            </a:xfrm>
            <a:custGeom>
              <a:avLst/>
              <a:gdLst>
                <a:gd name="textAreaLeft" fmla="*/ 0 w 59400"/>
                <a:gd name="textAreaRight" fmla="*/ 60840 w 59400"/>
                <a:gd name="textAreaTop" fmla="*/ 0 h 59400"/>
                <a:gd name="textAreaBottom" fmla="*/ 60840 h 59400"/>
              </a:gdLst>
              <a:ahLst/>
              <a:rect l="textAreaLeft" t="textAreaTop" r="textAreaRight" b="textAreaBottom"/>
              <a:pathLst>
                <a:path w="304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28" y="266"/>
                  </a:lnTo>
                  <a:lnTo>
                    <a:pt x="117" y="263"/>
                  </a:lnTo>
                  <a:lnTo>
                    <a:pt x="107" y="260"/>
                  </a:lnTo>
                  <a:lnTo>
                    <a:pt x="97" y="254"/>
                  </a:lnTo>
                  <a:lnTo>
                    <a:pt x="87" y="249"/>
                  </a:lnTo>
                  <a:lnTo>
                    <a:pt x="79" y="242"/>
                  </a:lnTo>
                  <a:lnTo>
                    <a:pt x="70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0" y="208"/>
                  </a:lnTo>
                  <a:lnTo>
                    <a:pt x="46" y="198"/>
                  </a:lnTo>
                  <a:lnTo>
                    <a:pt x="42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2" y="119"/>
                  </a:lnTo>
                  <a:lnTo>
                    <a:pt x="46" y="109"/>
                  </a:lnTo>
                  <a:lnTo>
                    <a:pt x="50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0" y="72"/>
                  </a:lnTo>
                  <a:lnTo>
                    <a:pt x="79" y="64"/>
                  </a:lnTo>
                  <a:lnTo>
                    <a:pt x="87" y="57"/>
                  </a:lnTo>
                  <a:lnTo>
                    <a:pt x="97" y="52"/>
                  </a:lnTo>
                  <a:lnTo>
                    <a:pt x="107" y="47"/>
                  </a:lnTo>
                  <a:lnTo>
                    <a:pt x="117" y="43"/>
                  </a:lnTo>
                  <a:lnTo>
                    <a:pt x="128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4" y="38"/>
                  </a:lnTo>
                  <a:lnTo>
                    <a:pt x="175" y="41"/>
                  </a:lnTo>
                  <a:lnTo>
                    <a:pt x="186" y="43"/>
                  </a:lnTo>
                  <a:lnTo>
                    <a:pt x="197" y="47"/>
                  </a:lnTo>
                  <a:lnTo>
                    <a:pt x="207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3" y="72"/>
                  </a:lnTo>
                  <a:lnTo>
                    <a:pt x="241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2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2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1" y="226"/>
                  </a:lnTo>
                  <a:lnTo>
                    <a:pt x="233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7" y="254"/>
                  </a:lnTo>
                  <a:lnTo>
                    <a:pt x="197" y="260"/>
                  </a:lnTo>
                  <a:lnTo>
                    <a:pt x="186" y="263"/>
                  </a:lnTo>
                  <a:lnTo>
                    <a:pt x="175" y="266"/>
                  </a:lnTo>
                  <a:lnTo>
                    <a:pt x="164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6" y="1"/>
                  </a:lnTo>
                  <a:lnTo>
                    <a:pt x="122" y="4"/>
                  </a:lnTo>
                  <a:lnTo>
                    <a:pt x="107" y="8"/>
                  </a:lnTo>
                  <a:lnTo>
                    <a:pt x="93" y="13"/>
                  </a:lnTo>
                  <a:lnTo>
                    <a:pt x="79" y="19"/>
                  </a:lnTo>
                  <a:lnTo>
                    <a:pt x="67" y="27"/>
                  </a:lnTo>
                  <a:lnTo>
                    <a:pt x="55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8" y="81"/>
                  </a:lnTo>
                  <a:lnTo>
                    <a:pt x="12" y="94"/>
                  </a:lnTo>
                  <a:lnTo>
                    <a:pt x="7" y="108"/>
                  </a:lnTo>
                  <a:lnTo>
                    <a:pt x="3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3" y="184"/>
                  </a:lnTo>
                  <a:lnTo>
                    <a:pt x="7" y="198"/>
                  </a:lnTo>
                  <a:lnTo>
                    <a:pt x="12" y="213"/>
                  </a:lnTo>
                  <a:lnTo>
                    <a:pt x="18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5" y="271"/>
                  </a:lnTo>
                  <a:lnTo>
                    <a:pt x="67" y="280"/>
                  </a:lnTo>
                  <a:lnTo>
                    <a:pt x="79" y="287"/>
                  </a:lnTo>
                  <a:lnTo>
                    <a:pt x="93" y="293"/>
                  </a:lnTo>
                  <a:lnTo>
                    <a:pt x="107" y="299"/>
                  </a:lnTo>
                  <a:lnTo>
                    <a:pt x="122" y="302"/>
                  </a:lnTo>
                  <a:lnTo>
                    <a:pt x="136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7" y="304"/>
                  </a:lnTo>
                  <a:lnTo>
                    <a:pt x="183" y="302"/>
                  </a:lnTo>
                  <a:lnTo>
                    <a:pt x="198" y="299"/>
                  </a:lnTo>
                  <a:lnTo>
                    <a:pt x="211" y="293"/>
                  </a:lnTo>
                  <a:lnTo>
                    <a:pt x="224" y="287"/>
                  </a:lnTo>
                  <a:lnTo>
                    <a:pt x="237" y="280"/>
                  </a:lnTo>
                  <a:lnTo>
                    <a:pt x="249" y="271"/>
                  </a:lnTo>
                  <a:lnTo>
                    <a:pt x="259" y="261"/>
                  </a:lnTo>
                  <a:lnTo>
                    <a:pt x="269" y="250"/>
                  </a:lnTo>
                  <a:lnTo>
                    <a:pt x="278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7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4" y="153"/>
                  </a:lnTo>
                  <a:lnTo>
                    <a:pt x="304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7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8" y="69"/>
                  </a:lnTo>
                  <a:lnTo>
                    <a:pt x="269" y="56"/>
                  </a:lnTo>
                  <a:lnTo>
                    <a:pt x="259" y="45"/>
                  </a:lnTo>
                  <a:lnTo>
                    <a:pt x="249" y="36"/>
                  </a:lnTo>
                  <a:lnTo>
                    <a:pt x="237" y="27"/>
                  </a:lnTo>
                  <a:lnTo>
                    <a:pt x="224" y="19"/>
                  </a:lnTo>
                  <a:lnTo>
                    <a:pt x="211" y="13"/>
                  </a:lnTo>
                  <a:lnTo>
                    <a:pt x="198" y="8"/>
                  </a:lnTo>
                  <a:lnTo>
                    <a:pt x="183" y="4"/>
                  </a:lnTo>
                  <a:lnTo>
                    <a:pt x="167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0240" bIns="30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92" name="Freeform 127"/>
            <p:cNvSpPr/>
            <p:nvPr/>
          </p:nvSpPr>
          <p:spPr>
            <a:xfrm>
              <a:off x="7332840" y="2765880"/>
              <a:ext cx="24480" cy="25560"/>
            </a:xfrm>
            <a:custGeom>
              <a:avLst/>
              <a:gdLst>
                <a:gd name="textAreaLeft" fmla="*/ 0 w 24480"/>
                <a:gd name="textAreaRight" fmla="*/ 25920 w 24480"/>
                <a:gd name="textAreaTop" fmla="*/ 0 h 25560"/>
                <a:gd name="textAreaBottom" fmla="*/ 27000 h 25560"/>
              </a:gdLst>
              <a:ahLst/>
              <a:rect l="textAreaLeft" t="textAreaTop" r="textAreaRight" b="textAreaBottom"/>
              <a:pathLst>
                <a:path w="132" h="133">
                  <a:moveTo>
                    <a:pt x="66" y="95"/>
                  </a:moveTo>
                  <a:lnTo>
                    <a:pt x="66" y="95"/>
                  </a:lnTo>
                  <a:lnTo>
                    <a:pt x="60" y="95"/>
                  </a:lnTo>
                  <a:lnTo>
                    <a:pt x="55" y="93"/>
                  </a:lnTo>
                  <a:lnTo>
                    <a:pt x="50" y="91"/>
                  </a:lnTo>
                  <a:lnTo>
                    <a:pt x="46" y="88"/>
                  </a:lnTo>
                  <a:lnTo>
                    <a:pt x="42" y="83"/>
                  </a:lnTo>
                  <a:lnTo>
                    <a:pt x="39" y="79"/>
                  </a:lnTo>
                  <a:lnTo>
                    <a:pt x="38" y="7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8" y="62"/>
                  </a:lnTo>
                  <a:lnTo>
                    <a:pt x="39" y="56"/>
                  </a:lnTo>
                  <a:lnTo>
                    <a:pt x="42" y="51"/>
                  </a:lnTo>
                  <a:lnTo>
                    <a:pt x="46" y="47"/>
                  </a:lnTo>
                  <a:lnTo>
                    <a:pt x="50" y="43"/>
                  </a:lnTo>
                  <a:lnTo>
                    <a:pt x="55" y="41"/>
                  </a:lnTo>
                  <a:lnTo>
                    <a:pt x="60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1" y="40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6" y="47"/>
                  </a:lnTo>
                  <a:lnTo>
                    <a:pt x="89" y="51"/>
                  </a:lnTo>
                  <a:lnTo>
                    <a:pt x="93" y="56"/>
                  </a:lnTo>
                  <a:lnTo>
                    <a:pt x="94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4" y="73"/>
                  </a:lnTo>
                  <a:lnTo>
                    <a:pt x="93" y="79"/>
                  </a:lnTo>
                  <a:lnTo>
                    <a:pt x="89" y="83"/>
                  </a:lnTo>
                  <a:lnTo>
                    <a:pt x="86" y="88"/>
                  </a:lnTo>
                  <a:lnTo>
                    <a:pt x="81" y="91"/>
                  </a:lnTo>
                  <a:lnTo>
                    <a:pt x="77" y="93"/>
                  </a:lnTo>
                  <a:lnTo>
                    <a:pt x="71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59" y="2"/>
                  </a:lnTo>
                  <a:lnTo>
                    <a:pt x="52" y="3"/>
                  </a:lnTo>
                  <a:lnTo>
                    <a:pt x="40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1" y="29"/>
                  </a:lnTo>
                  <a:lnTo>
                    <a:pt x="4" y="42"/>
                  </a:lnTo>
                  <a:lnTo>
                    <a:pt x="1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4" y="93"/>
                  </a:lnTo>
                  <a:lnTo>
                    <a:pt x="11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0" y="128"/>
                  </a:lnTo>
                  <a:lnTo>
                    <a:pt x="52" y="132"/>
                  </a:lnTo>
                  <a:lnTo>
                    <a:pt x="59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79" y="132"/>
                  </a:lnTo>
                  <a:lnTo>
                    <a:pt x="92" y="128"/>
                  </a:lnTo>
                  <a:lnTo>
                    <a:pt x="103" y="122"/>
                  </a:lnTo>
                  <a:lnTo>
                    <a:pt x="113" y="114"/>
                  </a:lnTo>
                  <a:lnTo>
                    <a:pt x="121" y="104"/>
                  </a:lnTo>
                  <a:lnTo>
                    <a:pt x="127" y="93"/>
                  </a:lnTo>
                  <a:lnTo>
                    <a:pt x="131" y="81"/>
                  </a:lnTo>
                  <a:lnTo>
                    <a:pt x="132" y="74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61"/>
                  </a:lnTo>
                  <a:lnTo>
                    <a:pt x="131" y="54"/>
                  </a:lnTo>
                  <a:lnTo>
                    <a:pt x="127" y="42"/>
                  </a:lnTo>
                  <a:lnTo>
                    <a:pt x="121" y="29"/>
                  </a:lnTo>
                  <a:lnTo>
                    <a:pt x="113" y="21"/>
                  </a:lnTo>
                  <a:lnTo>
                    <a:pt x="103" y="12"/>
                  </a:lnTo>
                  <a:lnTo>
                    <a:pt x="92" y="6"/>
                  </a:lnTo>
                  <a:lnTo>
                    <a:pt x="79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3320" bIns="133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93" name="Freeform 128"/>
            <p:cNvSpPr/>
            <p:nvPr/>
          </p:nvSpPr>
          <p:spPr>
            <a:xfrm>
              <a:off x="7260840" y="2786760"/>
              <a:ext cx="49680" cy="16560"/>
            </a:xfrm>
            <a:custGeom>
              <a:avLst/>
              <a:gdLst>
                <a:gd name="textAreaLeft" fmla="*/ 0 w 49680"/>
                <a:gd name="textAreaRight" fmla="*/ 51120 w 49680"/>
                <a:gd name="textAreaTop" fmla="*/ 0 h 16560"/>
                <a:gd name="textAreaBottom" fmla="*/ 18000 h 16560"/>
              </a:gdLst>
              <a:ahLst/>
              <a:rect l="textAreaLeft" t="textAreaTop" r="textAreaRight" b="textAreaBottom"/>
              <a:pathLst>
                <a:path w="256" h="92">
                  <a:moveTo>
                    <a:pt x="0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1" y="27"/>
                  </a:lnTo>
                  <a:lnTo>
                    <a:pt x="4" y="35"/>
                  </a:lnTo>
                  <a:lnTo>
                    <a:pt x="6" y="43"/>
                  </a:lnTo>
                  <a:lnTo>
                    <a:pt x="9" y="49"/>
                  </a:lnTo>
                  <a:lnTo>
                    <a:pt x="14" y="56"/>
                  </a:lnTo>
                  <a:lnTo>
                    <a:pt x="18" y="63"/>
                  </a:lnTo>
                  <a:lnTo>
                    <a:pt x="24" y="69"/>
                  </a:lnTo>
                  <a:lnTo>
                    <a:pt x="29" y="73"/>
                  </a:lnTo>
                  <a:lnTo>
                    <a:pt x="36" y="79"/>
                  </a:lnTo>
                  <a:lnTo>
                    <a:pt x="43" y="82"/>
                  </a:lnTo>
                  <a:lnTo>
                    <a:pt x="49" y="85"/>
                  </a:lnTo>
                  <a:lnTo>
                    <a:pt x="57" y="89"/>
                  </a:lnTo>
                  <a:lnTo>
                    <a:pt x="65" y="91"/>
                  </a:lnTo>
                  <a:lnTo>
                    <a:pt x="73" y="92"/>
                  </a:lnTo>
                  <a:lnTo>
                    <a:pt x="81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83" y="92"/>
                  </a:lnTo>
                  <a:lnTo>
                    <a:pt x="191" y="91"/>
                  </a:lnTo>
                  <a:lnTo>
                    <a:pt x="199" y="89"/>
                  </a:lnTo>
                  <a:lnTo>
                    <a:pt x="207" y="85"/>
                  </a:lnTo>
                  <a:lnTo>
                    <a:pt x="214" y="82"/>
                  </a:lnTo>
                  <a:lnTo>
                    <a:pt x="220" y="79"/>
                  </a:lnTo>
                  <a:lnTo>
                    <a:pt x="227" y="73"/>
                  </a:lnTo>
                  <a:lnTo>
                    <a:pt x="233" y="69"/>
                  </a:lnTo>
                  <a:lnTo>
                    <a:pt x="238" y="63"/>
                  </a:lnTo>
                  <a:lnTo>
                    <a:pt x="243" y="56"/>
                  </a:lnTo>
                  <a:lnTo>
                    <a:pt x="246" y="49"/>
                  </a:lnTo>
                  <a:lnTo>
                    <a:pt x="249" y="43"/>
                  </a:lnTo>
                  <a:lnTo>
                    <a:pt x="253" y="35"/>
                  </a:lnTo>
                  <a:lnTo>
                    <a:pt x="255" y="27"/>
                  </a:lnTo>
                  <a:lnTo>
                    <a:pt x="256" y="19"/>
                  </a:lnTo>
                  <a:lnTo>
                    <a:pt x="256" y="11"/>
                  </a:lnTo>
                  <a:lnTo>
                    <a:pt x="2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9000" bIns="9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94" name="Freeform 129"/>
            <p:cNvSpPr/>
            <p:nvPr/>
          </p:nvSpPr>
          <p:spPr>
            <a:xfrm>
              <a:off x="7126920" y="2809800"/>
              <a:ext cx="318240" cy="5400"/>
            </a:xfrm>
            <a:custGeom>
              <a:avLst/>
              <a:gdLst>
                <a:gd name="textAreaLeft" fmla="*/ 0 w 318240"/>
                <a:gd name="textAreaRight" fmla="*/ 319680 w 318240"/>
                <a:gd name="textAreaTop" fmla="*/ 0 h 5400"/>
                <a:gd name="textAreaBottom" fmla="*/ 6840 h 5400"/>
              </a:gdLst>
              <a:ahLst/>
              <a:rect l="textAreaLeft" t="textAreaTop" r="textAreaRight" b="textAreaBottom"/>
              <a:pathLst>
                <a:path w="1600" h="32">
                  <a:moveTo>
                    <a:pt x="1600" y="15"/>
                  </a:moveTo>
                  <a:lnTo>
                    <a:pt x="1600" y="15"/>
                  </a:lnTo>
                  <a:lnTo>
                    <a:pt x="1600" y="19"/>
                  </a:lnTo>
                  <a:lnTo>
                    <a:pt x="1599" y="22"/>
                  </a:lnTo>
                  <a:lnTo>
                    <a:pt x="1596" y="28"/>
                  </a:lnTo>
                  <a:lnTo>
                    <a:pt x="1590" y="31"/>
                  </a:lnTo>
                  <a:lnTo>
                    <a:pt x="1587" y="32"/>
                  </a:lnTo>
                  <a:lnTo>
                    <a:pt x="1583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4" y="28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4" y="4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583" y="0"/>
                  </a:lnTo>
                  <a:lnTo>
                    <a:pt x="1583" y="0"/>
                  </a:lnTo>
                  <a:lnTo>
                    <a:pt x="1587" y="0"/>
                  </a:lnTo>
                  <a:lnTo>
                    <a:pt x="1590" y="1"/>
                  </a:lnTo>
                  <a:lnTo>
                    <a:pt x="1596" y="4"/>
                  </a:lnTo>
                  <a:lnTo>
                    <a:pt x="1599" y="10"/>
                  </a:lnTo>
                  <a:lnTo>
                    <a:pt x="1600" y="12"/>
                  </a:lnTo>
                  <a:lnTo>
                    <a:pt x="1600" y="15"/>
                  </a:lnTo>
                  <a:lnTo>
                    <a:pt x="1600" y="15"/>
                  </a:lnTo>
                  <a:lnTo>
                    <a:pt x="1600" y="1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240" bIns="3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95" name="Freeform 130"/>
            <p:cNvSpPr/>
            <p:nvPr/>
          </p:nvSpPr>
          <p:spPr>
            <a:xfrm>
              <a:off x="7424640" y="2751840"/>
              <a:ext cx="20520" cy="24480"/>
            </a:xfrm>
            <a:custGeom>
              <a:avLst/>
              <a:gdLst>
                <a:gd name="textAreaLeft" fmla="*/ 0 w 20520"/>
                <a:gd name="textAreaRight" fmla="*/ 21960 w 20520"/>
                <a:gd name="textAreaTop" fmla="*/ 0 h 24480"/>
                <a:gd name="textAreaBottom" fmla="*/ 25920 h 24480"/>
              </a:gdLst>
              <a:ahLst/>
              <a:rect l="textAreaLeft" t="textAreaTop" r="textAreaRight" b="textAreaBottom"/>
              <a:pathLst>
                <a:path w="107" h="130">
                  <a:moveTo>
                    <a:pt x="0" y="19"/>
                  </a:moveTo>
                  <a:lnTo>
                    <a:pt x="0" y="112"/>
                  </a:lnTo>
                  <a:lnTo>
                    <a:pt x="66" y="112"/>
                  </a:lnTo>
                  <a:lnTo>
                    <a:pt x="66" y="19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95" y="0"/>
                  </a:moveTo>
                  <a:lnTo>
                    <a:pt x="95" y="0"/>
                  </a:lnTo>
                  <a:lnTo>
                    <a:pt x="99" y="1"/>
                  </a:lnTo>
                  <a:lnTo>
                    <a:pt x="104" y="3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6" y="123"/>
                  </a:lnTo>
                  <a:lnTo>
                    <a:pt x="104" y="126"/>
                  </a:lnTo>
                  <a:lnTo>
                    <a:pt x="99" y="129"/>
                  </a:lnTo>
                  <a:lnTo>
                    <a:pt x="95" y="130"/>
                  </a:lnTo>
                  <a:lnTo>
                    <a:pt x="95" y="130"/>
                  </a:lnTo>
                  <a:lnTo>
                    <a:pt x="90" y="129"/>
                  </a:lnTo>
                  <a:lnTo>
                    <a:pt x="86" y="126"/>
                  </a:lnTo>
                  <a:lnTo>
                    <a:pt x="83" y="123"/>
                  </a:lnTo>
                  <a:lnTo>
                    <a:pt x="82" y="118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3" y="8"/>
                  </a:lnTo>
                  <a:lnTo>
                    <a:pt x="86" y="3"/>
                  </a:lnTo>
                  <a:lnTo>
                    <a:pt x="90" y="1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2960" bIns="129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96" name="Freeform 131"/>
            <p:cNvSpPr/>
            <p:nvPr/>
          </p:nvSpPr>
          <p:spPr>
            <a:xfrm>
              <a:off x="7130880" y="2818800"/>
              <a:ext cx="311400" cy="9720"/>
            </a:xfrm>
            <a:custGeom>
              <a:avLst/>
              <a:gdLst>
                <a:gd name="textAreaLeft" fmla="*/ 0 w 311400"/>
                <a:gd name="textAreaRight" fmla="*/ 312840 w 311400"/>
                <a:gd name="textAreaTop" fmla="*/ 0 h 9720"/>
                <a:gd name="textAreaBottom" fmla="*/ 11160 h 9720"/>
              </a:gdLst>
              <a:ahLst/>
              <a:rect l="textAreaLeft" t="textAreaTop" r="textAreaRight" b="textAreaBottom"/>
              <a:pathLst>
                <a:path w="1565" h="55">
                  <a:moveTo>
                    <a:pt x="1565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565" y="0"/>
                  </a:lnTo>
                  <a:lnTo>
                    <a:pt x="1565" y="55"/>
                  </a:lnTo>
                  <a:lnTo>
                    <a:pt x="1565" y="5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5400" bIns="5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97" name="Freeform 132"/>
            <p:cNvSpPr/>
            <p:nvPr/>
          </p:nvSpPr>
          <p:spPr>
            <a:xfrm>
              <a:off x="7237800" y="2536920"/>
              <a:ext cx="170280" cy="52560"/>
            </a:xfrm>
            <a:custGeom>
              <a:avLst/>
              <a:gdLst>
                <a:gd name="textAreaLeft" fmla="*/ 0 w 170280"/>
                <a:gd name="textAreaRight" fmla="*/ 171720 w 170280"/>
                <a:gd name="textAreaTop" fmla="*/ 0 h 52560"/>
                <a:gd name="textAreaBottom" fmla="*/ 54000 h 52560"/>
              </a:gdLst>
              <a:ahLst/>
              <a:rect l="textAreaLeft" t="textAreaTop" r="textAreaRight" b="textAreaBottom"/>
              <a:pathLst>
                <a:path w="864" h="270">
                  <a:moveTo>
                    <a:pt x="338" y="270"/>
                  </a:moveTo>
                  <a:lnTo>
                    <a:pt x="864" y="270"/>
                  </a:lnTo>
                  <a:lnTo>
                    <a:pt x="320" y="13"/>
                  </a:lnTo>
                  <a:lnTo>
                    <a:pt x="320" y="13"/>
                  </a:lnTo>
                  <a:lnTo>
                    <a:pt x="305" y="8"/>
                  </a:lnTo>
                  <a:lnTo>
                    <a:pt x="288" y="3"/>
                  </a:lnTo>
                  <a:lnTo>
                    <a:pt x="270" y="1"/>
                  </a:lnTo>
                  <a:lnTo>
                    <a:pt x="251" y="0"/>
                  </a:lnTo>
                  <a:lnTo>
                    <a:pt x="234" y="1"/>
                  </a:lnTo>
                  <a:lnTo>
                    <a:pt x="216" y="3"/>
                  </a:lnTo>
                  <a:lnTo>
                    <a:pt x="199" y="8"/>
                  </a:lnTo>
                  <a:lnTo>
                    <a:pt x="184" y="13"/>
                  </a:lnTo>
                  <a:lnTo>
                    <a:pt x="0" y="101"/>
                  </a:lnTo>
                  <a:lnTo>
                    <a:pt x="338" y="270"/>
                  </a:lnTo>
                  <a:lnTo>
                    <a:pt x="338" y="2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7000" bIns="27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498" name="Freeform 133"/>
            <p:cNvSpPr/>
            <p:nvPr/>
          </p:nvSpPr>
          <p:spPr>
            <a:xfrm>
              <a:off x="7153920" y="2558160"/>
              <a:ext cx="140400" cy="31680"/>
            </a:xfrm>
            <a:custGeom>
              <a:avLst/>
              <a:gdLst>
                <a:gd name="textAreaLeft" fmla="*/ 0 w 140400"/>
                <a:gd name="textAreaRight" fmla="*/ 141840 w 140400"/>
                <a:gd name="textAreaTop" fmla="*/ 0 h 31680"/>
                <a:gd name="textAreaBottom" fmla="*/ 33120 h 31680"/>
              </a:gdLst>
              <a:ahLst/>
              <a:rect l="textAreaLeft" t="textAreaTop" r="textAreaRight" b="textAreaBottom"/>
              <a:pathLst>
                <a:path w="712" h="167">
                  <a:moveTo>
                    <a:pt x="712" y="167"/>
                  </a:moveTo>
                  <a:lnTo>
                    <a:pt x="395" y="8"/>
                  </a:lnTo>
                  <a:lnTo>
                    <a:pt x="395" y="8"/>
                  </a:lnTo>
                  <a:lnTo>
                    <a:pt x="387" y="4"/>
                  </a:lnTo>
                  <a:lnTo>
                    <a:pt x="376" y="2"/>
                  </a:lnTo>
                  <a:lnTo>
                    <a:pt x="366" y="0"/>
                  </a:lnTo>
                  <a:lnTo>
                    <a:pt x="356" y="0"/>
                  </a:lnTo>
                  <a:lnTo>
                    <a:pt x="345" y="0"/>
                  </a:lnTo>
                  <a:lnTo>
                    <a:pt x="335" y="2"/>
                  </a:lnTo>
                  <a:lnTo>
                    <a:pt x="325" y="4"/>
                  </a:lnTo>
                  <a:lnTo>
                    <a:pt x="316" y="8"/>
                  </a:lnTo>
                  <a:lnTo>
                    <a:pt x="0" y="167"/>
                  </a:lnTo>
                  <a:lnTo>
                    <a:pt x="712" y="167"/>
                  </a:lnTo>
                  <a:lnTo>
                    <a:pt x="712" y="16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sldNum" idx="31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28F74F-02EC-4CB7-87D4-D8A2B75992F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03" name="PlaceHolder 5"/>
          <p:cNvSpPr>
            <a:spLocks noGrp="1"/>
          </p:cNvSpPr>
          <p:nvPr>
            <p:ph type="ftr" idx="32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504" name="그룹 5"/>
          <p:cNvGrpSpPr/>
          <p:nvPr/>
        </p:nvGrpSpPr>
        <p:grpSpPr>
          <a:xfrm>
            <a:off x="2579040" y="2078280"/>
            <a:ext cx="4489560" cy="578880"/>
            <a:chOff x="2579040" y="2078280"/>
            <a:chExt cx="4489560" cy="578880"/>
          </a:xfrm>
        </p:grpSpPr>
        <p:grpSp>
          <p:nvGrpSpPr>
            <p:cNvPr id="505" name="그룹 19"/>
            <p:cNvGrpSpPr/>
            <p:nvPr/>
          </p:nvGrpSpPr>
          <p:grpSpPr>
            <a:xfrm>
              <a:off x="2579040" y="2404080"/>
              <a:ext cx="4489560" cy="253080"/>
              <a:chOff x="2579040" y="2404080"/>
              <a:chExt cx="4489560" cy="253080"/>
            </a:xfrm>
          </p:grpSpPr>
          <p:cxnSp>
            <p:nvCxnSpPr>
              <p:cNvPr id="506" name="직선 연결선 21"/>
              <p:cNvCxnSpPr/>
              <p:nvPr/>
            </p:nvCxnSpPr>
            <p:spPr>
              <a:xfrm flipV="1">
                <a:off x="7067520" y="2404080"/>
                <a:ext cx="1440" cy="25344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  <p:cxnSp>
            <p:nvCxnSpPr>
              <p:cNvPr id="507" name="직선 연결선 22"/>
              <p:cNvCxnSpPr/>
              <p:nvPr/>
            </p:nvCxnSpPr>
            <p:spPr>
              <a:xfrm flipV="1">
                <a:off x="2579040" y="2404080"/>
                <a:ext cx="1440" cy="25344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  <p:cxnSp>
            <p:nvCxnSpPr>
              <p:cNvPr id="508" name="직선 연결선 23"/>
              <p:cNvCxnSpPr/>
              <p:nvPr/>
            </p:nvCxnSpPr>
            <p:spPr>
              <a:xfrm>
                <a:off x="2579040" y="2411640"/>
                <a:ext cx="4489920" cy="144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  <p:cxnSp>
            <p:nvCxnSpPr>
              <p:cNvPr id="509" name="직선 연결선 24"/>
              <p:cNvCxnSpPr/>
              <p:nvPr/>
            </p:nvCxnSpPr>
            <p:spPr>
              <a:xfrm flipV="1">
                <a:off x="4834440" y="2404080"/>
                <a:ext cx="1440" cy="25344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</p:grpSp>
        <p:cxnSp>
          <p:nvCxnSpPr>
            <p:cNvPr id="510" name="직선 연결선 20"/>
            <p:cNvCxnSpPr/>
            <p:nvPr/>
          </p:nvCxnSpPr>
          <p:spPr>
            <a:xfrm flipV="1">
              <a:off x="4834440" y="2078280"/>
              <a:ext cx="1440" cy="33120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sp>
        <p:nvSpPr>
          <p:cNvPr id="511" name="직사각형 6"/>
          <p:cNvSpPr/>
          <p:nvPr/>
        </p:nvSpPr>
        <p:spPr>
          <a:xfrm>
            <a:off x="3754800" y="1659960"/>
            <a:ext cx="2158560" cy="46656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12" name="직사각형 16"/>
          <p:cNvSpPr/>
          <p:nvPr/>
        </p:nvSpPr>
        <p:spPr>
          <a:xfrm>
            <a:off x="6257520" y="3117600"/>
            <a:ext cx="2518560" cy="284256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3" name="직사각형 17"/>
          <p:cNvSpPr/>
          <p:nvPr/>
        </p:nvSpPr>
        <p:spPr>
          <a:xfrm>
            <a:off x="6257520" y="2649600"/>
            <a:ext cx="2518560" cy="46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4" name="직사각형 13"/>
          <p:cNvSpPr/>
          <p:nvPr/>
        </p:nvSpPr>
        <p:spPr>
          <a:xfrm>
            <a:off x="858240" y="3117600"/>
            <a:ext cx="2518560" cy="284256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5" name="직사각형 14"/>
          <p:cNvSpPr/>
          <p:nvPr/>
        </p:nvSpPr>
        <p:spPr>
          <a:xfrm>
            <a:off x="858240" y="2649600"/>
            <a:ext cx="2518560" cy="46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6" name="직사각형 10"/>
          <p:cNvSpPr/>
          <p:nvPr/>
        </p:nvSpPr>
        <p:spPr>
          <a:xfrm>
            <a:off x="3557880" y="3117600"/>
            <a:ext cx="2518560" cy="284256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7" name="직사각형 11"/>
          <p:cNvSpPr/>
          <p:nvPr/>
        </p:nvSpPr>
        <p:spPr>
          <a:xfrm>
            <a:off x="3557880" y="2649600"/>
            <a:ext cx="2518560" cy="46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520" name="직선 연결선 46"/>
          <p:cNvCxnSpPr/>
          <p:nvPr/>
        </p:nvCxnSpPr>
        <p:spPr>
          <a:xfrm>
            <a:off x="4779000" y="2889000"/>
            <a:ext cx="361440" cy="144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52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sldNum" idx="33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22E9DE4-041E-4CD9-8320-52057420352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ftr" idx="34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25" name="자유형 5"/>
          <p:cNvSpPr/>
          <p:nvPr/>
        </p:nvSpPr>
        <p:spPr>
          <a:xfrm>
            <a:off x="4962600" y="2407320"/>
            <a:ext cx="1472400" cy="1119240"/>
          </a:xfrm>
          <a:custGeom>
            <a:avLst/>
            <a:gdLst>
              <a:gd name="textAreaLeft" fmla="*/ 0 w 1472400"/>
              <a:gd name="textAreaRight" fmla="*/ 1473480 w 1472400"/>
              <a:gd name="textAreaTop" fmla="*/ 0 h 1119240"/>
              <a:gd name="textAreaBottom" fmla="*/ 1120320 h 1119240"/>
            </a:gdLst>
            <a:ahLst/>
            <a:rect l="textAreaLeft" t="textAreaTop" r="textAreaRight" b="textAreaBottom"/>
            <a:pathLst>
              <a:path w="1473853" h="1120615">
                <a:moveTo>
                  <a:pt x="0" y="0"/>
                </a:moveTo>
                <a:lnTo>
                  <a:pt x="0" y="992719"/>
                </a:lnTo>
                <a:lnTo>
                  <a:pt x="1473853" y="992719"/>
                </a:lnTo>
                <a:lnTo>
                  <a:pt x="1473853" y="1120615"/>
                </a:lnTo>
              </a:path>
            </a:pathLst>
          </a:custGeom>
          <a:noFill/>
          <a:ln w="1270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526" name="자유형 6"/>
          <p:cNvSpPr/>
          <p:nvPr/>
        </p:nvSpPr>
        <p:spPr>
          <a:xfrm>
            <a:off x="3485520" y="2407320"/>
            <a:ext cx="1472400" cy="1119240"/>
          </a:xfrm>
          <a:custGeom>
            <a:avLst/>
            <a:gdLst>
              <a:gd name="textAreaLeft" fmla="*/ 0 w 1472400"/>
              <a:gd name="textAreaRight" fmla="*/ 1473480 w 1472400"/>
              <a:gd name="textAreaTop" fmla="*/ 0 h 1119240"/>
              <a:gd name="textAreaBottom" fmla="*/ 1120320 h 1119240"/>
            </a:gdLst>
            <a:ahLst/>
            <a:rect l="textAreaLeft" t="textAreaTop" r="textAreaRight" b="textAreaBottom"/>
            <a:pathLst>
              <a:path w="1473853" h="1120615">
                <a:moveTo>
                  <a:pt x="1473853" y="0"/>
                </a:moveTo>
                <a:lnTo>
                  <a:pt x="1473853" y="992719"/>
                </a:lnTo>
                <a:lnTo>
                  <a:pt x="0" y="992719"/>
                </a:lnTo>
                <a:lnTo>
                  <a:pt x="0" y="1120615"/>
                </a:lnTo>
              </a:path>
            </a:pathLst>
          </a:custGeom>
          <a:noFill/>
          <a:ln w="6350">
            <a:solidFill>
              <a:srgbClr val="7575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527" name="직선 연결선 8"/>
          <p:cNvCxnSpPr/>
          <p:nvPr/>
        </p:nvCxnSpPr>
        <p:spPr>
          <a:xfrm>
            <a:off x="4959720" y="3396960"/>
            <a:ext cx="1440" cy="13248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528" name="자유형 11"/>
          <p:cNvSpPr/>
          <p:nvPr/>
        </p:nvSpPr>
        <p:spPr>
          <a:xfrm>
            <a:off x="4353480" y="17982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CEO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cxnSp>
        <p:nvCxnSpPr>
          <p:cNvPr id="529" name="직선 연결선 12"/>
          <p:cNvCxnSpPr/>
          <p:nvPr/>
        </p:nvCxnSpPr>
        <p:spPr>
          <a:xfrm>
            <a:off x="2041560" y="3396960"/>
            <a:ext cx="1440" cy="196848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530" name="직선 연결선 13"/>
          <p:cNvCxnSpPr/>
          <p:nvPr/>
        </p:nvCxnSpPr>
        <p:spPr>
          <a:xfrm>
            <a:off x="3489840" y="4136760"/>
            <a:ext cx="1440" cy="122868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531" name="직선 연결선 14"/>
          <p:cNvCxnSpPr/>
          <p:nvPr/>
        </p:nvCxnSpPr>
        <p:spPr>
          <a:xfrm>
            <a:off x="4959000" y="4136760"/>
            <a:ext cx="1440" cy="122868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532" name="직선 연결선 15"/>
          <p:cNvCxnSpPr/>
          <p:nvPr/>
        </p:nvCxnSpPr>
        <p:spPr>
          <a:xfrm>
            <a:off x="6447960" y="4136760"/>
            <a:ext cx="1440" cy="122868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533" name="직선 연결선 16"/>
          <p:cNvCxnSpPr/>
          <p:nvPr/>
        </p:nvCxnSpPr>
        <p:spPr>
          <a:xfrm>
            <a:off x="7903080" y="3396960"/>
            <a:ext cx="1440" cy="196848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534" name="자유형 17"/>
          <p:cNvSpPr/>
          <p:nvPr/>
        </p:nvSpPr>
        <p:spPr>
          <a:xfrm>
            <a:off x="2879640" y="35280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5" name="자유형 18"/>
          <p:cNvSpPr/>
          <p:nvPr/>
        </p:nvSpPr>
        <p:spPr>
          <a:xfrm>
            <a:off x="4353480" y="35280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6" name="자유형 19"/>
          <p:cNvSpPr/>
          <p:nvPr/>
        </p:nvSpPr>
        <p:spPr>
          <a:xfrm>
            <a:off x="5827320" y="35280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7" name="자유형 20"/>
          <p:cNvSpPr/>
          <p:nvPr/>
        </p:nvSpPr>
        <p:spPr>
          <a:xfrm>
            <a:off x="1405800" y="441612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8" name="자유형 21"/>
          <p:cNvSpPr/>
          <p:nvPr/>
        </p:nvSpPr>
        <p:spPr>
          <a:xfrm>
            <a:off x="1405800" y="53046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9" name="자유형 22"/>
          <p:cNvSpPr/>
          <p:nvPr/>
        </p:nvSpPr>
        <p:spPr>
          <a:xfrm>
            <a:off x="1405800" y="35280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0" name="자유형 23"/>
          <p:cNvSpPr/>
          <p:nvPr/>
        </p:nvSpPr>
        <p:spPr>
          <a:xfrm>
            <a:off x="7301160" y="35280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1" name="자유형 24"/>
          <p:cNvSpPr/>
          <p:nvPr/>
        </p:nvSpPr>
        <p:spPr>
          <a:xfrm>
            <a:off x="2879640" y="441612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2" name="자유형 25"/>
          <p:cNvSpPr/>
          <p:nvPr/>
        </p:nvSpPr>
        <p:spPr>
          <a:xfrm>
            <a:off x="2879640" y="53046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3" name="자유형 26"/>
          <p:cNvSpPr/>
          <p:nvPr/>
        </p:nvSpPr>
        <p:spPr>
          <a:xfrm>
            <a:off x="4353480" y="441612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4" name="자유형 27"/>
          <p:cNvSpPr/>
          <p:nvPr/>
        </p:nvSpPr>
        <p:spPr>
          <a:xfrm>
            <a:off x="4353480" y="53046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5" name="자유형 28"/>
          <p:cNvSpPr/>
          <p:nvPr/>
        </p:nvSpPr>
        <p:spPr>
          <a:xfrm>
            <a:off x="5827320" y="441612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6" name="자유형 29"/>
          <p:cNvSpPr/>
          <p:nvPr/>
        </p:nvSpPr>
        <p:spPr>
          <a:xfrm>
            <a:off x="5827320" y="53046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7" name="자유형 30"/>
          <p:cNvSpPr/>
          <p:nvPr/>
        </p:nvSpPr>
        <p:spPr>
          <a:xfrm>
            <a:off x="7301160" y="441612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8" name="자유형 31"/>
          <p:cNvSpPr/>
          <p:nvPr/>
        </p:nvSpPr>
        <p:spPr>
          <a:xfrm>
            <a:off x="7301160" y="530460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549" name="직선 연결선 32"/>
          <p:cNvCxnSpPr/>
          <p:nvPr/>
        </p:nvCxnSpPr>
        <p:spPr>
          <a:xfrm>
            <a:off x="2041560" y="3396960"/>
            <a:ext cx="5870160" cy="144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550" name="자유형 7"/>
          <p:cNvSpPr/>
          <p:nvPr/>
        </p:nvSpPr>
        <p:spPr>
          <a:xfrm>
            <a:off x="3611520" y="259164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1" name="자유형 9"/>
          <p:cNvSpPr/>
          <p:nvPr/>
        </p:nvSpPr>
        <p:spPr>
          <a:xfrm>
            <a:off x="5103000" y="2591640"/>
            <a:ext cx="1216800" cy="607680"/>
          </a:xfrm>
          <a:custGeom>
            <a:avLst/>
            <a:gdLst>
              <a:gd name="textAreaLeft" fmla="*/ 0 w 1216800"/>
              <a:gd name="textAreaRight" fmla="*/ 1218240 w 1216800"/>
              <a:gd name="textAreaTop" fmla="*/ 0 h 607680"/>
              <a:gd name="textAreaBottom" fmla="*/ 609120 h 60768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5" name="PlaceHolder 4"/>
          <p:cNvSpPr>
            <a:spLocks noGrp="1"/>
          </p:cNvSpPr>
          <p:nvPr>
            <p:ph type="sldNum" idx="35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2E68B27-BD76-4C59-A81E-369F2CBD01E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56" name="PlaceHolder 5"/>
          <p:cNvSpPr>
            <a:spLocks noGrp="1"/>
          </p:cNvSpPr>
          <p:nvPr>
            <p:ph type="ftr" idx="36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557" name="그룹 4"/>
          <p:cNvGrpSpPr/>
          <p:nvPr/>
        </p:nvGrpSpPr>
        <p:grpSpPr>
          <a:xfrm>
            <a:off x="903240" y="1577520"/>
            <a:ext cx="7889400" cy="4529520"/>
            <a:chOff x="903240" y="1577520"/>
            <a:chExt cx="7889400" cy="4529520"/>
          </a:xfrm>
        </p:grpSpPr>
        <p:grpSp>
          <p:nvGrpSpPr>
            <p:cNvPr id="558" name="그룹 5"/>
            <p:cNvGrpSpPr/>
            <p:nvPr/>
          </p:nvGrpSpPr>
          <p:grpSpPr>
            <a:xfrm>
              <a:off x="3435840" y="2037960"/>
              <a:ext cx="2785320" cy="4069080"/>
              <a:chOff x="3435840" y="2037960"/>
              <a:chExt cx="2785320" cy="4069080"/>
            </a:xfrm>
          </p:grpSpPr>
          <p:cxnSp>
            <p:nvCxnSpPr>
              <p:cNvPr id="559" name="직선 연결선 15"/>
              <p:cNvCxnSpPr/>
              <p:nvPr/>
            </p:nvCxnSpPr>
            <p:spPr>
              <a:xfrm>
                <a:off x="3435840" y="2037960"/>
                <a:ext cx="1440" cy="4069440"/>
              </a:xfrm>
              <a:prstGeom prst="straightConnector1">
                <a:avLst/>
              </a:prstGeom>
              <a:ln w="0">
                <a:solidFill>
                  <a:srgbClr val="b6b6b6"/>
                </a:solidFill>
                <a:prstDash val="sysDash"/>
              </a:ln>
            </p:spPr>
          </p:cxnSp>
          <p:cxnSp>
            <p:nvCxnSpPr>
              <p:cNvPr id="560" name="직선 연결선 16"/>
              <p:cNvCxnSpPr/>
              <p:nvPr/>
            </p:nvCxnSpPr>
            <p:spPr>
              <a:xfrm>
                <a:off x="6220080" y="2037960"/>
                <a:ext cx="1440" cy="4069440"/>
              </a:xfrm>
              <a:prstGeom prst="straightConnector1">
                <a:avLst/>
              </a:prstGeom>
              <a:ln w="0">
                <a:solidFill>
                  <a:srgbClr val="b6b6b6"/>
                </a:solidFill>
                <a:prstDash val="sysDash"/>
              </a:ln>
            </p:spPr>
          </p:cxnSp>
        </p:grpSp>
        <p:grpSp>
          <p:nvGrpSpPr>
            <p:cNvPr id="561" name="그룹 6"/>
            <p:cNvGrpSpPr/>
            <p:nvPr/>
          </p:nvGrpSpPr>
          <p:grpSpPr>
            <a:xfrm>
              <a:off x="903240" y="1577520"/>
              <a:ext cx="2485080" cy="398160"/>
              <a:chOff x="903240" y="1577520"/>
              <a:chExt cx="2485080" cy="398160"/>
            </a:xfrm>
          </p:grpSpPr>
          <p:cxnSp>
            <p:nvCxnSpPr>
              <p:cNvPr id="562" name="직선 화살표 연결선 13"/>
              <p:cNvCxnSpPr/>
              <p:nvPr/>
            </p:nvCxnSpPr>
            <p:spPr>
              <a:xfrm>
                <a:off x="903240" y="1974600"/>
                <a:ext cx="2485440" cy="144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round/>
                <a:headEnd len="med" type="oval" w="med"/>
                <a:tailEnd len="med" type="triangle" w="med"/>
              </a:ln>
            </p:spPr>
          </p:cxnSp>
          <p:sp>
            <p:nvSpPr>
              <p:cNvPr id="563" name="TextBox 14"/>
              <p:cNvSpPr/>
              <p:nvPr/>
            </p:nvSpPr>
            <p:spPr>
              <a:xfrm>
                <a:off x="1092960" y="1577520"/>
                <a:ext cx="190044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grpSp>
          <p:nvGrpSpPr>
            <p:cNvPr id="564" name="그룹 7"/>
            <p:cNvGrpSpPr/>
            <p:nvPr/>
          </p:nvGrpSpPr>
          <p:grpSpPr>
            <a:xfrm>
              <a:off x="3605400" y="1577520"/>
              <a:ext cx="2485080" cy="398160"/>
              <a:chOff x="3605400" y="1577520"/>
              <a:chExt cx="2485080" cy="398160"/>
            </a:xfrm>
          </p:grpSpPr>
          <p:cxnSp>
            <p:nvCxnSpPr>
              <p:cNvPr id="565" name="직선 화살표 연결선 11"/>
              <p:cNvCxnSpPr/>
              <p:nvPr/>
            </p:nvCxnSpPr>
            <p:spPr>
              <a:xfrm>
                <a:off x="3605400" y="1974600"/>
                <a:ext cx="2485440" cy="144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round/>
                <a:headEnd len="med" type="oval" w="med"/>
                <a:tailEnd len="med" type="triangle" w="med"/>
              </a:ln>
            </p:spPr>
          </p:cxnSp>
          <p:sp>
            <p:nvSpPr>
              <p:cNvPr id="566" name="TextBox 12"/>
              <p:cNvSpPr/>
              <p:nvPr/>
            </p:nvSpPr>
            <p:spPr>
              <a:xfrm>
                <a:off x="3876840" y="1577520"/>
                <a:ext cx="190044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grpSp>
          <p:nvGrpSpPr>
            <p:cNvPr id="567" name="그룹 8"/>
            <p:cNvGrpSpPr/>
            <p:nvPr/>
          </p:nvGrpSpPr>
          <p:grpSpPr>
            <a:xfrm>
              <a:off x="6307560" y="1577520"/>
              <a:ext cx="2485080" cy="398160"/>
              <a:chOff x="6307560" y="1577520"/>
              <a:chExt cx="2485080" cy="398160"/>
            </a:xfrm>
          </p:grpSpPr>
          <p:cxnSp>
            <p:nvCxnSpPr>
              <p:cNvPr id="568" name="직선 화살표 연결선 9"/>
              <p:cNvCxnSpPr/>
              <p:nvPr/>
            </p:nvCxnSpPr>
            <p:spPr>
              <a:xfrm>
                <a:off x="6307560" y="1974600"/>
                <a:ext cx="2485440" cy="144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round/>
                <a:headEnd len="med" type="oval" w="med"/>
                <a:tailEnd len="med" type="triangle" w="med"/>
              </a:ln>
            </p:spPr>
          </p:cxnSp>
          <p:sp>
            <p:nvSpPr>
              <p:cNvPr id="569" name="TextBox 10"/>
              <p:cNvSpPr/>
              <p:nvPr/>
            </p:nvSpPr>
            <p:spPr>
              <a:xfrm>
                <a:off x="6634800" y="1577520"/>
                <a:ext cx="190044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</p:grpSp>
      <p:grpSp>
        <p:nvGrpSpPr>
          <p:cNvPr id="570" name="그룹 17"/>
          <p:cNvGrpSpPr/>
          <p:nvPr/>
        </p:nvGrpSpPr>
        <p:grpSpPr>
          <a:xfrm>
            <a:off x="3657240" y="2181240"/>
            <a:ext cx="2338560" cy="3943080"/>
            <a:chOff x="3657240" y="2181240"/>
            <a:chExt cx="2338560" cy="3943080"/>
          </a:xfrm>
        </p:grpSpPr>
        <p:grpSp>
          <p:nvGrpSpPr>
            <p:cNvPr id="571" name="그룹 18"/>
            <p:cNvGrpSpPr/>
            <p:nvPr/>
          </p:nvGrpSpPr>
          <p:grpSpPr>
            <a:xfrm>
              <a:off x="3657240" y="2181240"/>
              <a:ext cx="2338560" cy="1107360"/>
              <a:chOff x="3657240" y="2181240"/>
              <a:chExt cx="2338560" cy="1107360"/>
            </a:xfrm>
          </p:grpSpPr>
          <p:sp>
            <p:nvSpPr>
              <p:cNvPr id="572" name="직사각형 25"/>
              <p:cNvSpPr/>
              <p:nvPr/>
            </p:nvSpPr>
            <p:spPr>
              <a:xfrm>
                <a:off x="3657240" y="2181240"/>
                <a:ext cx="2338560" cy="35856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1.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573" name="TextBox 26"/>
              <p:cNvSpPr/>
              <p:nvPr/>
            </p:nvSpPr>
            <p:spPr>
              <a:xfrm>
                <a:off x="3657960" y="2541240"/>
                <a:ext cx="233784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grpSp>
          <p:nvGrpSpPr>
            <p:cNvPr id="574" name="그룹 19"/>
            <p:cNvGrpSpPr/>
            <p:nvPr/>
          </p:nvGrpSpPr>
          <p:grpSpPr>
            <a:xfrm>
              <a:off x="3657240" y="3598920"/>
              <a:ext cx="2338560" cy="1107360"/>
              <a:chOff x="3657240" y="3598920"/>
              <a:chExt cx="2338560" cy="1107360"/>
            </a:xfrm>
          </p:grpSpPr>
          <p:sp>
            <p:nvSpPr>
              <p:cNvPr id="575" name="직사각형 23"/>
              <p:cNvSpPr/>
              <p:nvPr/>
            </p:nvSpPr>
            <p:spPr>
              <a:xfrm>
                <a:off x="3657240" y="3598920"/>
                <a:ext cx="2338560" cy="35856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2.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576" name="TextBox 24"/>
              <p:cNvSpPr/>
              <p:nvPr/>
            </p:nvSpPr>
            <p:spPr>
              <a:xfrm>
                <a:off x="3657960" y="3958920"/>
                <a:ext cx="233784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  <p:grpSp>
          <p:nvGrpSpPr>
            <p:cNvPr id="577" name="그룹 20"/>
            <p:cNvGrpSpPr/>
            <p:nvPr/>
          </p:nvGrpSpPr>
          <p:grpSpPr>
            <a:xfrm>
              <a:off x="3657240" y="5016960"/>
              <a:ext cx="2338560" cy="1107360"/>
              <a:chOff x="3657240" y="5016960"/>
              <a:chExt cx="2338560" cy="1107360"/>
            </a:xfrm>
          </p:grpSpPr>
          <p:sp>
            <p:nvSpPr>
              <p:cNvPr id="578" name="직사각형 21"/>
              <p:cNvSpPr/>
              <p:nvPr/>
            </p:nvSpPr>
            <p:spPr>
              <a:xfrm>
                <a:off x="3657240" y="5016960"/>
                <a:ext cx="2338560" cy="35856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3.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  <p:sp>
            <p:nvSpPr>
              <p:cNvPr id="579" name="TextBox 22"/>
              <p:cNvSpPr/>
              <p:nvPr/>
            </p:nvSpPr>
            <p:spPr>
              <a:xfrm>
                <a:off x="3657960" y="5376960"/>
                <a:ext cx="233784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Noto Sans CJK KR"/>
                </a:endParaRPr>
              </a:p>
            </p:txBody>
          </p:sp>
        </p:grpSp>
      </p:grpSp>
      <p:grpSp>
        <p:nvGrpSpPr>
          <p:cNvPr id="580" name="그룹 28"/>
          <p:cNvGrpSpPr/>
          <p:nvPr/>
        </p:nvGrpSpPr>
        <p:grpSpPr>
          <a:xfrm>
            <a:off x="7218720" y="3611880"/>
            <a:ext cx="1510560" cy="2264760"/>
            <a:chOff x="7218720" y="3611880"/>
            <a:chExt cx="1510560" cy="2264760"/>
          </a:xfrm>
        </p:grpSpPr>
        <p:grpSp>
          <p:nvGrpSpPr>
            <p:cNvPr id="581" name="그룹 51"/>
            <p:cNvGrpSpPr/>
            <p:nvPr/>
          </p:nvGrpSpPr>
          <p:grpSpPr>
            <a:xfrm>
              <a:off x="8443080" y="3611880"/>
              <a:ext cx="240120" cy="1734120"/>
              <a:chOff x="8443080" y="3611880"/>
              <a:chExt cx="240120" cy="1734120"/>
            </a:xfrm>
          </p:grpSpPr>
          <p:cxnSp>
            <p:nvCxnSpPr>
              <p:cNvPr id="582" name="직선 연결선 53"/>
              <p:cNvCxnSpPr/>
              <p:nvPr/>
            </p:nvCxnSpPr>
            <p:spPr>
              <a:xfrm>
                <a:off x="8443080" y="3614760"/>
                <a:ext cx="217440" cy="216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cxnSp>
            <p:nvCxnSpPr>
              <p:cNvPr id="583" name="직선 연결선 54"/>
              <p:cNvCxnSpPr/>
              <p:nvPr/>
            </p:nvCxnSpPr>
            <p:spPr>
              <a:xfrm>
                <a:off x="8663400" y="3611880"/>
                <a:ext cx="1440" cy="170100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sp>
            <p:nvSpPr>
              <p:cNvPr id="584" name="타원 55"/>
              <p:cNvSpPr/>
              <p:nvPr/>
            </p:nvSpPr>
            <p:spPr>
              <a:xfrm>
                <a:off x="8648640" y="5311440"/>
                <a:ext cx="34560" cy="3456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585" name="TextBox 52"/>
            <p:cNvSpPr/>
            <p:nvPr/>
          </p:nvSpPr>
          <p:spPr>
            <a:xfrm>
              <a:off x="7218720" y="5348520"/>
              <a:ext cx="151056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586" name="그룹 29"/>
          <p:cNvGrpSpPr/>
          <p:nvPr/>
        </p:nvGrpSpPr>
        <p:grpSpPr>
          <a:xfrm>
            <a:off x="6533280" y="2191320"/>
            <a:ext cx="1708560" cy="1511640"/>
            <a:chOff x="6533280" y="2191320"/>
            <a:chExt cx="1708560" cy="1511640"/>
          </a:xfrm>
        </p:grpSpPr>
        <p:grpSp>
          <p:nvGrpSpPr>
            <p:cNvPr id="587" name="그룹 46"/>
            <p:cNvGrpSpPr/>
            <p:nvPr/>
          </p:nvGrpSpPr>
          <p:grpSpPr>
            <a:xfrm>
              <a:off x="6533280" y="2340360"/>
              <a:ext cx="160920" cy="1362600"/>
              <a:chOff x="6533280" y="2340360"/>
              <a:chExt cx="160920" cy="1362600"/>
            </a:xfrm>
          </p:grpSpPr>
          <p:cxnSp>
            <p:nvCxnSpPr>
              <p:cNvPr id="588" name="직선 연결선 48"/>
              <p:cNvCxnSpPr/>
              <p:nvPr/>
            </p:nvCxnSpPr>
            <p:spPr>
              <a:xfrm flipV="1">
                <a:off x="6536880" y="2360520"/>
                <a:ext cx="1440" cy="134280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cxnSp>
            <p:nvCxnSpPr>
              <p:cNvPr id="589" name="직선 연결선 49"/>
              <p:cNvCxnSpPr/>
              <p:nvPr/>
            </p:nvCxnSpPr>
            <p:spPr>
              <a:xfrm>
                <a:off x="6533280" y="2356920"/>
                <a:ext cx="145440" cy="144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sp>
            <p:nvSpPr>
              <p:cNvPr id="590" name="타원 50"/>
              <p:cNvSpPr/>
              <p:nvPr/>
            </p:nvSpPr>
            <p:spPr>
              <a:xfrm rot="16200000">
                <a:off x="6659640" y="2340360"/>
                <a:ext cx="34560" cy="3456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591" name="TextBox 47"/>
            <p:cNvSpPr/>
            <p:nvPr/>
          </p:nvSpPr>
          <p:spPr>
            <a:xfrm>
              <a:off x="6731280" y="2191320"/>
              <a:ext cx="151056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592" name="그룹 30"/>
          <p:cNvGrpSpPr/>
          <p:nvPr/>
        </p:nvGrpSpPr>
        <p:grpSpPr>
          <a:xfrm>
            <a:off x="6683760" y="4568400"/>
            <a:ext cx="1697760" cy="1176480"/>
            <a:chOff x="6683760" y="4568400"/>
            <a:chExt cx="1697760" cy="1176480"/>
          </a:xfrm>
        </p:grpSpPr>
        <p:grpSp>
          <p:nvGrpSpPr>
            <p:cNvPr id="593" name="그룹 41"/>
            <p:cNvGrpSpPr/>
            <p:nvPr/>
          </p:nvGrpSpPr>
          <p:grpSpPr>
            <a:xfrm>
              <a:off x="6683760" y="4568400"/>
              <a:ext cx="160560" cy="831240"/>
              <a:chOff x="6683760" y="4568400"/>
              <a:chExt cx="160560" cy="831240"/>
            </a:xfrm>
          </p:grpSpPr>
          <p:cxnSp>
            <p:nvCxnSpPr>
              <p:cNvPr id="594" name="직선 연결선 43"/>
              <p:cNvCxnSpPr/>
              <p:nvPr/>
            </p:nvCxnSpPr>
            <p:spPr>
              <a:xfrm>
                <a:off x="6687000" y="4568400"/>
                <a:ext cx="1440" cy="81612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cxnSp>
            <p:nvCxnSpPr>
              <p:cNvPr id="595" name="직선 연결선 44"/>
              <p:cNvCxnSpPr/>
              <p:nvPr/>
            </p:nvCxnSpPr>
            <p:spPr>
              <a:xfrm>
                <a:off x="6683760" y="5383080"/>
                <a:ext cx="145440" cy="144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sp>
            <p:nvSpPr>
              <p:cNvPr id="596" name="타원 45"/>
              <p:cNvSpPr/>
              <p:nvPr/>
            </p:nvSpPr>
            <p:spPr>
              <a:xfrm flipV="1" rot="5400000">
                <a:off x="6809760" y="5365080"/>
                <a:ext cx="34560" cy="3456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597" name="TextBox 42"/>
            <p:cNvSpPr/>
            <p:nvPr/>
          </p:nvSpPr>
          <p:spPr>
            <a:xfrm>
              <a:off x="6870960" y="5216760"/>
              <a:ext cx="151056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598" name="Freeform 4"/>
          <p:cNvSpPr/>
          <p:nvPr/>
        </p:nvSpPr>
        <p:spPr>
          <a:xfrm flipH="1" flipV="1" rot="1032600">
            <a:off x="7335720" y="3060720"/>
            <a:ext cx="1411560" cy="1277640"/>
          </a:xfrm>
          <a:custGeom>
            <a:avLst/>
            <a:gdLst>
              <a:gd name="textAreaLeft" fmla="*/ -360 w 1411560"/>
              <a:gd name="textAreaRight" fmla="*/ 1411920 w 1411560"/>
              <a:gd name="textAreaTop" fmla="*/ -720 h 1277640"/>
              <a:gd name="textAreaBottom" fmla="*/ 1278360 h 1277640"/>
            </a:gdLst>
            <a:ahLst/>
            <a:rect l="textAreaLeft" t="textAreaTop" r="textAreaRight" b="textAreaBottom"/>
            <a:pathLst>
              <a:path w="1221" h="1071">
                <a:moveTo>
                  <a:pt x="1220" y="1042"/>
                </a:moveTo>
                <a:lnTo>
                  <a:pt x="1002" y="847"/>
                </a:lnTo>
                <a:lnTo>
                  <a:pt x="1081" y="630"/>
                </a:lnTo>
                <a:lnTo>
                  <a:pt x="1038" y="635"/>
                </a:lnTo>
                <a:lnTo>
                  <a:pt x="994" y="636"/>
                </a:lnTo>
                <a:lnTo>
                  <a:pt x="950" y="634"/>
                </a:lnTo>
                <a:lnTo>
                  <a:pt x="906" y="626"/>
                </a:lnTo>
                <a:lnTo>
                  <a:pt x="865" y="614"/>
                </a:lnTo>
                <a:lnTo>
                  <a:pt x="823" y="599"/>
                </a:lnTo>
                <a:lnTo>
                  <a:pt x="784" y="579"/>
                </a:lnTo>
                <a:lnTo>
                  <a:pt x="747" y="556"/>
                </a:lnTo>
                <a:lnTo>
                  <a:pt x="713" y="528"/>
                </a:lnTo>
                <a:lnTo>
                  <a:pt x="682" y="496"/>
                </a:lnTo>
                <a:lnTo>
                  <a:pt x="653" y="463"/>
                </a:lnTo>
                <a:lnTo>
                  <a:pt x="629" y="427"/>
                </a:lnTo>
                <a:lnTo>
                  <a:pt x="609" y="390"/>
                </a:lnTo>
                <a:lnTo>
                  <a:pt x="594" y="352"/>
                </a:lnTo>
                <a:lnTo>
                  <a:pt x="581" y="314"/>
                </a:lnTo>
                <a:lnTo>
                  <a:pt x="573" y="273"/>
                </a:lnTo>
                <a:lnTo>
                  <a:pt x="568" y="232"/>
                </a:lnTo>
                <a:lnTo>
                  <a:pt x="712" y="232"/>
                </a:lnTo>
                <a:lnTo>
                  <a:pt x="368" y="0"/>
                </a:lnTo>
                <a:lnTo>
                  <a:pt x="0" y="235"/>
                </a:lnTo>
                <a:lnTo>
                  <a:pt x="134" y="234"/>
                </a:lnTo>
                <a:lnTo>
                  <a:pt x="139" y="296"/>
                </a:lnTo>
                <a:lnTo>
                  <a:pt x="148" y="358"/>
                </a:lnTo>
                <a:lnTo>
                  <a:pt x="161" y="419"/>
                </a:lnTo>
                <a:lnTo>
                  <a:pt x="178" y="479"/>
                </a:lnTo>
                <a:lnTo>
                  <a:pt x="200" y="538"/>
                </a:lnTo>
                <a:lnTo>
                  <a:pt x="227" y="595"/>
                </a:lnTo>
                <a:lnTo>
                  <a:pt x="257" y="650"/>
                </a:lnTo>
                <a:lnTo>
                  <a:pt x="291" y="702"/>
                </a:lnTo>
                <a:lnTo>
                  <a:pt x="328" y="751"/>
                </a:lnTo>
                <a:lnTo>
                  <a:pt x="369" y="797"/>
                </a:lnTo>
                <a:lnTo>
                  <a:pt x="413" y="841"/>
                </a:lnTo>
                <a:lnTo>
                  <a:pt x="459" y="882"/>
                </a:lnTo>
                <a:lnTo>
                  <a:pt x="509" y="919"/>
                </a:lnTo>
                <a:lnTo>
                  <a:pt x="562" y="951"/>
                </a:lnTo>
                <a:lnTo>
                  <a:pt x="617" y="981"/>
                </a:lnTo>
                <a:lnTo>
                  <a:pt x="673" y="1007"/>
                </a:lnTo>
                <a:lnTo>
                  <a:pt x="732" y="1027"/>
                </a:lnTo>
                <a:lnTo>
                  <a:pt x="791" y="1045"/>
                </a:lnTo>
                <a:lnTo>
                  <a:pt x="852" y="1057"/>
                </a:lnTo>
                <a:lnTo>
                  <a:pt x="913" y="1067"/>
                </a:lnTo>
                <a:lnTo>
                  <a:pt x="975" y="1070"/>
                </a:lnTo>
                <a:lnTo>
                  <a:pt x="1037" y="1070"/>
                </a:lnTo>
                <a:lnTo>
                  <a:pt x="1098" y="1066"/>
                </a:lnTo>
                <a:lnTo>
                  <a:pt x="1160" y="1056"/>
                </a:lnTo>
                <a:lnTo>
                  <a:pt x="1220" y="1042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599" name="Freeform 5"/>
          <p:cNvSpPr/>
          <p:nvPr/>
        </p:nvSpPr>
        <p:spPr>
          <a:xfrm flipH="1" flipV="1" rot="1032600">
            <a:off x="6582240" y="2706840"/>
            <a:ext cx="916200" cy="1719360"/>
          </a:xfrm>
          <a:custGeom>
            <a:avLst/>
            <a:gdLst>
              <a:gd name="textAreaLeft" fmla="*/ 720 w 916200"/>
              <a:gd name="textAreaRight" fmla="*/ 918360 w 916200"/>
              <a:gd name="textAreaTop" fmla="*/ -720 h 1719360"/>
              <a:gd name="textAreaBottom" fmla="*/ 1720080 h 1719360"/>
            </a:gdLst>
            <a:ahLst/>
            <a:rect l="textAreaLeft" t="textAreaTop" r="textAreaRight" b="textAreaBottom"/>
            <a:pathLst>
              <a:path w="793" h="1440">
                <a:moveTo>
                  <a:pt x="286" y="1316"/>
                </a:moveTo>
                <a:lnTo>
                  <a:pt x="340" y="1290"/>
                </a:lnTo>
                <a:lnTo>
                  <a:pt x="392" y="1260"/>
                </a:lnTo>
                <a:lnTo>
                  <a:pt x="442" y="1225"/>
                </a:lnTo>
                <a:lnTo>
                  <a:pt x="490" y="1187"/>
                </a:lnTo>
                <a:lnTo>
                  <a:pt x="535" y="1146"/>
                </a:lnTo>
                <a:lnTo>
                  <a:pt x="576" y="1102"/>
                </a:lnTo>
                <a:lnTo>
                  <a:pt x="616" y="1055"/>
                </a:lnTo>
                <a:lnTo>
                  <a:pt x="650" y="1005"/>
                </a:lnTo>
                <a:lnTo>
                  <a:pt x="682" y="953"/>
                </a:lnTo>
                <a:lnTo>
                  <a:pt x="709" y="900"/>
                </a:lnTo>
                <a:lnTo>
                  <a:pt x="734" y="844"/>
                </a:lnTo>
                <a:lnTo>
                  <a:pt x="753" y="786"/>
                </a:lnTo>
                <a:lnTo>
                  <a:pt x="770" y="727"/>
                </a:lnTo>
                <a:lnTo>
                  <a:pt x="781" y="668"/>
                </a:lnTo>
                <a:lnTo>
                  <a:pt x="789" y="608"/>
                </a:lnTo>
                <a:lnTo>
                  <a:pt x="792" y="547"/>
                </a:lnTo>
                <a:lnTo>
                  <a:pt x="790" y="487"/>
                </a:lnTo>
                <a:lnTo>
                  <a:pt x="786" y="427"/>
                </a:lnTo>
                <a:lnTo>
                  <a:pt x="775" y="367"/>
                </a:lnTo>
                <a:lnTo>
                  <a:pt x="762" y="308"/>
                </a:lnTo>
                <a:lnTo>
                  <a:pt x="744" y="249"/>
                </a:lnTo>
                <a:lnTo>
                  <a:pt x="722" y="193"/>
                </a:lnTo>
                <a:lnTo>
                  <a:pt x="697" y="137"/>
                </a:lnTo>
                <a:lnTo>
                  <a:pt x="667" y="84"/>
                </a:lnTo>
                <a:lnTo>
                  <a:pt x="639" y="41"/>
                </a:lnTo>
                <a:lnTo>
                  <a:pt x="609" y="0"/>
                </a:lnTo>
                <a:lnTo>
                  <a:pt x="521" y="247"/>
                </a:lnTo>
                <a:lnTo>
                  <a:pt x="277" y="280"/>
                </a:lnTo>
                <a:lnTo>
                  <a:pt x="294" y="308"/>
                </a:lnTo>
                <a:lnTo>
                  <a:pt x="316" y="347"/>
                </a:lnTo>
                <a:lnTo>
                  <a:pt x="332" y="389"/>
                </a:lnTo>
                <a:lnTo>
                  <a:pt x="345" y="431"/>
                </a:lnTo>
                <a:lnTo>
                  <a:pt x="353" y="475"/>
                </a:lnTo>
                <a:lnTo>
                  <a:pt x="357" y="519"/>
                </a:lnTo>
                <a:lnTo>
                  <a:pt x="355" y="564"/>
                </a:lnTo>
                <a:lnTo>
                  <a:pt x="350" y="608"/>
                </a:lnTo>
                <a:lnTo>
                  <a:pt x="339" y="652"/>
                </a:lnTo>
                <a:lnTo>
                  <a:pt x="325" y="694"/>
                </a:lnTo>
                <a:lnTo>
                  <a:pt x="306" y="734"/>
                </a:lnTo>
                <a:lnTo>
                  <a:pt x="284" y="772"/>
                </a:lnTo>
                <a:lnTo>
                  <a:pt x="257" y="808"/>
                </a:lnTo>
                <a:lnTo>
                  <a:pt x="227" y="841"/>
                </a:lnTo>
                <a:lnTo>
                  <a:pt x="193" y="871"/>
                </a:lnTo>
                <a:lnTo>
                  <a:pt x="156" y="896"/>
                </a:lnTo>
                <a:lnTo>
                  <a:pt x="113" y="761"/>
                </a:lnTo>
                <a:lnTo>
                  <a:pt x="0" y="1169"/>
                </a:lnTo>
                <a:lnTo>
                  <a:pt x="321" y="1439"/>
                </a:lnTo>
                <a:lnTo>
                  <a:pt x="286" y="1316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600" name="TextBox 38"/>
          <p:cNvSpPr/>
          <p:nvPr/>
        </p:nvSpPr>
        <p:spPr>
          <a:xfrm>
            <a:off x="6476760" y="3428280"/>
            <a:ext cx="701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1" name="TextBox 67"/>
          <p:cNvSpPr/>
          <p:nvPr/>
        </p:nvSpPr>
        <p:spPr>
          <a:xfrm>
            <a:off x="7804800" y="3444480"/>
            <a:ext cx="701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2" name="Freeform 3"/>
          <p:cNvSpPr/>
          <p:nvPr/>
        </p:nvSpPr>
        <p:spPr>
          <a:xfrm flipH="1" flipV="1" rot="1032600">
            <a:off x="6512760" y="4084200"/>
            <a:ext cx="1797120" cy="898920"/>
          </a:xfrm>
          <a:custGeom>
            <a:avLst/>
            <a:gdLst>
              <a:gd name="textAreaLeft" fmla="*/ 720 w 1797120"/>
              <a:gd name="textAreaRight" fmla="*/ 1799280 w 1797120"/>
              <a:gd name="textAreaTop" fmla="*/ 720 h 898920"/>
              <a:gd name="textAreaBottom" fmla="*/ 901080 h 898920"/>
            </a:gdLst>
            <a:ahLst/>
            <a:rect l="textAreaLeft" t="textAreaTop" r="textAreaRight" b="textAreaBottom"/>
            <a:pathLst>
              <a:path w="1553" h="753">
                <a:moveTo>
                  <a:pt x="983" y="584"/>
                </a:moveTo>
                <a:lnTo>
                  <a:pt x="1417" y="541"/>
                </a:lnTo>
                <a:lnTo>
                  <a:pt x="1552" y="150"/>
                </a:lnTo>
                <a:lnTo>
                  <a:pt x="1447" y="227"/>
                </a:lnTo>
                <a:lnTo>
                  <a:pt x="1398" y="186"/>
                </a:lnTo>
                <a:lnTo>
                  <a:pt x="1347" y="149"/>
                </a:lnTo>
                <a:lnTo>
                  <a:pt x="1294" y="116"/>
                </a:lnTo>
                <a:lnTo>
                  <a:pt x="1238" y="87"/>
                </a:lnTo>
                <a:lnTo>
                  <a:pt x="1181" y="61"/>
                </a:lnTo>
                <a:lnTo>
                  <a:pt x="1122" y="41"/>
                </a:lnTo>
                <a:lnTo>
                  <a:pt x="1060" y="23"/>
                </a:lnTo>
                <a:lnTo>
                  <a:pt x="999" y="12"/>
                </a:lnTo>
                <a:lnTo>
                  <a:pt x="936" y="4"/>
                </a:lnTo>
                <a:lnTo>
                  <a:pt x="873" y="0"/>
                </a:lnTo>
                <a:lnTo>
                  <a:pt x="810" y="2"/>
                </a:lnTo>
                <a:lnTo>
                  <a:pt x="748" y="8"/>
                </a:lnTo>
                <a:lnTo>
                  <a:pt x="685" y="19"/>
                </a:lnTo>
                <a:lnTo>
                  <a:pt x="624" y="34"/>
                </a:lnTo>
                <a:lnTo>
                  <a:pt x="564" y="53"/>
                </a:lnTo>
                <a:lnTo>
                  <a:pt x="506" y="76"/>
                </a:lnTo>
                <a:lnTo>
                  <a:pt x="449" y="104"/>
                </a:lnTo>
                <a:lnTo>
                  <a:pt x="395" y="137"/>
                </a:lnTo>
                <a:lnTo>
                  <a:pt x="342" y="172"/>
                </a:lnTo>
                <a:lnTo>
                  <a:pt x="294" y="212"/>
                </a:lnTo>
                <a:lnTo>
                  <a:pt x="248" y="254"/>
                </a:lnTo>
                <a:lnTo>
                  <a:pt x="205" y="301"/>
                </a:lnTo>
                <a:lnTo>
                  <a:pt x="165" y="350"/>
                </a:lnTo>
                <a:lnTo>
                  <a:pt x="130" y="401"/>
                </a:lnTo>
                <a:lnTo>
                  <a:pt x="98" y="456"/>
                </a:lnTo>
                <a:lnTo>
                  <a:pt x="71" y="512"/>
                </a:lnTo>
                <a:lnTo>
                  <a:pt x="46" y="570"/>
                </a:lnTo>
                <a:lnTo>
                  <a:pt x="27" y="631"/>
                </a:lnTo>
                <a:lnTo>
                  <a:pt x="11" y="692"/>
                </a:lnTo>
                <a:lnTo>
                  <a:pt x="0" y="752"/>
                </a:lnTo>
                <a:lnTo>
                  <a:pt x="222" y="608"/>
                </a:lnTo>
                <a:lnTo>
                  <a:pt x="440" y="749"/>
                </a:lnTo>
                <a:lnTo>
                  <a:pt x="455" y="710"/>
                </a:lnTo>
                <a:lnTo>
                  <a:pt x="474" y="670"/>
                </a:lnTo>
                <a:lnTo>
                  <a:pt x="498" y="632"/>
                </a:lnTo>
                <a:lnTo>
                  <a:pt x="525" y="596"/>
                </a:lnTo>
                <a:lnTo>
                  <a:pt x="556" y="563"/>
                </a:lnTo>
                <a:lnTo>
                  <a:pt x="589" y="533"/>
                </a:lnTo>
                <a:lnTo>
                  <a:pt x="626" y="507"/>
                </a:lnTo>
                <a:lnTo>
                  <a:pt x="665" y="485"/>
                </a:lnTo>
                <a:lnTo>
                  <a:pt x="706" y="467"/>
                </a:lnTo>
                <a:lnTo>
                  <a:pt x="749" y="453"/>
                </a:lnTo>
                <a:lnTo>
                  <a:pt x="793" y="443"/>
                </a:lnTo>
                <a:lnTo>
                  <a:pt x="837" y="438"/>
                </a:lnTo>
                <a:lnTo>
                  <a:pt x="882" y="438"/>
                </a:lnTo>
                <a:lnTo>
                  <a:pt x="927" y="442"/>
                </a:lnTo>
                <a:lnTo>
                  <a:pt x="971" y="450"/>
                </a:lnTo>
                <a:lnTo>
                  <a:pt x="1014" y="464"/>
                </a:lnTo>
                <a:lnTo>
                  <a:pt x="1055" y="480"/>
                </a:lnTo>
                <a:lnTo>
                  <a:pt x="1095" y="502"/>
                </a:lnTo>
                <a:lnTo>
                  <a:pt x="983" y="584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603" name="직사각형 56"/>
          <p:cNvSpPr/>
          <p:nvPr/>
        </p:nvSpPr>
        <p:spPr>
          <a:xfrm>
            <a:off x="873720" y="2181240"/>
            <a:ext cx="2338560" cy="64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4" name="직사각형 57"/>
          <p:cNvSpPr/>
          <p:nvPr/>
        </p:nvSpPr>
        <p:spPr>
          <a:xfrm>
            <a:off x="873720" y="5311440"/>
            <a:ext cx="2338560" cy="790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5" name="위쪽 화살표 59"/>
          <p:cNvSpPr/>
          <p:nvPr/>
        </p:nvSpPr>
        <p:spPr>
          <a:xfrm>
            <a:off x="1521360" y="2905200"/>
            <a:ext cx="1043280" cy="2299680"/>
          </a:xfrm>
          <a:prstGeom prst="upArrow">
            <a:avLst>
              <a:gd name="adj1" fmla="val 50000"/>
              <a:gd name="adj2" fmla="val 32076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606" name="그룹 60"/>
          <p:cNvGrpSpPr/>
          <p:nvPr/>
        </p:nvGrpSpPr>
        <p:grpSpPr>
          <a:xfrm>
            <a:off x="1074600" y="3314880"/>
            <a:ext cx="1937160" cy="1725120"/>
            <a:chOff x="1074600" y="3314880"/>
            <a:chExt cx="1937160" cy="1725120"/>
          </a:xfrm>
        </p:grpSpPr>
        <p:sp>
          <p:nvSpPr>
            <p:cNvPr id="607" name="타원 61"/>
            <p:cNvSpPr/>
            <p:nvPr/>
          </p:nvSpPr>
          <p:spPr>
            <a:xfrm>
              <a:off x="1490760" y="3718080"/>
              <a:ext cx="1104480" cy="1104480"/>
            </a:xfrm>
            <a:prstGeom prst="ellipse">
              <a:avLst/>
            </a:prstGeom>
            <a:noFill/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endParaRPr b="1" lang="en-US" sz="1100" spc="-21" strike="noStrike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08" name="타원 62"/>
            <p:cNvSpPr/>
            <p:nvPr/>
          </p:nvSpPr>
          <p:spPr>
            <a:xfrm>
              <a:off x="1619640" y="3314880"/>
              <a:ext cx="846720" cy="84672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8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 입력 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09" name="타원 63"/>
            <p:cNvSpPr/>
            <p:nvPr/>
          </p:nvSpPr>
          <p:spPr>
            <a:xfrm>
              <a:off x="1074600" y="4193280"/>
              <a:ext cx="846720" cy="84672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8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입력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10" name="타원 64"/>
            <p:cNvSpPr/>
            <p:nvPr/>
          </p:nvSpPr>
          <p:spPr>
            <a:xfrm>
              <a:off x="2165040" y="4193280"/>
              <a:ext cx="846720" cy="84672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 입력 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611" name="TextBox 68"/>
          <p:cNvSpPr/>
          <p:nvPr/>
        </p:nvSpPr>
        <p:spPr>
          <a:xfrm>
            <a:off x="7104240" y="4501800"/>
            <a:ext cx="701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6" name="PlaceHolder 5"/>
          <p:cNvSpPr>
            <a:spLocks noGrp="1"/>
          </p:cNvSpPr>
          <p:nvPr>
            <p:ph type="sldNum" idx="37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903323-E855-4F9F-9D7D-04E9CD97410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17" name="PlaceHolder 6"/>
          <p:cNvSpPr>
            <a:spLocks noGrp="1"/>
          </p:cNvSpPr>
          <p:nvPr>
            <p:ph type="ftr" idx="38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18" name="Donut 1"/>
          <p:cNvSpPr/>
          <p:nvPr/>
        </p:nvSpPr>
        <p:spPr>
          <a:xfrm>
            <a:off x="2631960" y="2945160"/>
            <a:ext cx="1845360" cy="1845360"/>
          </a:xfrm>
          <a:prstGeom prst="donut">
            <a:avLst>
              <a:gd name="adj" fmla="val 4972"/>
            </a:avLst>
          </a:prstGeom>
          <a:solidFill>
            <a:schemeClr val="bg2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619" name="그룹 12"/>
          <p:cNvGrpSpPr/>
          <p:nvPr/>
        </p:nvGrpSpPr>
        <p:grpSpPr>
          <a:xfrm>
            <a:off x="667440" y="2464200"/>
            <a:ext cx="1850760" cy="2473560"/>
            <a:chOff x="667440" y="2464200"/>
            <a:chExt cx="1850760" cy="2473560"/>
          </a:xfrm>
        </p:grpSpPr>
        <p:sp>
          <p:nvSpPr>
            <p:cNvPr id="620" name="TextBox 42"/>
            <p:cNvSpPr/>
            <p:nvPr/>
          </p:nvSpPr>
          <p:spPr>
            <a:xfrm>
              <a:off x="669600" y="3074040"/>
              <a:ext cx="1848600" cy="186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21" name="TextBox 43"/>
            <p:cNvSpPr/>
            <p:nvPr/>
          </p:nvSpPr>
          <p:spPr>
            <a:xfrm>
              <a:off x="667440" y="2464200"/>
              <a:ext cx="1848600" cy="608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2019</a:t>
              </a: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년 사업장별 목표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cxnSp>
        <p:nvCxnSpPr>
          <p:cNvPr id="622" name="Straight Connector 35"/>
          <p:cNvCxnSpPr/>
          <p:nvPr/>
        </p:nvCxnSpPr>
        <p:spPr>
          <a:xfrm>
            <a:off x="827640" y="3048840"/>
            <a:ext cx="1761480" cy="1080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623" name="Straight Connector 36"/>
          <p:cNvCxnSpPr>
            <a:endCxn id="618" idx="1"/>
          </p:cNvCxnSpPr>
          <p:nvPr/>
        </p:nvCxnSpPr>
        <p:spPr>
          <a:xfrm>
            <a:off x="2583360" y="3058200"/>
            <a:ext cx="48960" cy="810000"/>
          </a:xfrm>
          <a:prstGeom prst="straightConnector1">
            <a:avLst/>
          </a:prstGeom>
          <a:ln w="25400">
            <a:solidFill>
              <a:srgbClr val="b6b6b6"/>
            </a:solidFill>
            <a:miter/>
          </a:ln>
        </p:spPr>
      </p:cxnSp>
      <p:sp>
        <p:nvSpPr>
          <p:cNvPr id="624" name="TextBox 46"/>
          <p:cNvSpPr/>
          <p:nvPr/>
        </p:nvSpPr>
        <p:spPr>
          <a:xfrm>
            <a:off x="2835720" y="4132800"/>
            <a:ext cx="1450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5" name="Donut 66"/>
          <p:cNvSpPr/>
          <p:nvPr/>
        </p:nvSpPr>
        <p:spPr>
          <a:xfrm>
            <a:off x="4991760" y="4024080"/>
            <a:ext cx="699480" cy="69948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626" name="Straight Connector 39"/>
          <p:cNvCxnSpPr/>
          <p:nvPr/>
        </p:nvCxnSpPr>
        <p:spPr>
          <a:xfrm>
            <a:off x="5692320" y="4373280"/>
            <a:ext cx="3421440" cy="540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sp>
        <p:nvSpPr>
          <p:cNvPr id="627" name="Donut 59"/>
          <p:cNvSpPr/>
          <p:nvPr/>
        </p:nvSpPr>
        <p:spPr>
          <a:xfrm>
            <a:off x="4167360" y="1872000"/>
            <a:ext cx="699480" cy="69948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628" name="Straight Connector 44"/>
          <p:cNvCxnSpPr/>
          <p:nvPr/>
        </p:nvCxnSpPr>
        <p:spPr>
          <a:xfrm>
            <a:off x="4868280" y="2222280"/>
            <a:ext cx="3421440" cy="144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grpSp>
        <p:nvGrpSpPr>
          <p:cNvPr id="629" name="Group 6"/>
          <p:cNvGrpSpPr/>
          <p:nvPr/>
        </p:nvGrpSpPr>
        <p:grpSpPr>
          <a:xfrm>
            <a:off x="5071680" y="1889640"/>
            <a:ext cx="3132720" cy="831600"/>
            <a:chOff x="5071680" y="1889640"/>
            <a:chExt cx="3132720" cy="831600"/>
          </a:xfrm>
        </p:grpSpPr>
        <p:sp>
          <p:nvSpPr>
            <p:cNvPr id="630" name="TextBox 55"/>
            <p:cNvSpPr/>
            <p:nvPr/>
          </p:nvSpPr>
          <p:spPr>
            <a:xfrm>
              <a:off x="5080680" y="2261160"/>
              <a:ext cx="312336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31" name="TextBox 56"/>
            <p:cNvSpPr/>
            <p:nvPr/>
          </p:nvSpPr>
          <p:spPr>
            <a:xfrm>
              <a:off x="5071680" y="1889640"/>
              <a:ext cx="3132720" cy="30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당진공장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632" name="Donut 60"/>
          <p:cNvSpPr/>
          <p:nvPr/>
        </p:nvSpPr>
        <p:spPr>
          <a:xfrm>
            <a:off x="4167360" y="5110560"/>
            <a:ext cx="699480" cy="69948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633" name="Straight Connector 49"/>
          <p:cNvCxnSpPr/>
          <p:nvPr/>
        </p:nvCxnSpPr>
        <p:spPr>
          <a:xfrm>
            <a:off x="4868280" y="5460840"/>
            <a:ext cx="3421440" cy="144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sp>
        <p:nvSpPr>
          <p:cNvPr id="634" name="Donut 61"/>
          <p:cNvSpPr/>
          <p:nvPr/>
        </p:nvSpPr>
        <p:spPr>
          <a:xfrm>
            <a:off x="4991760" y="2945520"/>
            <a:ext cx="699480" cy="69948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635" name="Straight Connector 54"/>
          <p:cNvCxnSpPr/>
          <p:nvPr/>
        </p:nvCxnSpPr>
        <p:spPr>
          <a:xfrm>
            <a:off x="5692320" y="3292920"/>
            <a:ext cx="3421440" cy="576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grpSp>
        <p:nvGrpSpPr>
          <p:cNvPr id="636" name="Group 6"/>
          <p:cNvGrpSpPr/>
          <p:nvPr/>
        </p:nvGrpSpPr>
        <p:grpSpPr>
          <a:xfrm>
            <a:off x="5827680" y="2943000"/>
            <a:ext cx="3132720" cy="831600"/>
            <a:chOff x="5827680" y="2943000"/>
            <a:chExt cx="3132720" cy="831600"/>
          </a:xfrm>
        </p:grpSpPr>
        <p:sp>
          <p:nvSpPr>
            <p:cNvPr id="637" name="TextBox 78"/>
            <p:cNvSpPr/>
            <p:nvPr/>
          </p:nvSpPr>
          <p:spPr>
            <a:xfrm>
              <a:off x="5837040" y="3314520"/>
              <a:ext cx="312336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38" name="TextBox 79"/>
            <p:cNvSpPr/>
            <p:nvPr/>
          </p:nvSpPr>
          <p:spPr>
            <a:xfrm>
              <a:off x="5827680" y="2943000"/>
              <a:ext cx="3132720" cy="30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부산공장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639" name="Group 6"/>
          <p:cNvGrpSpPr/>
          <p:nvPr/>
        </p:nvGrpSpPr>
        <p:grpSpPr>
          <a:xfrm>
            <a:off x="5827680" y="4024080"/>
            <a:ext cx="3132720" cy="831600"/>
            <a:chOff x="5827680" y="4024080"/>
            <a:chExt cx="3132720" cy="831600"/>
          </a:xfrm>
        </p:grpSpPr>
        <p:sp>
          <p:nvSpPr>
            <p:cNvPr id="640" name="TextBox 83"/>
            <p:cNvSpPr/>
            <p:nvPr/>
          </p:nvSpPr>
          <p:spPr>
            <a:xfrm>
              <a:off x="5837040" y="4395600"/>
              <a:ext cx="312336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41" name="TextBox 84"/>
            <p:cNvSpPr/>
            <p:nvPr/>
          </p:nvSpPr>
          <p:spPr>
            <a:xfrm>
              <a:off x="5827680" y="4024080"/>
              <a:ext cx="3132720" cy="30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인천공장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642" name="Group 6"/>
          <p:cNvGrpSpPr/>
          <p:nvPr/>
        </p:nvGrpSpPr>
        <p:grpSpPr>
          <a:xfrm>
            <a:off x="5071680" y="5114880"/>
            <a:ext cx="3132720" cy="831600"/>
            <a:chOff x="5071680" y="5114880"/>
            <a:chExt cx="3132720" cy="831600"/>
          </a:xfrm>
        </p:grpSpPr>
        <p:sp>
          <p:nvSpPr>
            <p:cNvPr id="643" name="TextBox 86"/>
            <p:cNvSpPr/>
            <p:nvPr/>
          </p:nvSpPr>
          <p:spPr>
            <a:xfrm>
              <a:off x="5080680" y="5486400"/>
              <a:ext cx="3123360" cy="46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  <p:sp>
          <p:nvSpPr>
            <p:cNvPr id="644" name="TextBox 87"/>
            <p:cNvSpPr/>
            <p:nvPr/>
          </p:nvSpPr>
          <p:spPr>
            <a:xfrm>
              <a:off x="5071680" y="5114880"/>
              <a:ext cx="3132720" cy="30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포항공장</a:t>
              </a:r>
              <a:endParaRPr b="0" lang="en-US" sz="1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645" name="AutoShape 76"/>
          <p:cNvSpPr/>
          <p:nvPr/>
        </p:nvSpPr>
        <p:spPr>
          <a:xfrm>
            <a:off x="3159720" y="3293280"/>
            <a:ext cx="75996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646" name="그룹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3880" cy="7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120" cy="3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1" name="PlaceHolder 5"/>
          <p:cNvSpPr>
            <a:spLocks noGrp="1"/>
          </p:cNvSpPr>
          <p:nvPr>
            <p:ph type="sldNum" idx="39"/>
          </p:nvPr>
        </p:nvSpPr>
        <p:spPr>
          <a:xfrm>
            <a:off x="9264240" y="6601680"/>
            <a:ext cx="372960" cy="1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B878E9-E457-4B06-B5F8-F69049AF2AB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18</a:t>
            </a:fld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52" name="PlaceHolder 6"/>
          <p:cNvSpPr>
            <a:spLocks noGrp="1"/>
          </p:cNvSpPr>
          <p:nvPr>
            <p:ph type="ftr" idx="40"/>
          </p:nvPr>
        </p:nvSpPr>
        <p:spPr>
          <a:xfrm>
            <a:off x="7788240" y="6601680"/>
            <a:ext cx="1533240" cy="1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Noto Serif CJK KR"/>
            </a:endParaRPr>
          </a:p>
        </p:txBody>
      </p:sp>
      <p:grpSp>
        <p:nvGrpSpPr>
          <p:cNvPr id="653" name="그룹 63"/>
          <p:cNvGrpSpPr/>
          <p:nvPr/>
        </p:nvGrpSpPr>
        <p:grpSpPr>
          <a:xfrm>
            <a:off x="1429200" y="2276280"/>
            <a:ext cx="2591640" cy="2591640"/>
            <a:chOff x="1429200" y="2276280"/>
            <a:chExt cx="2591640" cy="2591640"/>
          </a:xfrm>
        </p:grpSpPr>
        <p:sp>
          <p:nvSpPr>
            <p:cNvPr id="654" name="자유형 38"/>
            <p:cNvSpPr/>
            <p:nvPr/>
          </p:nvSpPr>
          <p:spPr>
            <a:xfrm>
              <a:off x="2410200" y="2276280"/>
              <a:ext cx="293760" cy="249840"/>
            </a:xfrm>
            <a:custGeom>
              <a:avLst/>
              <a:gdLst>
                <a:gd name="textAreaLeft" fmla="*/ 0 w 293760"/>
                <a:gd name="textAreaRight" fmla="*/ 295200 w 293760"/>
                <a:gd name="textAreaTop" fmla="*/ 0 h 249840"/>
                <a:gd name="textAreaBottom" fmla="*/ 251280 h 24984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55" name="자유형 39"/>
            <p:cNvSpPr/>
            <p:nvPr/>
          </p:nvSpPr>
          <p:spPr>
            <a:xfrm>
              <a:off x="2746080" y="2276280"/>
              <a:ext cx="293760" cy="249840"/>
            </a:xfrm>
            <a:custGeom>
              <a:avLst/>
              <a:gdLst>
                <a:gd name="textAreaLeft" fmla="*/ 0 w 293760"/>
                <a:gd name="textAreaRight" fmla="*/ 295200 w 293760"/>
                <a:gd name="textAreaTop" fmla="*/ 0 h 249840"/>
                <a:gd name="textAreaBottom" fmla="*/ 251280 h 24984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56" name="자유형 40"/>
            <p:cNvSpPr/>
            <p:nvPr/>
          </p:nvSpPr>
          <p:spPr>
            <a:xfrm>
              <a:off x="2094840" y="2325600"/>
              <a:ext cx="330840" cy="302040"/>
            </a:xfrm>
            <a:custGeom>
              <a:avLst/>
              <a:gdLst>
                <a:gd name="textAreaLeft" fmla="*/ 0 w 330840"/>
                <a:gd name="textAreaRight" fmla="*/ 332280 w 330840"/>
                <a:gd name="textAreaTop" fmla="*/ 0 h 302040"/>
                <a:gd name="textAreaBottom" fmla="*/ 303480 h 30204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57" name="자유형 41"/>
            <p:cNvSpPr/>
            <p:nvPr/>
          </p:nvSpPr>
          <p:spPr>
            <a:xfrm>
              <a:off x="3024360" y="2325600"/>
              <a:ext cx="330840" cy="302040"/>
            </a:xfrm>
            <a:custGeom>
              <a:avLst/>
              <a:gdLst>
                <a:gd name="textAreaLeft" fmla="*/ 0 w 330840"/>
                <a:gd name="textAreaRight" fmla="*/ 332280 w 330840"/>
                <a:gd name="textAreaTop" fmla="*/ 0 h 302040"/>
                <a:gd name="textAreaBottom" fmla="*/ 303480 h 302040"/>
              </a:gdLst>
              <a:ahLst/>
              <a:rect l="textAreaLeft" t="textAreaTop" r="textAreaRight" b="textAreaBottom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58" name="자유형 42"/>
            <p:cNvSpPr/>
            <p:nvPr/>
          </p:nvSpPr>
          <p:spPr>
            <a:xfrm>
              <a:off x="1823400" y="2460600"/>
              <a:ext cx="344880" cy="334800"/>
            </a:xfrm>
            <a:custGeom>
              <a:avLst/>
              <a:gdLst>
                <a:gd name="textAreaLeft" fmla="*/ 0 w 344880"/>
                <a:gd name="textAreaRight" fmla="*/ 346320 w 344880"/>
                <a:gd name="textAreaTop" fmla="*/ 0 h 334800"/>
                <a:gd name="textAreaBottom" fmla="*/ 336240 h 334800"/>
              </a:gdLst>
              <a:ahLst/>
              <a:rect l="textAreaLeft" t="textAreaTop" r="textAreaRight" b="textAreaBottom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59" name="자유형 43"/>
            <p:cNvSpPr/>
            <p:nvPr/>
          </p:nvSpPr>
          <p:spPr>
            <a:xfrm>
              <a:off x="3281760" y="2460600"/>
              <a:ext cx="344880" cy="334800"/>
            </a:xfrm>
            <a:custGeom>
              <a:avLst/>
              <a:gdLst>
                <a:gd name="textAreaLeft" fmla="*/ 0 w 344880"/>
                <a:gd name="textAreaRight" fmla="*/ 346320 w 344880"/>
                <a:gd name="textAreaTop" fmla="*/ 0 h 334800"/>
                <a:gd name="textAreaBottom" fmla="*/ 336240 h 33480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0" name="자유형 44"/>
            <p:cNvSpPr/>
            <p:nvPr/>
          </p:nvSpPr>
          <p:spPr>
            <a:xfrm>
              <a:off x="1613520" y="2670480"/>
              <a:ext cx="334800" cy="344880"/>
            </a:xfrm>
            <a:custGeom>
              <a:avLst/>
              <a:gdLst>
                <a:gd name="textAreaLeft" fmla="*/ 0 w 334800"/>
                <a:gd name="textAreaRight" fmla="*/ 336240 w 334800"/>
                <a:gd name="textAreaTop" fmla="*/ 0 h 344880"/>
                <a:gd name="textAreaBottom" fmla="*/ 346320 h 34488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1" name="자유형 45"/>
            <p:cNvSpPr/>
            <p:nvPr/>
          </p:nvSpPr>
          <p:spPr>
            <a:xfrm>
              <a:off x="3501720" y="2670480"/>
              <a:ext cx="334800" cy="344880"/>
            </a:xfrm>
            <a:custGeom>
              <a:avLst/>
              <a:gdLst>
                <a:gd name="textAreaLeft" fmla="*/ 0 w 334800"/>
                <a:gd name="textAreaRight" fmla="*/ 336240 w 334800"/>
                <a:gd name="textAreaTop" fmla="*/ 0 h 344880"/>
                <a:gd name="textAreaBottom" fmla="*/ 346320 h 344880"/>
              </a:gdLst>
              <a:ahLst/>
              <a:rect l="textAreaLeft" t="textAreaTop" r="textAreaRight" b="textAreaBottom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2" name="자유형 46"/>
            <p:cNvSpPr/>
            <p:nvPr/>
          </p:nvSpPr>
          <p:spPr>
            <a:xfrm>
              <a:off x="1478520" y="2941920"/>
              <a:ext cx="302040" cy="330840"/>
            </a:xfrm>
            <a:custGeom>
              <a:avLst/>
              <a:gdLst>
                <a:gd name="textAreaLeft" fmla="*/ 0 w 302040"/>
                <a:gd name="textAreaRight" fmla="*/ 303480 w 302040"/>
                <a:gd name="textAreaTop" fmla="*/ 0 h 330840"/>
                <a:gd name="textAreaBottom" fmla="*/ 332280 h 33084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3" name="자유형 47"/>
            <p:cNvSpPr/>
            <p:nvPr/>
          </p:nvSpPr>
          <p:spPr>
            <a:xfrm>
              <a:off x="3669120" y="2941920"/>
              <a:ext cx="302040" cy="330840"/>
            </a:xfrm>
            <a:custGeom>
              <a:avLst/>
              <a:gdLst>
                <a:gd name="textAreaLeft" fmla="*/ 0 w 302040"/>
                <a:gd name="textAreaRight" fmla="*/ 303480 w 302040"/>
                <a:gd name="textAreaTop" fmla="*/ 0 h 330840"/>
                <a:gd name="textAreaBottom" fmla="*/ 332280 h 330840"/>
              </a:gdLst>
              <a:ahLst/>
              <a:rect l="textAreaLeft" t="textAreaTop" r="textAreaRight" b="textAreaBottom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4" name="자유형 48"/>
            <p:cNvSpPr/>
            <p:nvPr/>
          </p:nvSpPr>
          <p:spPr>
            <a:xfrm>
              <a:off x="1429200" y="3257280"/>
              <a:ext cx="249840" cy="293760"/>
            </a:xfrm>
            <a:custGeom>
              <a:avLst/>
              <a:gdLst>
                <a:gd name="textAreaLeft" fmla="*/ 0 w 249840"/>
                <a:gd name="textAreaRight" fmla="*/ 251280 w 249840"/>
                <a:gd name="textAreaTop" fmla="*/ 0 h 293760"/>
                <a:gd name="textAreaBottom" fmla="*/ 295200 h 29376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5" name="자유형 49"/>
            <p:cNvSpPr/>
            <p:nvPr/>
          </p:nvSpPr>
          <p:spPr>
            <a:xfrm>
              <a:off x="3771000" y="3257280"/>
              <a:ext cx="249840" cy="293760"/>
            </a:xfrm>
            <a:custGeom>
              <a:avLst/>
              <a:gdLst>
                <a:gd name="textAreaLeft" fmla="*/ 0 w 249840"/>
                <a:gd name="textAreaRight" fmla="*/ 251280 w 249840"/>
                <a:gd name="textAreaTop" fmla="*/ 0 h 293760"/>
                <a:gd name="textAreaBottom" fmla="*/ 295200 h 29376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6" name="자유형 50"/>
            <p:cNvSpPr/>
            <p:nvPr/>
          </p:nvSpPr>
          <p:spPr>
            <a:xfrm>
              <a:off x="1429200" y="3593160"/>
              <a:ext cx="249840" cy="293760"/>
            </a:xfrm>
            <a:custGeom>
              <a:avLst/>
              <a:gdLst>
                <a:gd name="textAreaLeft" fmla="*/ 0 w 249840"/>
                <a:gd name="textAreaRight" fmla="*/ 251280 w 249840"/>
                <a:gd name="textAreaTop" fmla="*/ 0 h 293760"/>
                <a:gd name="textAreaBottom" fmla="*/ 295200 h 29376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7" name="자유형 51"/>
            <p:cNvSpPr/>
            <p:nvPr/>
          </p:nvSpPr>
          <p:spPr>
            <a:xfrm>
              <a:off x="3771000" y="3593160"/>
              <a:ext cx="249840" cy="293760"/>
            </a:xfrm>
            <a:custGeom>
              <a:avLst/>
              <a:gdLst>
                <a:gd name="textAreaLeft" fmla="*/ 0 w 249840"/>
                <a:gd name="textAreaRight" fmla="*/ 251280 w 249840"/>
                <a:gd name="textAreaTop" fmla="*/ 0 h 293760"/>
                <a:gd name="textAreaBottom" fmla="*/ 295200 h 29376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8" name="자유형 52"/>
            <p:cNvSpPr/>
            <p:nvPr/>
          </p:nvSpPr>
          <p:spPr>
            <a:xfrm>
              <a:off x="3669120" y="3871440"/>
              <a:ext cx="302040" cy="330840"/>
            </a:xfrm>
            <a:custGeom>
              <a:avLst/>
              <a:gdLst>
                <a:gd name="textAreaLeft" fmla="*/ 0 w 302040"/>
                <a:gd name="textAreaRight" fmla="*/ 303480 w 302040"/>
                <a:gd name="textAreaTop" fmla="*/ 0 h 330840"/>
                <a:gd name="textAreaBottom" fmla="*/ 332280 h 33084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9" name="자유형 53"/>
            <p:cNvSpPr/>
            <p:nvPr/>
          </p:nvSpPr>
          <p:spPr>
            <a:xfrm>
              <a:off x="1478520" y="3871440"/>
              <a:ext cx="302040" cy="330840"/>
            </a:xfrm>
            <a:custGeom>
              <a:avLst/>
              <a:gdLst>
                <a:gd name="textAreaLeft" fmla="*/ 0 w 302040"/>
                <a:gd name="textAreaRight" fmla="*/ 303480 w 302040"/>
                <a:gd name="textAreaTop" fmla="*/ 0 h 330840"/>
                <a:gd name="textAreaBottom" fmla="*/ 332280 h 33084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0" name="자유형 54"/>
            <p:cNvSpPr/>
            <p:nvPr/>
          </p:nvSpPr>
          <p:spPr>
            <a:xfrm>
              <a:off x="3501720" y="4128840"/>
              <a:ext cx="334800" cy="344880"/>
            </a:xfrm>
            <a:custGeom>
              <a:avLst/>
              <a:gdLst>
                <a:gd name="textAreaLeft" fmla="*/ 0 w 334800"/>
                <a:gd name="textAreaRight" fmla="*/ 336240 w 334800"/>
                <a:gd name="textAreaTop" fmla="*/ 0 h 344880"/>
                <a:gd name="textAreaBottom" fmla="*/ 346320 h 344880"/>
              </a:gdLst>
              <a:ahLst/>
              <a:rect l="textAreaLeft" t="textAreaTop" r="textAreaRight" b="textAreaBottom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1" name="자유형 55"/>
            <p:cNvSpPr/>
            <p:nvPr/>
          </p:nvSpPr>
          <p:spPr>
            <a:xfrm>
              <a:off x="1613520" y="4128840"/>
              <a:ext cx="334800" cy="344880"/>
            </a:xfrm>
            <a:custGeom>
              <a:avLst/>
              <a:gdLst>
                <a:gd name="textAreaLeft" fmla="*/ 0 w 334800"/>
                <a:gd name="textAreaRight" fmla="*/ 336240 w 334800"/>
                <a:gd name="textAreaTop" fmla="*/ 0 h 344880"/>
                <a:gd name="textAreaBottom" fmla="*/ 346320 h 34488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2" name="자유형 56"/>
            <p:cNvSpPr/>
            <p:nvPr/>
          </p:nvSpPr>
          <p:spPr>
            <a:xfrm>
              <a:off x="3281760" y="4348800"/>
              <a:ext cx="344880" cy="334800"/>
            </a:xfrm>
            <a:custGeom>
              <a:avLst/>
              <a:gdLst>
                <a:gd name="textAreaLeft" fmla="*/ 0 w 344880"/>
                <a:gd name="textAreaRight" fmla="*/ 346320 w 344880"/>
                <a:gd name="textAreaTop" fmla="*/ 0 h 334800"/>
                <a:gd name="textAreaBottom" fmla="*/ 336240 h 334800"/>
              </a:gdLst>
              <a:ahLst/>
              <a:rect l="textAreaLeft" t="textAreaTop" r="textAreaRight" b="textAreaBottom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3" name="자유형 57"/>
            <p:cNvSpPr/>
            <p:nvPr/>
          </p:nvSpPr>
          <p:spPr>
            <a:xfrm>
              <a:off x="1823400" y="4348800"/>
              <a:ext cx="344880" cy="334800"/>
            </a:xfrm>
            <a:custGeom>
              <a:avLst/>
              <a:gdLst>
                <a:gd name="textAreaLeft" fmla="*/ 0 w 344880"/>
                <a:gd name="textAreaRight" fmla="*/ 346320 w 344880"/>
                <a:gd name="textAreaTop" fmla="*/ 0 h 334800"/>
                <a:gd name="textAreaBottom" fmla="*/ 336240 h 33480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4" name="자유형 58"/>
            <p:cNvSpPr/>
            <p:nvPr/>
          </p:nvSpPr>
          <p:spPr>
            <a:xfrm>
              <a:off x="3024360" y="4516200"/>
              <a:ext cx="330840" cy="302040"/>
            </a:xfrm>
            <a:custGeom>
              <a:avLst/>
              <a:gdLst>
                <a:gd name="textAreaLeft" fmla="*/ 0 w 330840"/>
                <a:gd name="textAreaRight" fmla="*/ 332280 w 330840"/>
                <a:gd name="textAreaTop" fmla="*/ 0 h 302040"/>
                <a:gd name="textAreaBottom" fmla="*/ 303480 h 302040"/>
              </a:gdLst>
              <a:ahLst/>
              <a:rect l="textAreaLeft" t="textAreaTop" r="textAreaRight" b="textAreaBottom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5" name="자유형 59"/>
            <p:cNvSpPr/>
            <p:nvPr/>
          </p:nvSpPr>
          <p:spPr>
            <a:xfrm>
              <a:off x="2094840" y="4516200"/>
              <a:ext cx="330840" cy="302040"/>
            </a:xfrm>
            <a:custGeom>
              <a:avLst/>
              <a:gdLst>
                <a:gd name="textAreaLeft" fmla="*/ 0 w 330840"/>
                <a:gd name="textAreaRight" fmla="*/ 332280 w 330840"/>
                <a:gd name="textAreaTop" fmla="*/ 0 h 302040"/>
                <a:gd name="textAreaBottom" fmla="*/ 303480 h 30204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6" name="자유형 60"/>
            <p:cNvSpPr/>
            <p:nvPr/>
          </p:nvSpPr>
          <p:spPr>
            <a:xfrm>
              <a:off x="2746080" y="4618080"/>
              <a:ext cx="293760" cy="249840"/>
            </a:xfrm>
            <a:custGeom>
              <a:avLst/>
              <a:gdLst>
                <a:gd name="textAreaLeft" fmla="*/ 0 w 293760"/>
                <a:gd name="textAreaRight" fmla="*/ 295200 w 293760"/>
                <a:gd name="textAreaTop" fmla="*/ 0 h 249840"/>
                <a:gd name="textAreaBottom" fmla="*/ 251280 h 24984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7" name="자유형 61"/>
            <p:cNvSpPr/>
            <p:nvPr/>
          </p:nvSpPr>
          <p:spPr>
            <a:xfrm>
              <a:off x="2410200" y="4618080"/>
              <a:ext cx="293760" cy="249840"/>
            </a:xfrm>
            <a:custGeom>
              <a:avLst/>
              <a:gdLst>
                <a:gd name="textAreaLeft" fmla="*/ 0 w 293760"/>
                <a:gd name="textAreaRight" fmla="*/ 295200 w 293760"/>
                <a:gd name="textAreaTop" fmla="*/ 0 h 249840"/>
                <a:gd name="textAreaBottom" fmla="*/ 251280 h 24984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8" name="TextBox 62"/>
            <p:cNvSpPr/>
            <p:nvPr/>
          </p:nvSpPr>
          <p:spPr>
            <a:xfrm>
              <a:off x="1958400" y="3099960"/>
              <a:ext cx="1533240" cy="9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5400" spc="-1" strike="noStrike">
                  <a:solidFill>
                    <a:srgbClr val="002452"/>
                  </a:solidFill>
                  <a:latin typeface="본고딕 Bold"/>
                  <a:ea typeface="본고딕 Bold"/>
                </a:rPr>
                <a:t>25%</a:t>
              </a:r>
              <a:endParaRPr b="0" lang="en-US" sz="5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grpSp>
        <p:nvGrpSpPr>
          <p:cNvPr id="679" name="그룹 64"/>
          <p:cNvGrpSpPr/>
          <p:nvPr/>
        </p:nvGrpSpPr>
        <p:grpSpPr>
          <a:xfrm>
            <a:off x="5662440" y="2276280"/>
            <a:ext cx="2592000" cy="2591640"/>
            <a:chOff x="5662440" y="2276280"/>
            <a:chExt cx="2592000" cy="2591640"/>
          </a:xfrm>
        </p:grpSpPr>
        <p:sp>
          <p:nvSpPr>
            <p:cNvPr id="680" name="자유형 65"/>
            <p:cNvSpPr/>
            <p:nvPr/>
          </p:nvSpPr>
          <p:spPr>
            <a:xfrm>
              <a:off x="6643440" y="2276280"/>
              <a:ext cx="293760" cy="249840"/>
            </a:xfrm>
            <a:custGeom>
              <a:avLst/>
              <a:gdLst>
                <a:gd name="textAreaLeft" fmla="*/ 0 w 293760"/>
                <a:gd name="textAreaRight" fmla="*/ 295200 w 293760"/>
                <a:gd name="textAreaTop" fmla="*/ 0 h 249840"/>
                <a:gd name="textAreaBottom" fmla="*/ 251280 h 24984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1" name="자유형 66"/>
            <p:cNvSpPr/>
            <p:nvPr/>
          </p:nvSpPr>
          <p:spPr>
            <a:xfrm>
              <a:off x="6979680" y="2276280"/>
              <a:ext cx="293760" cy="249840"/>
            </a:xfrm>
            <a:custGeom>
              <a:avLst/>
              <a:gdLst>
                <a:gd name="textAreaLeft" fmla="*/ 0 w 293760"/>
                <a:gd name="textAreaRight" fmla="*/ 295200 w 293760"/>
                <a:gd name="textAreaTop" fmla="*/ 0 h 249840"/>
                <a:gd name="textAreaBottom" fmla="*/ 251280 h 24984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2" name="자유형 67"/>
            <p:cNvSpPr/>
            <p:nvPr/>
          </p:nvSpPr>
          <p:spPr>
            <a:xfrm>
              <a:off x="6328080" y="2325600"/>
              <a:ext cx="330840" cy="302040"/>
            </a:xfrm>
            <a:custGeom>
              <a:avLst/>
              <a:gdLst>
                <a:gd name="textAreaLeft" fmla="*/ 0 w 330840"/>
                <a:gd name="textAreaRight" fmla="*/ 332280 w 330840"/>
                <a:gd name="textAreaTop" fmla="*/ 0 h 302040"/>
                <a:gd name="textAreaBottom" fmla="*/ 303480 h 30204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3" name="자유형 68"/>
            <p:cNvSpPr/>
            <p:nvPr/>
          </p:nvSpPr>
          <p:spPr>
            <a:xfrm>
              <a:off x="7257600" y="2325600"/>
              <a:ext cx="330840" cy="302040"/>
            </a:xfrm>
            <a:custGeom>
              <a:avLst/>
              <a:gdLst>
                <a:gd name="textAreaLeft" fmla="*/ 0 w 330840"/>
                <a:gd name="textAreaRight" fmla="*/ 332280 w 330840"/>
                <a:gd name="textAreaTop" fmla="*/ 0 h 302040"/>
                <a:gd name="textAreaBottom" fmla="*/ 303480 h 302040"/>
              </a:gdLst>
              <a:ahLst/>
              <a:rect l="textAreaLeft" t="textAreaTop" r="textAreaRight" b="textAreaBottom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4" name="자유형 69"/>
            <p:cNvSpPr/>
            <p:nvPr/>
          </p:nvSpPr>
          <p:spPr>
            <a:xfrm>
              <a:off x="6056640" y="2460600"/>
              <a:ext cx="344880" cy="334800"/>
            </a:xfrm>
            <a:custGeom>
              <a:avLst/>
              <a:gdLst>
                <a:gd name="textAreaLeft" fmla="*/ 0 w 344880"/>
                <a:gd name="textAreaRight" fmla="*/ 346320 w 344880"/>
                <a:gd name="textAreaTop" fmla="*/ 0 h 334800"/>
                <a:gd name="textAreaBottom" fmla="*/ 336240 h 334800"/>
              </a:gdLst>
              <a:ahLst/>
              <a:rect l="textAreaLeft" t="textAreaTop" r="textAreaRight" b="textAreaBottom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5" name="자유형 70"/>
            <p:cNvSpPr/>
            <p:nvPr/>
          </p:nvSpPr>
          <p:spPr>
            <a:xfrm>
              <a:off x="7515000" y="2460600"/>
              <a:ext cx="344880" cy="334800"/>
            </a:xfrm>
            <a:custGeom>
              <a:avLst/>
              <a:gdLst>
                <a:gd name="textAreaLeft" fmla="*/ 0 w 344880"/>
                <a:gd name="textAreaRight" fmla="*/ 346320 w 344880"/>
                <a:gd name="textAreaTop" fmla="*/ 0 h 334800"/>
                <a:gd name="textAreaBottom" fmla="*/ 336240 h 33480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6" name="자유형 71"/>
            <p:cNvSpPr/>
            <p:nvPr/>
          </p:nvSpPr>
          <p:spPr>
            <a:xfrm>
              <a:off x="5846760" y="2670480"/>
              <a:ext cx="334800" cy="344880"/>
            </a:xfrm>
            <a:custGeom>
              <a:avLst/>
              <a:gdLst>
                <a:gd name="textAreaLeft" fmla="*/ 0 w 334800"/>
                <a:gd name="textAreaRight" fmla="*/ 336240 w 334800"/>
                <a:gd name="textAreaTop" fmla="*/ 0 h 344880"/>
                <a:gd name="textAreaBottom" fmla="*/ 346320 h 34488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7" name="자유형 72"/>
            <p:cNvSpPr/>
            <p:nvPr/>
          </p:nvSpPr>
          <p:spPr>
            <a:xfrm>
              <a:off x="7735320" y="2670480"/>
              <a:ext cx="334800" cy="344880"/>
            </a:xfrm>
            <a:custGeom>
              <a:avLst/>
              <a:gdLst>
                <a:gd name="textAreaLeft" fmla="*/ 0 w 334800"/>
                <a:gd name="textAreaRight" fmla="*/ 336240 w 334800"/>
                <a:gd name="textAreaTop" fmla="*/ 0 h 344880"/>
                <a:gd name="textAreaBottom" fmla="*/ 346320 h 344880"/>
              </a:gdLst>
              <a:ahLst/>
              <a:rect l="textAreaLeft" t="textAreaTop" r="textAreaRight" b="textAreaBottom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8" name="자유형 73"/>
            <p:cNvSpPr/>
            <p:nvPr/>
          </p:nvSpPr>
          <p:spPr>
            <a:xfrm>
              <a:off x="5712120" y="2941920"/>
              <a:ext cx="302040" cy="330840"/>
            </a:xfrm>
            <a:custGeom>
              <a:avLst/>
              <a:gdLst>
                <a:gd name="textAreaLeft" fmla="*/ 0 w 302040"/>
                <a:gd name="textAreaRight" fmla="*/ 303480 w 302040"/>
                <a:gd name="textAreaTop" fmla="*/ 0 h 330840"/>
                <a:gd name="textAreaBottom" fmla="*/ 332280 h 33084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9" name="자유형 74"/>
            <p:cNvSpPr/>
            <p:nvPr/>
          </p:nvSpPr>
          <p:spPr>
            <a:xfrm>
              <a:off x="7902720" y="2941920"/>
              <a:ext cx="302040" cy="330840"/>
            </a:xfrm>
            <a:custGeom>
              <a:avLst/>
              <a:gdLst>
                <a:gd name="textAreaLeft" fmla="*/ 0 w 302040"/>
                <a:gd name="textAreaRight" fmla="*/ 303480 w 302040"/>
                <a:gd name="textAreaTop" fmla="*/ 0 h 330840"/>
                <a:gd name="textAreaBottom" fmla="*/ 332280 h 330840"/>
              </a:gdLst>
              <a:ahLst/>
              <a:rect l="textAreaLeft" t="textAreaTop" r="textAreaRight" b="textAreaBottom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0" name="자유형 75"/>
            <p:cNvSpPr/>
            <p:nvPr/>
          </p:nvSpPr>
          <p:spPr>
            <a:xfrm>
              <a:off x="5662440" y="3257280"/>
              <a:ext cx="249840" cy="293760"/>
            </a:xfrm>
            <a:custGeom>
              <a:avLst/>
              <a:gdLst>
                <a:gd name="textAreaLeft" fmla="*/ 0 w 249840"/>
                <a:gd name="textAreaRight" fmla="*/ 251280 w 249840"/>
                <a:gd name="textAreaTop" fmla="*/ 0 h 293760"/>
                <a:gd name="textAreaBottom" fmla="*/ 295200 h 29376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1" name="자유형 76"/>
            <p:cNvSpPr/>
            <p:nvPr/>
          </p:nvSpPr>
          <p:spPr>
            <a:xfrm>
              <a:off x="8004600" y="3257280"/>
              <a:ext cx="249840" cy="293760"/>
            </a:xfrm>
            <a:custGeom>
              <a:avLst/>
              <a:gdLst>
                <a:gd name="textAreaLeft" fmla="*/ 0 w 249840"/>
                <a:gd name="textAreaRight" fmla="*/ 251280 w 249840"/>
                <a:gd name="textAreaTop" fmla="*/ 0 h 293760"/>
                <a:gd name="textAreaBottom" fmla="*/ 295200 h 29376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2" name="자유형 77"/>
            <p:cNvSpPr/>
            <p:nvPr/>
          </p:nvSpPr>
          <p:spPr>
            <a:xfrm>
              <a:off x="5662440" y="3593160"/>
              <a:ext cx="249840" cy="293760"/>
            </a:xfrm>
            <a:custGeom>
              <a:avLst/>
              <a:gdLst>
                <a:gd name="textAreaLeft" fmla="*/ 0 w 249840"/>
                <a:gd name="textAreaRight" fmla="*/ 251280 w 249840"/>
                <a:gd name="textAreaTop" fmla="*/ 0 h 293760"/>
                <a:gd name="textAreaBottom" fmla="*/ 295200 h 29376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3" name="자유형 78"/>
            <p:cNvSpPr/>
            <p:nvPr/>
          </p:nvSpPr>
          <p:spPr>
            <a:xfrm>
              <a:off x="8004600" y="3593160"/>
              <a:ext cx="249840" cy="293760"/>
            </a:xfrm>
            <a:custGeom>
              <a:avLst/>
              <a:gdLst>
                <a:gd name="textAreaLeft" fmla="*/ 0 w 249840"/>
                <a:gd name="textAreaRight" fmla="*/ 251280 w 249840"/>
                <a:gd name="textAreaTop" fmla="*/ 0 h 293760"/>
                <a:gd name="textAreaBottom" fmla="*/ 295200 h 29376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4" name="자유형 79"/>
            <p:cNvSpPr/>
            <p:nvPr/>
          </p:nvSpPr>
          <p:spPr>
            <a:xfrm>
              <a:off x="7902720" y="3871440"/>
              <a:ext cx="302040" cy="330840"/>
            </a:xfrm>
            <a:custGeom>
              <a:avLst/>
              <a:gdLst>
                <a:gd name="textAreaLeft" fmla="*/ 0 w 302040"/>
                <a:gd name="textAreaRight" fmla="*/ 303480 w 302040"/>
                <a:gd name="textAreaTop" fmla="*/ 0 h 330840"/>
                <a:gd name="textAreaBottom" fmla="*/ 332280 h 33084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5" name="자유형 80"/>
            <p:cNvSpPr/>
            <p:nvPr/>
          </p:nvSpPr>
          <p:spPr>
            <a:xfrm>
              <a:off x="5712120" y="3871440"/>
              <a:ext cx="302040" cy="330840"/>
            </a:xfrm>
            <a:custGeom>
              <a:avLst/>
              <a:gdLst>
                <a:gd name="textAreaLeft" fmla="*/ 0 w 302040"/>
                <a:gd name="textAreaRight" fmla="*/ 303480 w 302040"/>
                <a:gd name="textAreaTop" fmla="*/ 0 h 330840"/>
                <a:gd name="textAreaBottom" fmla="*/ 332280 h 33084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6" name="자유형 81"/>
            <p:cNvSpPr/>
            <p:nvPr/>
          </p:nvSpPr>
          <p:spPr>
            <a:xfrm>
              <a:off x="7735320" y="4128840"/>
              <a:ext cx="334800" cy="344880"/>
            </a:xfrm>
            <a:custGeom>
              <a:avLst/>
              <a:gdLst>
                <a:gd name="textAreaLeft" fmla="*/ 0 w 334800"/>
                <a:gd name="textAreaRight" fmla="*/ 336240 w 334800"/>
                <a:gd name="textAreaTop" fmla="*/ 0 h 344880"/>
                <a:gd name="textAreaBottom" fmla="*/ 346320 h 344880"/>
              </a:gdLst>
              <a:ahLst/>
              <a:rect l="textAreaLeft" t="textAreaTop" r="textAreaRight" b="textAreaBottom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7" name="자유형 82"/>
            <p:cNvSpPr/>
            <p:nvPr/>
          </p:nvSpPr>
          <p:spPr>
            <a:xfrm>
              <a:off x="5846760" y="4128840"/>
              <a:ext cx="334800" cy="344880"/>
            </a:xfrm>
            <a:custGeom>
              <a:avLst/>
              <a:gdLst>
                <a:gd name="textAreaLeft" fmla="*/ 0 w 334800"/>
                <a:gd name="textAreaRight" fmla="*/ 336240 w 334800"/>
                <a:gd name="textAreaTop" fmla="*/ 0 h 344880"/>
                <a:gd name="textAreaBottom" fmla="*/ 346320 h 34488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8" name="자유형 83"/>
            <p:cNvSpPr/>
            <p:nvPr/>
          </p:nvSpPr>
          <p:spPr>
            <a:xfrm>
              <a:off x="7515000" y="4348800"/>
              <a:ext cx="344880" cy="334800"/>
            </a:xfrm>
            <a:custGeom>
              <a:avLst/>
              <a:gdLst>
                <a:gd name="textAreaLeft" fmla="*/ 0 w 344880"/>
                <a:gd name="textAreaRight" fmla="*/ 346320 w 344880"/>
                <a:gd name="textAreaTop" fmla="*/ 0 h 334800"/>
                <a:gd name="textAreaBottom" fmla="*/ 336240 h 334800"/>
              </a:gdLst>
              <a:ahLst/>
              <a:rect l="textAreaLeft" t="textAreaTop" r="textAreaRight" b="textAreaBottom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9" name="자유형 84"/>
            <p:cNvSpPr/>
            <p:nvPr/>
          </p:nvSpPr>
          <p:spPr>
            <a:xfrm>
              <a:off x="6056640" y="4348800"/>
              <a:ext cx="344880" cy="334800"/>
            </a:xfrm>
            <a:custGeom>
              <a:avLst/>
              <a:gdLst>
                <a:gd name="textAreaLeft" fmla="*/ 0 w 344880"/>
                <a:gd name="textAreaRight" fmla="*/ 346320 w 344880"/>
                <a:gd name="textAreaTop" fmla="*/ 0 h 334800"/>
                <a:gd name="textAreaBottom" fmla="*/ 336240 h 33480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0" name="자유형 85"/>
            <p:cNvSpPr/>
            <p:nvPr/>
          </p:nvSpPr>
          <p:spPr>
            <a:xfrm>
              <a:off x="7257600" y="4516200"/>
              <a:ext cx="330840" cy="302040"/>
            </a:xfrm>
            <a:custGeom>
              <a:avLst/>
              <a:gdLst>
                <a:gd name="textAreaLeft" fmla="*/ 0 w 330840"/>
                <a:gd name="textAreaRight" fmla="*/ 332280 w 330840"/>
                <a:gd name="textAreaTop" fmla="*/ 0 h 302040"/>
                <a:gd name="textAreaBottom" fmla="*/ 303480 h 302040"/>
              </a:gdLst>
              <a:ahLst/>
              <a:rect l="textAreaLeft" t="textAreaTop" r="textAreaRight" b="textAreaBottom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1" name="자유형 86"/>
            <p:cNvSpPr/>
            <p:nvPr/>
          </p:nvSpPr>
          <p:spPr>
            <a:xfrm>
              <a:off x="6328080" y="4516200"/>
              <a:ext cx="330840" cy="302040"/>
            </a:xfrm>
            <a:custGeom>
              <a:avLst/>
              <a:gdLst>
                <a:gd name="textAreaLeft" fmla="*/ 0 w 330840"/>
                <a:gd name="textAreaRight" fmla="*/ 332280 w 330840"/>
                <a:gd name="textAreaTop" fmla="*/ 0 h 302040"/>
                <a:gd name="textAreaBottom" fmla="*/ 303480 h 30204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2" name="자유형 87"/>
            <p:cNvSpPr/>
            <p:nvPr/>
          </p:nvSpPr>
          <p:spPr>
            <a:xfrm>
              <a:off x="6979680" y="4618080"/>
              <a:ext cx="293760" cy="249840"/>
            </a:xfrm>
            <a:custGeom>
              <a:avLst/>
              <a:gdLst>
                <a:gd name="textAreaLeft" fmla="*/ 0 w 293760"/>
                <a:gd name="textAreaRight" fmla="*/ 295200 w 293760"/>
                <a:gd name="textAreaTop" fmla="*/ 0 h 249840"/>
                <a:gd name="textAreaBottom" fmla="*/ 251280 h 24984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3" name="자유형 88"/>
            <p:cNvSpPr/>
            <p:nvPr/>
          </p:nvSpPr>
          <p:spPr>
            <a:xfrm>
              <a:off x="6643440" y="4618080"/>
              <a:ext cx="293760" cy="249840"/>
            </a:xfrm>
            <a:custGeom>
              <a:avLst/>
              <a:gdLst>
                <a:gd name="textAreaLeft" fmla="*/ 0 w 293760"/>
                <a:gd name="textAreaRight" fmla="*/ 295200 w 293760"/>
                <a:gd name="textAreaTop" fmla="*/ 0 h 249840"/>
                <a:gd name="textAreaBottom" fmla="*/ 251280 h 24984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4" name="TextBox 89"/>
            <p:cNvSpPr/>
            <p:nvPr/>
          </p:nvSpPr>
          <p:spPr>
            <a:xfrm>
              <a:off x="6191640" y="3099960"/>
              <a:ext cx="1533240" cy="9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5400" spc="-1" strike="noStrike">
                  <a:solidFill>
                    <a:srgbClr val="d55633"/>
                  </a:solidFill>
                  <a:latin typeface="본고딕 Bold"/>
                  <a:ea typeface="본고딕 Bold"/>
                </a:rPr>
                <a:t>50%</a:t>
              </a:r>
              <a:endParaRPr b="0" lang="en-US" sz="5400" spc="-1" strike="noStrike">
                <a:solidFill>
                  <a:srgbClr val="000000"/>
                </a:solidFill>
                <a:latin typeface="Noto Sans CJK KR"/>
              </a:endParaRPr>
            </a:p>
          </p:txBody>
        </p:sp>
      </p:grpSp>
      <p:sp>
        <p:nvSpPr>
          <p:cNvPr id="705" name="TextBox 90"/>
          <p:cNvSpPr/>
          <p:nvPr/>
        </p:nvSpPr>
        <p:spPr>
          <a:xfrm>
            <a:off x="1416600" y="5078520"/>
            <a:ext cx="261720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6" name="TextBox 91"/>
          <p:cNvSpPr/>
          <p:nvPr/>
        </p:nvSpPr>
        <p:spPr>
          <a:xfrm>
            <a:off x="5649840" y="5078520"/>
            <a:ext cx="261720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7850</TotalTime>
  <Application>LibreOffice/24.2.7.2$Linux_X86_64 LibreOffice_project/420$Build-2</Application>
  <AppVersion>15.0000</AppVersion>
  <Words>70</Words>
  <Paragraphs>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2019-03-13T02:13:57Z</dcterms:created>
  <dc:creator>heeseung.jang</dc:creator>
  <dc:description/>
  <dc:language>ko-KR</dc:language>
  <cp:lastModifiedBy/>
  <cp:lastPrinted>2025-07-23T03:28:55Z</cp:lastPrinted>
  <dcterms:modified xsi:type="dcterms:W3CDTF">2026-01-14T09:10:15Z</dcterms:modified>
  <cp:revision>304</cp:revision>
  <dc:subject/>
  <dc:title>동국제강그룹  문서 템플릿 통합 계획안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용지(210x297mm)</vt:lpwstr>
  </property>
  <property fmtid="{D5CDD505-2E9C-101B-9397-08002B2CF9AE}" pid="3" name="Slides">
    <vt:i4>10</vt:i4>
  </property>
</Properties>
</file>