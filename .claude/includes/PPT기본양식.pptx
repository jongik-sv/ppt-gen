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74" r:id="rId3"/>
    <p:sldId id="275" r:id="rId4"/>
    <p:sldId id="282" r:id="rId5"/>
    <p:sldId id="281" r:id="rId6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251" d="100"/>
          <a:sy n="251" d="100"/>
        </p:scale>
        <p:origin x="2334" y="21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28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NULL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NUL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Body삭제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7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4294967295" pos="6068">
          <p15:clr>
            <a:srgbClr val="FBAE40"/>
          </p15:clr>
        </p15:guide>
        <p15:guide id="4294967295" pos="172">
          <p15:clr>
            <a:srgbClr val="FBAE40"/>
          </p15:clr>
        </p15:guide>
        <p15:guide id="4294967295" orient="horz" pos="4065">
          <p15:clr>
            <a:srgbClr val="F26B43"/>
          </p15:clr>
        </p15:guide>
        <p15:guide id="4294967295" orient="horz" pos="822">
          <p15:clr>
            <a:srgbClr val="F26B43"/>
          </p15:clr>
        </p15:guide>
        <p15:guide id="4294967295" orient="horz" pos="346">
          <p15:clr>
            <a:srgbClr val="F26B43"/>
          </p15:clr>
        </p15:guide>
        <p15:guide id="4294967295" orient="horz" pos="4269">
          <p15:clr>
            <a:srgbClr val="FBAE40"/>
          </p15:clr>
        </p15:guide>
        <p15:guide id="4294967295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9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05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5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텍스트를 입력하세요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50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50</Words>
  <Application>Microsoft Office PowerPoint</Application>
  <PresentationFormat>A4 용지(210x297mm)</PresentationFormat>
  <Paragraphs>26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Microsoft 계정</cp:lastModifiedBy>
  <cp:revision>299</cp:revision>
  <cp:lastPrinted>2025-07-23T03:28:55Z</cp:lastPrinted>
  <dcterms:created xsi:type="dcterms:W3CDTF">2019-03-13T02:13:57Z</dcterms:created>
  <dcterms:modified xsi:type="dcterms:W3CDTF">2025-12-23T23:46:14Z</dcterms:modified>
</cp:coreProperties>
</file>